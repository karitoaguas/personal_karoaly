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7" r:id="rId2"/>
    <p:sldId id="266" r:id="rId3"/>
    <p:sldId id="301" r:id="rId4"/>
    <p:sldId id="302" r:id="rId5"/>
    <p:sldId id="303" r:id="rId6"/>
    <p:sldId id="304" r:id="rId7"/>
    <p:sldId id="305" r:id="rId8"/>
    <p:sldId id="306" r:id="rId9"/>
    <p:sldId id="328" r:id="rId10"/>
    <p:sldId id="272" r:id="rId11"/>
    <p:sldId id="282" r:id="rId12"/>
    <p:sldId id="307" r:id="rId13"/>
    <p:sldId id="308" r:id="rId14"/>
    <p:sldId id="329" r:id="rId15"/>
    <p:sldId id="273" r:id="rId16"/>
    <p:sldId id="293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316" r:id="rId25"/>
    <p:sldId id="317" r:id="rId26"/>
    <p:sldId id="318" r:id="rId27"/>
    <p:sldId id="319" r:id="rId28"/>
    <p:sldId id="320" r:id="rId29"/>
    <p:sldId id="321" r:id="rId30"/>
    <p:sldId id="322" r:id="rId31"/>
    <p:sldId id="323" r:id="rId32"/>
    <p:sldId id="324" r:id="rId33"/>
    <p:sldId id="326" r:id="rId34"/>
    <p:sldId id="286" r:id="rId35"/>
    <p:sldId id="325" r:id="rId36"/>
    <p:sldId id="289" r:id="rId37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810" autoAdjust="0"/>
  </p:normalViewPr>
  <p:slideViewPr>
    <p:cSldViewPr snapToGrid="0" showGuides="1">
      <p:cViewPr varScale="1">
        <p:scale>
          <a:sx n="71" d="100"/>
          <a:sy n="71" d="100"/>
        </p:scale>
        <p:origin x="696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24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7518"/>
    </p:cViewPr>
  </p:sorterViewPr>
  <p:notesViewPr>
    <p:cSldViewPr snapToGrid="0">
      <p:cViewPr varScale="1">
        <p:scale>
          <a:sx n="83" d="100"/>
          <a:sy n="83" d="100"/>
        </p:scale>
        <p:origin x="39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image" Target="../media/image5.jp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image" Target="../media/image5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1AAD9F-3D3B-4270-8118-FEFA5E6A3F07}" type="doc">
      <dgm:prSet loTypeId="urn:microsoft.com/office/officeart/2008/layout/AscendingPictureAccentProces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B0ACA1D1-C60F-4E5E-994F-A7FFF4306DB3}">
      <dgm:prSet phldrT="[Texto]"/>
      <dgm:spPr/>
      <dgm:t>
        <a:bodyPr/>
        <a:lstStyle/>
        <a:p>
          <a:pPr>
            <a:buFont typeface="+mj-lt"/>
            <a:buAutoNum type="arabicPeriod"/>
          </a:pPr>
          <a:r>
            <a:rPr lang="es-ES_tradnl" dirty="0"/>
            <a:t>¿Conoces la legislación vigente en materia de evaluación?</a:t>
          </a:r>
          <a:endParaRPr lang="es-CO" dirty="0"/>
        </a:p>
      </dgm:t>
    </dgm:pt>
    <dgm:pt modelId="{103181B0-6436-4694-A221-00C2AFB23538}" type="parTrans" cxnId="{03568BBA-5E15-462C-B03B-1E5AD81905F9}">
      <dgm:prSet/>
      <dgm:spPr/>
      <dgm:t>
        <a:bodyPr/>
        <a:lstStyle/>
        <a:p>
          <a:endParaRPr lang="es-CO"/>
        </a:p>
      </dgm:t>
    </dgm:pt>
    <dgm:pt modelId="{6B73B3BA-698F-475B-9E96-DC977AAC9774}" type="sibTrans" cxnId="{03568BBA-5E15-462C-B03B-1E5AD81905F9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1000" r="-21000"/>
          </a:stretch>
        </a:blipFill>
      </dgm:spPr>
      <dgm:t>
        <a:bodyPr/>
        <a:lstStyle/>
        <a:p>
          <a:endParaRPr lang="es-CO"/>
        </a:p>
      </dgm:t>
    </dgm:pt>
    <dgm:pt modelId="{5DB8FD15-2428-40B7-A5DD-CBE1BC9BCEF1}">
      <dgm:prSet phldrT="[Texto]"/>
      <dgm:spPr/>
      <dgm:t>
        <a:bodyPr/>
        <a:lstStyle/>
        <a:p>
          <a:pPr>
            <a:buFont typeface="+mj-lt"/>
            <a:buAutoNum type="arabicPeriod"/>
          </a:pPr>
          <a:r>
            <a:rPr lang="es-ES_tradnl" dirty="0"/>
            <a:t>¿Qué comprendes por ámbitos de la evaluación?</a:t>
          </a:r>
          <a:endParaRPr lang="es-CO" dirty="0"/>
        </a:p>
      </dgm:t>
    </dgm:pt>
    <dgm:pt modelId="{39A05695-9F04-4CEE-BA9E-F929D4AFDDCF}" type="parTrans" cxnId="{046BA527-5D25-4DBE-A667-A19B2E83967F}">
      <dgm:prSet/>
      <dgm:spPr/>
      <dgm:t>
        <a:bodyPr/>
        <a:lstStyle/>
        <a:p>
          <a:endParaRPr lang="es-CO"/>
        </a:p>
      </dgm:t>
    </dgm:pt>
    <dgm:pt modelId="{91B5907C-F6A6-46BA-A542-8CF6CF46E6DD}" type="sibTrans" cxnId="{046BA527-5D25-4DBE-A667-A19B2E83967F}">
      <dgm:prSet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  <dgm:t>
        <a:bodyPr/>
        <a:lstStyle/>
        <a:p>
          <a:endParaRPr lang="es-CO"/>
        </a:p>
      </dgm:t>
    </dgm:pt>
    <dgm:pt modelId="{06FF1463-F125-42BF-A224-B4FECEF9E4DD}" type="pres">
      <dgm:prSet presAssocID="{9F1AAD9F-3D3B-4270-8118-FEFA5E6A3F07}" presName="Name0" presStyleCnt="0">
        <dgm:presLayoutVars>
          <dgm:chMax val="7"/>
          <dgm:chPref val="7"/>
          <dgm:dir/>
        </dgm:presLayoutVars>
      </dgm:prSet>
      <dgm:spPr/>
    </dgm:pt>
    <dgm:pt modelId="{69576609-8993-4C69-BACE-2F3642252199}" type="pres">
      <dgm:prSet presAssocID="{9F1AAD9F-3D3B-4270-8118-FEFA5E6A3F07}" presName="dot1" presStyleLbl="alignNode1" presStyleIdx="0" presStyleCnt="10"/>
      <dgm:spPr/>
    </dgm:pt>
    <dgm:pt modelId="{7D2A0A7B-1F10-45B2-8E29-E3E625B92531}" type="pres">
      <dgm:prSet presAssocID="{9F1AAD9F-3D3B-4270-8118-FEFA5E6A3F07}" presName="dot2" presStyleLbl="alignNode1" presStyleIdx="1" presStyleCnt="10"/>
      <dgm:spPr/>
    </dgm:pt>
    <dgm:pt modelId="{49DD93BB-B4D0-4D06-B7E0-8CFE7ADC3881}" type="pres">
      <dgm:prSet presAssocID="{9F1AAD9F-3D3B-4270-8118-FEFA5E6A3F07}" presName="dot3" presStyleLbl="alignNode1" presStyleIdx="2" presStyleCnt="10"/>
      <dgm:spPr/>
    </dgm:pt>
    <dgm:pt modelId="{245F1244-6F02-485E-8BFE-4AF0353C256C}" type="pres">
      <dgm:prSet presAssocID="{9F1AAD9F-3D3B-4270-8118-FEFA5E6A3F07}" presName="dotArrow1" presStyleLbl="alignNode1" presStyleIdx="3" presStyleCnt="10"/>
      <dgm:spPr/>
    </dgm:pt>
    <dgm:pt modelId="{FBE6F2C9-9705-4AD9-A548-2AF799B815EA}" type="pres">
      <dgm:prSet presAssocID="{9F1AAD9F-3D3B-4270-8118-FEFA5E6A3F07}" presName="dotArrow2" presStyleLbl="alignNode1" presStyleIdx="4" presStyleCnt="10"/>
      <dgm:spPr/>
    </dgm:pt>
    <dgm:pt modelId="{B93AC76A-C348-4B37-A1DA-7DBD45B36F8C}" type="pres">
      <dgm:prSet presAssocID="{9F1AAD9F-3D3B-4270-8118-FEFA5E6A3F07}" presName="dotArrow3" presStyleLbl="alignNode1" presStyleIdx="5" presStyleCnt="10"/>
      <dgm:spPr/>
    </dgm:pt>
    <dgm:pt modelId="{AC32E860-DA18-4C30-99A4-BA0B89449E7B}" type="pres">
      <dgm:prSet presAssocID="{9F1AAD9F-3D3B-4270-8118-FEFA5E6A3F07}" presName="dotArrow4" presStyleLbl="alignNode1" presStyleIdx="6" presStyleCnt="10"/>
      <dgm:spPr/>
    </dgm:pt>
    <dgm:pt modelId="{967CEBED-E2D7-47EB-BD58-9F820C9D8C1D}" type="pres">
      <dgm:prSet presAssocID="{9F1AAD9F-3D3B-4270-8118-FEFA5E6A3F07}" presName="dotArrow5" presStyleLbl="alignNode1" presStyleIdx="7" presStyleCnt="10"/>
      <dgm:spPr/>
    </dgm:pt>
    <dgm:pt modelId="{7CCD69C1-B168-4A1A-9456-C905FB3A81BB}" type="pres">
      <dgm:prSet presAssocID="{9F1AAD9F-3D3B-4270-8118-FEFA5E6A3F07}" presName="dotArrow6" presStyleLbl="alignNode1" presStyleIdx="8" presStyleCnt="10"/>
      <dgm:spPr/>
    </dgm:pt>
    <dgm:pt modelId="{723A03A7-8A1E-4FF3-8394-E62D1846088C}" type="pres">
      <dgm:prSet presAssocID="{9F1AAD9F-3D3B-4270-8118-FEFA5E6A3F07}" presName="dotArrow7" presStyleLbl="alignNode1" presStyleIdx="9" presStyleCnt="10"/>
      <dgm:spPr/>
    </dgm:pt>
    <dgm:pt modelId="{C38C412E-A079-487F-8B50-DB17FEC04045}" type="pres">
      <dgm:prSet presAssocID="{B0ACA1D1-C60F-4E5E-994F-A7FFF4306DB3}" presName="parTx1" presStyleLbl="node1" presStyleIdx="0" presStyleCnt="2"/>
      <dgm:spPr/>
    </dgm:pt>
    <dgm:pt modelId="{CB600ABC-D10B-4AC1-A97F-5848CCFD926F}" type="pres">
      <dgm:prSet presAssocID="{6B73B3BA-698F-475B-9E96-DC977AAC9774}" presName="picture1" presStyleCnt="0"/>
      <dgm:spPr/>
    </dgm:pt>
    <dgm:pt modelId="{AC96F91C-DD68-49EE-AADD-59F23BBCBB8D}" type="pres">
      <dgm:prSet presAssocID="{6B73B3BA-698F-475B-9E96-DC977AAC9774}" presName="imageRepeatNode" presStyleLbl="fgImgPlace1" presStyleIdx="0" presStyleCnt="2"/>
      <dgm:spPr/>
    </dgm:pt>
    <dgm:pt modelId="{C0E59A0F-4FCF-4367-812E-3E385D13BABF}" type="pres">
      <dgm:prSet presAssocID="{5DB8FD15-2428-40B7-A5DD-CBE1BC9BCEF1}" presName="parTx2" presStyleLbl="node1" presStyleIdx="1" presStyleCnt="2"/>
      <dgm:spPr/>
    </dgm:pt>
    <dgm:pt modelId="{9B360C43-0ED3-4212-B170-0DA52D15C37B}" type="pres">
      <dgm:prSet presAssocID="{91B5907C-F6A6-46BA-A542-8CF6CF46E6DD}" presName="picture2" presStyleCnt="0"/>
      <dgm:spPr/>
    </dgm:pt>
    <dgm:pt modelId="{B4876B2E-94AF-494F-85E9-292B55D3D006}" type="pres">
      <dgm:prSet presAssocID="{91B5907C-F6A6-46BA-A542-8CF6CF46E6DD}" presName="imageRepeatNode" presStyleLbl="fgImgPlace1" presStyleIdx="1" presStyleCnt="2"/>
      <dgm:spPr/>
    </dgm:pt>
  </dgm:ptLst>
  <dgm:cxnLst>
    <dgm:cxn modelId="{046BA527-5D25-4DBE-A667-A19B2E83967F}" srcId="{9F1AAD9F-3D3B-4270-8118-FEFA5E6A3F07}" destId="{5DB8FD15-2428-40B7-A5DD-CBE1BC9BCEF1}" srcOrd="1" destOrd="0" parTransId="{39A05695-9F04-4CEE-BA9E-F929D4AFDDCF}" sibTransId="{91B5907C-F6A6-46BA-A542-8CF6CF46E6DD}"/>
    <dgm:cxn modelId="{0AAF6B28-480C-4694-8E6A-600E1F47119B}" type="presOf" srcId="{91B5907C-F6A6-46BA-A542-8CF6CF46E6DD}" destId="{B4876B2E-94AF-494F-85E9-292B55D3D006}" srcOrd="0" destOrd="0" presId="urn:microsoft.com/office/officeart/2008/layout/AscendingPictureAccentProcess"/>
    <dgm:cxn modelId="{3F4F9B29-E991-4980-9FBE-E65EF9913D9F}" type="presOf" srcId="{B0ACA1D1-C60F-4E5E-994F-A7FFF4306DB3}" destId="{C38C412E-A079-487F-8B50-DB17FEC04045}" srcOrd="0" destOrd="0" presId="urn:microsoft.com/office/officeart/2008/layout/AscendingPictureAccentProcess"/>
    <dgm:cxn modelId="{49710843-71A6-4CF2-A221-5C45B4364BA7}" type="presOf" srcId="{5DB8FD15-2428-40B7-A5DD-CBE1BC9BCEF1}" destId="{C0E59A0F-4FCF-4367-812E-3E385D13BABF}" srcOrd="0" destOrd="0" presId="urn:microsoft.com/office/officeart/2008/layout/AscendingPictureAccentProcess"/>
    <dgm:cxn modelId="{00918352-9A0A-498B-872D-18CD67D2276A}" type="presOf" srcId="{9F1AAD9F-3D3B-4270-8118-FEFA5E6A3F07}" destId="{06FF1463-F125-42BF-A224-B4FECEF9E4DD}" srcOrd="0" destOrd="0" presId="urn:microsoft.com/office/officeart/2008/layout/AscendingPictureAccentProcess"/>
    <dgm:cxn modelId="{66BE5FB5-563F-4401-8F1E-B1426FABDDED}" type="presOf" srcId="{6B73B3BA-698F-475B-9E96-DC977AAC9774}" destId="{AC96F91C-DD68-49EE-AADD-59F23BBCBB8D}" srcOrd="0" destOrd="0" presId="urn:microsoft.com/office/officeart/2008/layout/AscendingPictureAccentProcess"/>
    <dgm:cxn modelId="{03568BBA-5E15-462C-B03B-1E5AD81905F9}" srcId="{9F1AAD9F-3D3B-4270-8118-FEFA5E6A3F07}" destId="{B0ACA1D1-C60F-4E5E-994F-A7FFF4306DB3}" srcOrd="0" destOrd="0" parTransId="{103181B0-6436-4694-A221-00C2AFB23538}" sibTransId="{6B73B3BA-698F-475B-9E96-DC977AAC9774}"/>
    <dgm:cxn modelId="{51796A73-CCB6-413E-B168-3A7953FC5928}" type="presParOf" srcId="{06FF1463-F125-42BF-A224-B4FECEF9E4DD}" destId="{69576609-8993-4C69-BACE-2F3642252199}" srcOrd="0" destOrd="0" presId="urn:microsoft.com/office/officeart/2008/layout/AscendingPictureAccentProcess"/>
    <dgm:cxn modelId="{573C6B9D-60B9-4D0A-83E4-B0A16FB04EBE}" type="presParOf" srcId="{06FF1463-F125-42BF-A224-B4FECEF9E4DD}" destId="{7D2A0A7B-1F10-45B2-8E29-E3E625B92531}" srcOrd="1" destOrd="0" presId="urn:microsoft.com/office/officeart/2008/layout/AscendingPictureAccentProcess"/>
    <dgm:cxn modelId="{E71D5F4B-C45E-4F4B-8A33-B44E405F023B}" type="presParOf" srcId="{06FF1463-F125-42BF-A224-B4FECEF9E4DD}" destId="{49DD93BB-B4D0-4D06-B7E0-8CFE7ADC3881}" srcOrd="2" destOrd="0" presId="urn:microsoft.com/office/officeart/2008/layout/AscendingPictureAccentProcess"/>
    <dgm:cxn modelId="{475DB6E3-A76B-42F3-93FD-B20164A4F391}" type="presParOf" srcId="{06FF1463-F125-42BF-A224-B4FECEF9E4DD}" destId="{245F1244-6F02-485E-8BFE-4AF0353C256C}" srcOrd="3" destOrd="0" presId="urn:microsoft.com/office/officeart/2008/layout/AscendingPictureAccentProcess"/>
    <dgm:cxn modelId="{BC250318-112F-4D99-BAEE-1B1B859BFDC0}" type="presParOf" srcId="{06FF1463-F125-42BF-A224-B4FECEF9E4DD}" destId="{FBE6F2C9-9705-4AD9-A548-2AF799B815EA}" srcOrd="4" destOrd="0" presId="urn:microsoft.com/office/officeart/2008/layout/AscendingPictureAccentProcess"/>
    <dgm:cxn modelId="{6EAC8A65-E504-4B8D-A1F8-A3D2645DB0CF}" type="presParOf" srcId="{06FF1463-F125-42BF-A224-B4FECEF9E4DD}" destId="{B93AC76A-C348-4B37-A1DA-7DBD45B36F8C}" srcOrd="5" destOrd="0" presId="urn:microsoft.com/office/officeart/2008/layout/AscendingPictureAccentProcess"/>
    <dgm:cxn modelId="{F9B5E27D-350B-431C-A31A-80F4C48E86D3}" type="presParOf" srcId="{06FF1463-F125-42BF-A224-B4FECEF9E4DD}" destId="{AC32E860-DA18-4C30-99A4-BA0B89449E7B}" srcOrd="6" destOrd="0" presId="urn:microsoft.com/office/officeart/2008/layout/AscendingPictureAccentProcess"/>
    <dgm:cxn modelId="{A31CDD47-B515-4321-8D20-241FDDDEA548}" type="presParOf" srcId="{06FF1463-F125-42BF-A224-B4FECEF9E4DD}" destId="{967CEBED-E2D7-47EB-BD58-9F820C9D8C1D}" srcOrd="7" destOrd="0" presId="urn:microsoft.com/office/officeart/2008/layout/AscendingPictureAccentProcess"/>
    <dgm:cxn modelId="{0703B1A3-1CEC-4D78-8A7B-A08126E6748A}" type="presParOf" srcId="{06FF1463-F125-42BF-A224-B4FECEF9E4DD}" destId="{7CCD69C1-B168-4A1A-9456-C905FB3A81BB}" srcOrd="8" destOrd="0" presId="urn:microsoft.com/office/officeart/2008/layout/AscendingPictureAccentProcess"/>
    <dgm:cxn modelId="{3D1E228E-73AE-4E5D-A73C-25502A149F44}" type="presParOf" srcId="{06FF1463-F125-42BF-A224-B4FECEF9E4DD}" destId="{723A03A7-8A1E-4FF3-8394-E62D1846088C}" srcOrd="9" destOrd="0" presId="urn:microsoft.com/office/officeart/2008/layout/AscendingPictureAccentProcess"/>
    <dgm:cxn modelId="{654FD1F5-A355-42CA-9DD2-F04F3E35434C}" type="presParOf" srcId="{06FF1463-F125-42BF-A224-B4FECEF9E4DD}" destId="{C38C412E-A079-487F-8B50-DB17FEC04045}" srcOrd="10" destOrd="0" presId="urn:microsoft.com/office/officeart/2008/layout/AscendingPictureAccentProcess"/>
    <dgm:cxn modelId="{A79D0E23-AE18-4A78-B083-6FECAE672903}" type="presParOf" srcId="{06FF1463-F125-42BF-A224-B4FECEF9E4DD}" destId="{CB600ABC-D10B-4AC1-A97F-5848CCFD926F}" srcOrd="11" destOrd="0" presId="urn:microsoft.com/office/officeart/2008/layout/AscendingPictureAccentProcess"/>
    <dgm:cxn modelId="{DDF68941-95F4-44DF-BE37-062362AFD01D}" type="presParOf" srcId="{CB600ABC-D10B-4AC1-A97F-5848CCFD926F}" destId="{AC96F91C-DD68-49EE-AADD-59F23BBCBB8D}" srcOrd="0" destOrd="0" presId="urn:microsoft.com/office/officeart/2008/layout/AscendingPictureAccentProcess"/>
    <dgm:cxn modelId="{C58F0C63-6A3F-4F8D-A06F-317D791C9877}" type="presParOf" srcId="{06FF1463-F125-42BF-A224-B4FECEF9E4DD}" destId="{C0E59A0F-4FCF-4367-812E-3E385D13BABF}" srcOrd="12" destOrd="0" presId="urn:microsoft.com/office/officeart/2008/layout/AscendingPictureAccentProcess"/>
    <dgm:cxn modelId="{0028CD0D-8A49-4A44-AEEC-096451AE83C5}" type="presParOf" srcId="{06FF1463-F125-42BF-A224-B4FECEF9E4DD}" destId="{9B360C43-0ED3-4212-B170-0DA52D15C37B}" srcOrd="13" destOrd="0" presId="urn:microsoft.com/office/officeart/2008/layout/AscendingPictureAccentProcess"/>
    <dgm:cxn modelId="{FE364434-2038-4017-8BAC-C0B617D4DD03}" type="presParOf" srcId="{9B360C43-0ED3-4212-B170-0DA52D15C37B}" destId="{B4876B2E-94AF-494F-85E9-292B55D3D006}" srcOrd="0" destOrd="0" presId="urn:microsoft.com/office/officeart/2008/layout/AscendingPictureAccen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4CCA77-DD0B-4F55-B701-3A070C0615B0}" type="doc">
      <dgm:prSet loTypeId="urn:microsoft.com/office/officeart/2005/8/layout/pyramid1" loCatId="pyramid" qsTypeId="urn:microsoft.com/office/officeart/2005/8/quickstyle/simple3" qsCatId="simple" csTypeId="urn:microsoft.com/office/officeart/2005/8/colors/accent1_3" csCatId="accent1" phldr="1"/>
      <dgm:spPr/>
    </dgm:pt>
    <dgm:pt modelId="{1B2ECE01-C142-445D-88B9-84F54FBE2390}">
      <dgm:prSet phldrT="[Texto]" custT="1"/>
      <dgm:spPr/>
      <dgm:t>
        <a:bodyPr/>
        <a:lstStyle/>
        <a:p>
          <a:r>
            <a:rPr lang="es-ES" sz="2000" b="1" u="none" cap="none" spc="0">
              <a:ln w="22225">
                <a:prstDash val="solid"/>
              </a:ln>
              <a:effectLst/>
            </a:rPr>
            <a:t>INSTITUCIONAL</a:t>
          </a:r>
        </a:p>
        <a:p>
          <a:r>
            <a:rPr lang="es-ES" sz="2000" b="1" u="none" cap="none" spc="0">
              <a:ln w="22225">
                <a:prstDash val="solid"/>
              </a:ln>
              <a:effectLst/>
            </a:rPr>
            <a:t>SIE permiten apreciar el avance de los procesos de acuerdo a lo establecido en el PEI y en el marco de la legislación vigente.</a:t>
          </a:r>
          <a:endParaRPr lang="es-CO" sz="2000" b="1" u="none" cap="none" spc="0" dirty="0">
            <a:ln w="22225">
              <a:prstDash val="solid"/>
            </a:ln>
            <a:effectLst/>
          </a:endParaRPr>
        </a:p>
      </dgm:t>
    </dgm:pt>
    <dgm:pt modelId="{6816846E-697D-4B1D-AF96-1A4C3A7DBEAA}" type="parTrans" cxnId="{75AB37CB-037C-4A55-997A-9E87BF4B77E4}">
      <dgm:prSet/>
      <dgm:spPr/>
      <dgm:t>
        <a:bodyPr/>
        <a:lstStyle/>
        <a:p>
          <a:endParaRPr lang="es-CO"/>
        </a:p>
      </dgm:t>
    </dgm:pt>
    <dgm:pt modelId="{AB53B3CB-AB93-456D-BE7C-4E91CD2C2263}" type="sibTrans" cxnId="{75AB37CB-037C-4A55-997A-9E87BF4B77E4}">
      <dgm:prSet/>
      <dgm:spPr/>
      <dgm:t>
        <a:bodyPr/>
        <a:lstStyle/>
        <a:p>
          <a:endParaRPr lang="es-CO"/>
        </a:p>
      </dgm:t>
    </dgm:pt>
    <dgm:pt modelId="{B23EB70D-FE0A-4214-A1CB-F7F0F8B58B9A}">
      <dgm:prSet phldrT="[Texto]" custT="1"/>
      <dgm:spPr/>
      <dgm:t>
        <a:bodyPr/>
        <a:lstStyle/>
        <a:p>
          <a:r>
            <a:rPr lang="es-ES" sz="2000" b="1" cap="none" spc="0">
              <a:ln w="22225">
                <a:prstDash val="solid"/>
              </a:ln>
              <a:effectLst/>
            </a:rPr>
            <a:t>SISTEMA</a:t>
          </a:r>
        </a:p>
        <a:p>
          <a:r>
            <a:rPr lang="es-ES" sz="2000" b="1" cap="none" spc="0">
              <a:ln w="22225">
                <a:prstDash val="solid"/>
              </a:ln>
              <a:effectLst/>
            </a:rPr>
            <a:t>Propende por realizar un análisis acerca de la eficacia de las políticas a nivel nacional, regional y local que se ponen en marcha en el plano educativo.</a:t>
          </a:r>
          <a:endParaRPr lang="es-CO" sz="2000" b="1" cap="none" spc="0" dirty="0">
            <a:ln w="22225">
              <a:prstDash val="solid"/>
            </a:ln>
            <a:effectLst/>
          </a:endParaRPr>
        </a:p>
      </dgm:t>
    </dgm:pt>
    <dgm:pt modelId="{8A0718C7-BE94-4DD7-A19B-387305938F4D}" type="parTrans" cxnId="{B16B0EC3-18D1-4949-B4D4-8C6CC4579AF5}">
      <dgm:prSet/>
      <dgm:spPr/>
      <dgm:t>
        <a:bodyPr/>
        <a:lstStyle/>
        <a:p>
          <a:endParaRPr lang="es-CO"/>
        </a:p>
      </dgm:t>
    </dgm:pt>
    <dgm:pt modelId="{4DDBF9DB-4779-401D-912C-2419C7CE33F2}" type="sibTrans" cxnId="{B16B0EC3-18D1-4949-B4D4-8C6CC4579AF5}">
      <dgm:prSet/>
      <dgm:spPr/>
      <dgm:t>
        <a:bodyPr/>
        <a:lstStyle/>
        <a:p>
          <a:endParaRPr lang="es-CO"/>
        </a:p>
      </dgm:t>
    </dgm:pt>
    <dgm:pt modelId="{20036C16-CA8C-4F32-9A05-A96B8214FA82}">
      <dgm:prSet phldrT="[Texto]" custT="1"/>
      <dgm:spPr/>
      <dgm:t>
        <a:bodyPr/>
        <a:lstStyle/>
        <a:p>
          <a:r>
            <a:rPr lang="es-E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AULICO</a:t>
          </a:r>
        </a:p>
        <a:p>
          <a:r>
            <a:rPr lang="es-E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Es la que realizan las instituciones a sus estudiantes como sujeto activo, sobre el desempeño escolar y comportamientos evaluables</a:t>
          </a:r>
          <a:endParaRPr lang="es-CO" sz="20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24FC8C6-BC7C-40F6-B484-B806AB58F123}" type="sibTrans" cxnId="{CF7BDB2D-525F-48D6-AA74-3B40A37A8F79}">
      <dgm:prSet/>
      <dgm:spPr/>
      <dgm:t>
        <a:bodyPr/>
        <a:lstStyle/>
        <a:p>
          <a:endParaRPr lang="es-CO"/>
        </a:p>
      </dgm:t>
    </dgm:pt>
    <dgm:pt modelId="{F09CCFB4-DD0F-4F51-AA47-87993A269459}" type="parTrans" cxnId="{CF7BDB2D-525F-48D6-AA74-3B40A37A8F79}">
      <dgm:prSet/>
      <dgm:spPr/>
      <dgm:t>
        <a:bodyPr/>
        <a:lstStyle/>
        <a:p>
          <a:endParaRPr lang="es-CO"/>
        </a:p>
      </dgm:t>
    </dgm:pt>
    <dgm:pt modelId="{295D5C43-5FF5-4AEE-BC69-FC08CDA4E107}" type="pres">
      <dgm:prSet presAssocID="{994CCA77-DD0B-4F55-B701-3A070C0615B0}" presName="Name0" presStyleCnt="0">
        <dgm:presLayoutVars>
          <dgm:dir/>
          <dgm:animLvl val="lvl"/>
          <dgm:resizeHandles val="exact"/>
        </dgm:presLayoutVars>
      </dgm:prSet>
      <dgm:spPr/>
    </dgm:pt>
    <dgm:pt modelId="{FDDBE979-F67F-47F5-A6D3-50E0754CBA42}" type="pres">
      <dgm:prSet presAssocID="{20036C16-CA8C-4F32-9A05-A96B8214FA82}" presName="Name8" presStyleCnt="0"/>
      <dgm:spPr/>
    </dgm:pt>
    <dgm:pt modelId="{6F70E7B1-AE61-43B6-A9C2-E6F68F9A0BBE}" type="pres">
      <dgm:prSet presAssocID="{20036C16-CA8C-4F32-9A05-A96B8214FA82}" presName="level" presStyleLbl="node1" presStyleIdx="0" presStyleCnt="3" custLinFactNeighborX="-174">
        <dgm:presLayoutVars>
          <dgm:chMax val="1"/>
          <dgm:bulletEnabled val="1"/>
        </dgm:presLayoutVars>
      </dgm:prSet>
      <dgm:spPr/>
    </dgm:pt>
    <dgm:pt modelId="{410F8FFB-25F3-4C3F-85AA-E34523DFD52F}" type="pres">
      <dgm:prSet presAssocID="{20036C16-CA8C-4F32-9A05-A96B8214FA8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2D6DEFF-E542-425B-916B-5D739A7747C0}" type="pres">
      <dgm:prSet presAssocID="{1B2ECE01-C142-445D-88B9-84F54FBE2390}" presName="Name8" presStyleCnt="0"/>
      <dgm:spPr/>
    </dgm:pt>
    <dgm:pt modelId="{479F41D7-B746-4809-A23A-B69025DD2A13}" type="pres">
      <dgm:prSet presAssocID="{1B2ECE01-C142-445D-88B9-84F54FBE2390}" presName="level" presStyleLbl="node1" presStyleIdx="1" presStyleCnt="3">
        <dgm:presLayoutVars>
          <dgm:chMax val="1"/>
          <dgm:bulletEnabled val="1"/>
        </dgm:presLayoutVars>
      </dgm:prSet>
      <dgm:spPr/>
    </dgm:pt>
    <dgm:pt modelId="{F032409D-5D70-43CE-9FBD-74BF824EDBC8}" type="pres">
      <dgm:prSet presAssocID="{1B2ECE01-C142-445D-88B9-84F54FBE239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AF4DDA4-C0A1-4F8B-B275-02279C633186}" type="pres">
      <dgm:prSet presAssocID="{B23EB70D-FE0A-4214-A1CB-F7F0F8B58B9A}" presName="Name8" presStyleCnt="0"/>
      <dgm:spPr/>
    </dgm:pt>
    <dgm:pt modelId="{B7CACE78-E091-442C-8E2B-197120B9383B}" type="pres">
      <dgm:prSet presAssocID="{B23EB70D-FE0A-4214-A1CB-F7F0F8B58B9A}" presName="level" presStyleLbl="node1" presStyleIdx="2" presStyleCnt="3">
        <dgm:presLayoutVars>
          <dgm:chMax val="1"/>
          <dgm:bulletEnabled val="1"/>
        </dgm:presLayoutVars>
      </dgm:prSet>
      <dgm:spPr/>
    </dgm:pt>
    <dgm:pt modelId="{9E09D37E-5AEC-47C6-985E-31123C9B5CDA}" type="pres">
      <dgm:prSet presAssocID="{B23EB70D-FE0A-4214-A1CB-F7F0F8B58B9A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CF7BDB2D-525F-48D6-AA74-3B40A37A8F79}" srcId="{994CCA77-DD0B-4F55-B701-3A070C0615B0}" destId="{20036C16-CA8C-4F32-9A05-A96B8214FA82}" srcOrd="0" destOrd="0" parTransId="{F09CCFB4-DD0F-4F51-AA47-87993A269459}" sibTransId="{A24FC8C6-BC7C-40F6-B484-B806AB58F123}"/>
    <dgm:cxn modelId="{39215B37-5E2F-4432-9D0B-306CE9947A44}" type="presOf" srcId="{994CCA77-DD0B-4F55-B701-3A070C0615B0}" destId="{295D5C43-5FF5-4AEE-BC69-FC08CDA4E107}" srcOrd="0" destOrd="0" presId="urn:microsoft.com/office/officeart/2005/8/layout/pyramid1"/>
    <dgm:cxn modelId="{2C4BF342-ECDD-4E5E-805D-DCE9C9407DEC}" type="presOf" srcId="{20036C16-CA8C-4F32-9A05-A96B8214FA82}" destId="{6F70E7B1-AE61-43B6-A9C2-E6F68F9A0BBE}" srcOrd="0" destOrd="0" presId="urn:microsoft.com/office/officeart/2005/8/layout/pyramid1"/>
    <dgm:cxn modelId="{31B70E43-A6FB-4E28-8A75-87AAE64D3F79}" type="presOf" srcId="{1B2ECE01-C142-445D-88B9-84F54FBE2390}" destId="{479F41D7-B746-4809-A23A-B69025DD2A13}" srcOrd="0" destOrd="0" presId="urn:microsoft.com/office/officeart/2005/8/layout/pyramid1"/>
    <dgm:cxn modelId="{E1C87B86-207E-46A2-ACB8-9B85FFC8128E}" type="presOf" srcId="{20036C16-CA8C-4F32-9A05-A96B8214FA82}" destId="{410F8FFB-25F3-4C3F-85AA-E34523DFD52F}" srcOrd="1" destOrd="0" presId="urn:microsoft.com/office/officeart/2005/8/layout/pyramid1"/>
    <dgm:cxn modelId="{D9A8D79D-0910-49E1-B945-CAE69924FC32}" type="presOf" srcId="{B23EB70D-FE0A-4214-A1CB-F7F0F8B58B9A}" destId="{B7CACE78-E091-442C-8E2B-197120B9383B}" srcOrd="0" destOrd="0" presId="urn:microsoft.com/office/officeart/2005/8/layout/pyramid1"/>
    <dgm:cxn modelId="{B16B0EC3-18D1-4949-B4D4-8C6CC4579AF5}" srcId="{994CCA77-DD0B-4F55-B701-3A070C0615B0}" destId="{B23EB70D-FE0A-4214-A1CB-F7F0F8B58B9A}" srcOrd="2" destOrd="0" parTransId="{8A0718C7-BE94-4DD7-A19B-387305938F4D}" sibTransId="{4DDBF9DB-4779-401D-912C-2419C7CE33F2}"/>
    <dgm:cxn modelId="{75AB37CB-037C-4A55-997A-9E87BF4B77E4}" srcId="{994CCA77-DD0B-4F55-B701-3A070C0615B0}" destId="{1B2ECE01-C142-445D-88B9-84F54FBE2390}" srcOrd="1" destOrd="0" parTransId="{6816846E-697D-4B1D-AF96-1A4C3A7DBEAA}" sibTransId="{AB53B3CB-AB93-456D-BE7C-4E91CD2C2263}"/>
    <dgm:cxn modelId="{3BF7BBD2-DBF2-4C02-A346-4DCB3C521234}" type="presOf" srcId="{B23EB70D-FE0A-4214-A1CB-F7F0F8B58B9A}" destId="{9E09D37E-5AEC-47C6-985E-31123C9B5CDA}" srcOrd="1" destOrd="0" presId="urn:microsoft.com/office/officeart/2005/8/layout/pyramid1"/>
    <dgm:cxn modelId="{B8006CE0-7CE9-4743-9EA8-601DB4819C95}" type="presOf" srcId="{1B2ECE01-C142-445D-88B9-84F54FBE2390}" destId="{F032409D-5D70-43CE-9FBD-74BF824EDBC8}" srcOrd="1" destOrd="0" presId="urn:microsoft.com/office/officeart/2005/8/layout/pyramid1"/>
    <dgm:cxn modelId="{6A8CB225-1D5D-4DED-8A7E-163619ECB2E6}" type="presParOf" srcId="{295D5C43-5FF5-4AEE-BC69-FC08CDA4E107}" destId="{FDDBE979-F67F-47F5-A6D3-50E0754CBA42}" srcOrd="0" destOrd="0" presId="urn:microsoft.com/office/officeart/2005/8/layout/pyramid1"/>
    <dgm:cxn modelId="{242C1753-F7CD-4CCA-B391-810A3F598726}" type="presParOf" srcId="{FDDBE979-F67F-47F5-A6D3-50E0754CBA42}" destId="{6F70E7B1-AE61-43B6-A9C2-E6F68F9A0BBE}" srcOrd="0" destOrd="0" presId="urn:microsoft.com/office/officeart/2005/8/layout/pyramid1"/>
    <dgm:cxn modelId="{8F70C594-B641-4410-AD2B-522B730CF8AB}" type="presParOf" srcId="{FDDBE979-F67F-47F5-A6D3-50E0754CBA42}" destId="{410F8FFB-25F3-4C3F-85AA-E34523DFD52F}" srcOrd="1" destOrd="0" presId="urn:microsoft.com/office/officeart/2005/8/layout/pyramid1"/>
    <dgm:cxn modelId="{56832006-3EAD-4673-94A6-921695CC1F21}" type="presParOf" srcId="{295D5C43-5FF5-4AEE-BC69-FC08CDA4E107}" destId="{22D6DEFF-E542-425B-916B-5D739A7747C0}" srcOrd="1" destOrd="0" presId="urn:microsoft.com/office/officeart/2005/8/layout/pyramid1"/>
    <dgm:cxn modelId="{47C7BAE3-55BA-4A03-811F-2BC14384E9D4}" type="presParOf" srcId="{22D6DEFF-E542-425B-916B-5D739A7747C0}" destId="{479F41D7-B746-4809-A23A-B69025DD2A13}" srcOrd="0" destOrd="0" presId="urn:microsoft.com/office/officeart/2005/8/layout/pyramid1"/>
    <dgm:cxn modelId="{0CB29092-1553-4964-9ABF-F916856547F8}" type="presParOf" srcId="{22D6DEFF-E542-425B-916B-5D739A7747C0}" destId="{F032409D-5D70-43CE-9FBD-74BF824EDBC8}" srcOrd="1" destOrd="0" presId="urn:microsoft.com/office/officeart/2005/8/layout/pyramid1"/>
    <dgm:cxn modelId="{A2ED1BD4-80CF-4C6B-88D9-53B477BE6891}" type="presParOf" srcId="{295D5C43-5FF5-4AEE-BC69-FC08CDA4E107}" destId="{5AF4DDA4-C0A1-4F8B-B275-02279C633186}" srcOrd="2" destOrd="0" presId="urn:microsoft.com/office/officeart/2005/8/layout/pyramid1"/>
    <dgm:cxn modelId="{13E49176-338F-4062-9D2A-DC7E6D02D161}" type="presParOf" srcId="{5AF4DDA4-C0A1-4F8B-B275-02279C633186}" destId="{B7CACE78-E091-442C-8E2B-197120B9383B}" srcOrd="0" destOrd="0" presId="urn:microsoft.com/office/officeart/2005/8/layout/pyramid1"/>
    <dgm:cxn modelId="{33FF9330-328A-4525-B1A4-100A6A0C3220}" type="presParOf" srcId="{5AF4DDA4-C0A1-4F8B-B275-02279C633186}" destId="{9E09D37E-5AEC-47C6-985E-31123C9B5CDA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A09BB15-773C-4369-BA41-2B228B09A3D4}" type="doc">
      <dgm:prSet loTypeId="urn:microsoft.com/office/officeart/2009/layout/CircleArrowProcess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D346949F-E65C-4E9C-B616-1C7DD612D7B0}">
      <dgm:prSet phldrT="[Texto]" custT="1"/>
      <dgm:spPr/>
      <dgm:t>
        <a:bodyPr/>
        <a:lstStyle/>
        <a:p>
          <a:r>
            <a:rPr lang="es-CO" sz="2400" b="1" dirty="0">
              <a:solidFill>
                <a:schemeClr val="bg1"/>
              </a:solidFill>
            </a:rPr>
            <a:t>Falta de aplicación de los saberes</a:t>
          </a:r>
        </a:p>
      </dgm:t>
    </dgm:pt>
    <dgm:pt modelId="{D6A028E1-9B6A-4502-B46B-EECDBF050362}" type="parTrans" cxnId="{A607F377-BB69-4804-9E3E-81540B997890}">
      <dgm:prSet/>
      <dgm:spPr/>
      <dgm:t>
        <a:bodyPr/>
        <a:lstStyle/>
        <a:p>
          <a:endParaRPr lang="es-CO"/>
        </a:p>
      </dgm:t>
    </dgm:pt>
    <dgm:pt modelId="{01364B8F-51E5-4B18-B8CA-308408516FC3}" type="sibTrans" cxnId="{A607F377-BB69-4804-9E3E-81540B997890}">
      <dgm:prSet/>
      <dgm:spPr/>
      <dgm:t>
        <a:bodyPr/>
        <a:lstStyle/>
        <a:p>
          <a:endParaRPr lang="es-CO"/>
        </a:p>
      </dgm:t>
    </dgm:pt>
    <dgm:pt modelId="{F67CD561-8B85-4C13-823B-CACF3A232575}">
      <dgm:prSet phldrT="[Texto]"/>
      <dgm:spPr/>
      <dgm:t>
        <a:bodyPr/>
        <a:lstStyle/>
        <a:p>
          <a:r>
            <a:rPr lang="es-CO" b="1" dirty="0">
              <a:solidFill>
                <a:schemeClr val="bg1"/>
              </a:solidFill>
            </a:rPr>
            <a:t>Falta de pertinencia</a:t>
          </a:r>
        </a:p>
      </dgm:t>
    </dgm:pt>
    <dgm:pt modelId="{0EAF3808-5031-44EF-93FF-52E373C2612D}" type="parTrans" cxnId="{50AE1612-D031-4795-BDC5-95EC4E2B5AA4}">
      <dgm:prSet/>
      <dgm:spPr/>
      <dgm:t>
        <a:bodyPr/>
        <a:lstStyle/>
        <a:p>
          <a:endParaRPr lang="es-CO"/>
        </a:p>
      </dgm:t>
    </dgm:pt>
    <dgm:pt modelId="{0C27C431-F501-4533-BC7F-2E1DE1E458D8}" type="sibTrans" cxnId="{50AE1612-D031-4795-BDC5-95EC4E2B5AA4}">
      <dgm:prSet/>
      <dgm:spPr/>
      <dgm:t>
        <a:bodyPr/>
        <a:lstStyle/>
        <a:p>
          <a:endParaRPr lang="es-CO"/>
        </a:p>
      </dgm:t>
    </dgm:pt>
    <dgm:pt modelId="{FFDC079F-F3A1-4587-BCB1-10BCBF175272}">
      <dgm:prSet phldrT="[Texto]"/>
      <dgm:spPr/>
      <dgm:t>
        <a:bodyPr/>
        <a:lstStyle/>
        <a:p>
          <a:r>
            <a:rPr lang="es-CO" b="1" dirty="0">
              <a:solidFill>
                <a:schemeClr val="bg1"/>
              </a:solidFill>
            </a:rPr>
            <a:t>Énfasis en lo académico</a:t>
          </a:r>
        </a:p>
      </dgm:t>
    </dgm:pt>
    <dgm:pt modelId="{251A4118-ABE3-4EBE-885F-5CB0E835B9D4}" type="parTrans" cxnId="{74E4BE6C-3328-41DF-8FCE-1403729487FC}">
      <dgm:prSet/>
      <dgm:spPr/>
      <dgm:t>
        <a:bodyPr/>
        <a:lstStyle/>
        <a:p>
          <a:endParaRPr lang="es-CO"/>
        </a:p>
      </dgm:t>
    </dgm:pt>
    <dgm:pt modelId="{F830CB88-CFA5-4DA6-9031-50309FA9AF21}" type="sibTrans" cxnId="{74E4BE6C-3328-41DF-8FCE-1403729487FC}">
      <dgm:prSet/>
      <dgm:spPr/>
      <dgm:t>
        <a:bodyPr/>
        <a:lstStyle/>
        <a:p>
          <a:endParaRPr lang="es-CO"/>
        </a:p>
      </dgm:t>
    </dgm:pt>
    <dgm:pt modelId="{9A458AA2-2E3B-40AA-A0D4-7C5D31A2E0CA}" type="pres">
      <dgm:prSet presAssocID="{1A09BB15-773C-4369-BA41-2B228B09A3D4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E0930A5F-4F4A-4D57-BEBD-E22D82F28B04}" type="pres">
      <dgm:prSet presAssocID="{D346949F-E65C-4E9C-B616-1C7DD612D7B0}" presName="Accent1" presStyleCnt="0"/>
      <dgm:spPr/>
    </dgm:pt>
    <dgm:pt modelId="{24DBBF20-78EC-4E88-8734-9BD7B3514202}" type="pres">
      <dgm:prSet presAssocID="{D346949F-E65C-4E9C-B616-1C7DD612D7B0}" presName="Accent" presStyleLbl="node1" presStyleIdx="0" presStyleCnt="3"/>
      <dgm:spPr/>
    </dgm:pt>
    <dgm:pt modelId="{0D9C8C17-F36A-4FFF-BF5E-E59112773534}" type="pres">
      <dgm:prSet presAssocID="{D346949F-E65C-4E9C-B616-1C7DD612D7B0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309B3FF5-E3AD-4464-8044-0860D6219659}" type="pres">
      <dgm:prSet presAssocID="{F67CD561-8B85-4C13-823B-CACF3A232575}" presName="Accent2" presStyleCnt="0"/>
      <dgm:spPr/>
    </dgm:pt>
    <dgm:pt modelId="{03F7A6BD-74CE-4DB0-A089-9E4F1EA38EDF}" type="pres">
      <dgm:prSet presAssocID="{F67CD561-8B85-4C13-823B-CACF3A232575}" presName="Accent" presStyleLbl="node1" presStyleIdx="1" presStyleCnt="3"/>
      <dgm:spPr/>
    </dgm:pt>
    <dgm:pt modelId="{B5C3A908-7E11-4A7E-BDB7-08A752F6B2E4}" type="pres">
      <dgm:prSet presAssocID="{F67CD561-8B85-4C13-823B-CACF3A232575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2F838F51-2D67-4FE6-BECB-163AE977658E}" type="pres">
      <dgm:prSet presAssocID="{FFDC079F-F3A1-4587-BCB1-10BCBF175272}" presName="Accent3" presStyleCnt="0"/>
      <dgm:spPr/>
    </dgm:pt>
    <dgm:pt modelId="{FAD0BEF0-2434-465A-96EB-69C7383E084D}" type="pres">
      <dgm:prSet presAssocID="{FFDC079F-F3A1-4587-BCB1-10BCBF175272}" presName="Accent" presStyleLbl="node1" presStyleIdx="2" presStyleCnt="3"/>
      <dgm:spPr/>
    </dgm:pt>
    <dgm:pt modelId="{FD0BA5CA-3045-4645-A0DB-CD4C98B17304}" type="pres">
      <dgm:prSet presAssocID="{FFDC079F-F3A1-4587-BCB1-10BCBF175272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85A58208-F0BE-4B0F-ACE9-7A07BB7EEBE0}" type="presOf" srcId="{F67CD561-8B85-4C13-823B-CACF3A232575}" destId="{B5C3A908-7E11-4A7E-BDB7-08A752F6B2E4}" srcOrd="0" destOrd="0" presId="urn:microsoft.com/office/officeart/2009/layout/CircleArrowProcess"/>
    <dgm:cxn modelId="{50AE1612-D031-4795-BDC5-95EC4E2B5AA4}" srcId="{1A09BB15-773C-4369-BA41-2B228B09A3D4}" destId="{F67CD561-8B85-4C13-823B-CACF3A232575}" srcOrd="1" destOrd="0" parTransId="{0EAF3808-5031-44EF-93FF-52E373C2612D}" sibTransId="{0C27C431-F501-4533-BC7F-2E1DE1E458D8}"/>
    <dgm:cxn modelId="{15FC2F1A-B233-466E-9913-E016F9B9E0EA}" type="presOf" srcId="{1A09BB15-773C-4369-BA41-2B228B09A3D4}" destId="{9A458AA2-2E3B-40AA-A0D4-7C5D31A2E0CA}" srcOrd="0" destOrd="0" presId="urn:microsoft.com/office/officeart/2009/layout/CircleArrowProcess"/>
    <dgm:cxn modelId="{16B66949-C76A-42AF-ADF4-BAFC3570761C}" type="presOf" srcId="{FFDC079F-F3A1-4587-BCB1-10BCBF175272}" destId="{FD0BA5CA-3045-4645-A0DB-CD4C98B17304}" srcOrd="0" destOrd="0" presId="urn:microsoft.com/office/officeart/2009/layout/CircleArrowProcess"/>
    <dgm:cxn modelId="{74E4BE6C-3328-41DF-8FCE-1403729487FC}" srcId="{1A09BB15-773C-4369-BA41-2B228B09A3D4}" destId="{FFDC079F-F3A1-4587-BCB1-10BCBF175272}" srcOrd="2" destOrd="0" parTransId="{251A4118-ABE3-4EBE-885F-5CB0E835B9D4}" sibTransId="{F830CB88-CFA5-4DA6-9031-50309FA9AF21}"/>
    <dgm:cxn modelId="{A607F377-BB69-4804-9E3E-81540B997890}" srcId="{1A09BB15-773C-4369-BA41-2B228B09A3D4}" destId="{D346949F-E65C-4E9C-B616-1C7DD612D7B0}" srcOrd="0" destOrd="0" parTransId="{D6A028E1-9B6A-4502-B46B-EECDBF050362}" sibTransId="{01364B8F-51E5-4B18-B8CA-308408516FC3}"/>
    <dgm:cxn modelId="{656A4499-16F2-44C6-81AD-0B2735C052A4}" type="presOf" srcId="{D346949F-E65C-4E9C-B616-1C7DD612D7B0}" destId="{0D9C8C17-F36A-4FFF-BF5E-E59112773534}" srcOrd="0" destOrd="0" presId="urn:microsoft.com/office/officeart/2009/layout/CircleArrowProcess"/>
    <dgm:cxn modelId="{BC6B9CAB-FB66-4549-8DB6-D41002AB9AF4}" type="presParOf" srcId="{9A458AA2-2E3B-40AA-A0D4-7C5D31A2E0CA}" destId="{E0930A5F-4F4A-4D57-BEBD-E22D82F28B04}" srcOrd="0" destOrd="0" presId="urn:microsoft.com/office/officeart/2009/layout/CircleArrowProcess"/>
    <dgm:cxn modelId="{722DCB80-1ED2-46B2-9163-94D8597F81BE}" type="presParOf" srcId="{E0930A5F-4F4A-4D57-BEBD-E22D82F28B04}" destId="{24DBBF20-78EC-4E88-8734-9BD7B3514202}" srcOrd="0" destOrd="0" presId="urn:microsoft.com/office/officeart/2009/layout/CircleArrowProcess"/>
    <dgm:cxn modelId="{31BA49F6-1592-4952-BDB3-AA574B3486A2}" type="presParOf" srcId="{9A458AA2-2E3B-40AA-A0D4-7C5D31A2E0CA}" destId="{0D9C8C17-F36A-4FFF-BF5E-E59112773534}" srcOrd="1" destOrd="0" presId="urn:microsoft.com/office/officeart/2009/layout/CircleArrowProcess"/>
    <dgm:cxn modelId="{4F73CAE5-FCBD-427E-A5BB-5FB61B8C206C}" type="presParOf" srcId="{9A458AA2-2E3B-40AA-A0D4-7C5D31A2E0CA}" destId="{309B3FF5-E3AD-4464-8044-0860D6219659}" srcOrd="2" destOrd="0" presId="urn:microsoft.com/office/officeart/2009/layout/CircleArrowProcess"/>
    <dgm:cxn modelId="{E718D403-C730-43BE-8FB5-CE1A309C1CF9}" type="presParOf" srcId="{309B3FF5-E3AD-4464-8044-0860D6219659}" destId="{03F7A6BD-74CE-4DB0-A089-9E4F1EA38EDF}" srcOrd="0" destOrd="0" presId="urn:microsoft.com/office/officeart/2009/layout/CircleArrowProcess"/>
    <dgm:cxn modelId="{6A4306F9-4072-4E16-BE19-A01BDBA7B506}" type="presParOf" srcId="{9A458AA2-2E3B-40AA-A0D4-7C5D31A2E0CA}" destId="{B5C3A908-7E11-4A7E-BDB7-08A752F6B2E4}" srcOrd="3" destOrd="0" presId="urn:microsoft.com/office/officeart/2009/layout/CircleArrowProcess"/>
    <dgm:cxn modelId="{42DAEA85-174C-4BBE-9A4A-4E57B59B6883}" type="presParOf" srcId="{9A458AA2-2E3B-40AA-A0D4-7C5D31A2E0CA}" destId="{2F838F51-2D67-4FE6-BECB-163AE977658E}" srcOrd="4" destOrd="0" presId="urn:microsoft.com/office/officeart/2009/layout/CircleArrowProcess"/>
    <dgm:cxn modelId="{DE50F628-1E2C-4CC1-9A0F-DAFAE6EB09A3}" type="presParOf" srcId="{2F838F51-2D67-4FE6-BECB-163AE977658E}" destId="{FAD0BEF0-2434-465A-96EB-69C7383E084D}" srcOrd="0" destOrd="0" presId="urn:microsoft.com/office/officeart/2009/layout/CircleArrowProcess"/>
    <dgm:cxn modelId="{3D875A89-AC16-4498-AE03-D3EBA8364530}" type="presParOf" srcId="{9A458AA2-2E3B-40AA-A0D4-7C5D31A2E0CA}" destId="{FD0BA5CA-3045-4645-A0DB-CD4C98B17304}" srcOrd="5" destOrd="0" presId="urn:microsoft.com/office/officeart/2009/layout/CircleArrowProcess"/>
  </dgm:cxnLst>
  <dgm:bg/>
  <dgm:whole>
    <a:ln w="76200"/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8D6C3C1-3722-4AFE-B40E-03169A2DB329}" type="doc">
      <dgm:prSet loTypeId="urn:microsoft.com/office/officeart/2005/8/layout/radial4" loCatId="relationship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8CBECF51-04B0-4C04-9798-B9E8F18D15F0}">
      <dgm:prSet phldrT="[Texto]"/>
      <dgm:spPr>
        <a:ln>
          <a:solidFill>
            <a:schemeClr val="tx1"/>
          </a:solidFill>
        </a:ln>
      </dgm:spPr>
      <dgm:t>
        <a:bodyPr/>
        <a:lstStyle/>
        <a:p>
          <a:r>
            <a:rPr lang="es-CO" b="1" dirty="0"/>
            <a:t>LECTURA CRITICA</a:t>
          </a:r>
        </a:p>
      </dgm:t>
    </dgm:pt>
    <dgm:pt modelId="{2F4367C7-84F4-4667-A4D4-C5ADD0E5FCFC}" type="parTrans" cxnId="{CD4A8E0E-E1BA-4F14-8FB4-2F43CDAF5EE1}">
      <dgm:prSet/>
      <dgm:spPr/>
      <dgm:t>
        <a:bodyPr/>
        <a:lstStyle/>
        <a:p>
          <a:endParaRPr lang="es-CO"/>
        </a:p>
      </dgm:t>
    </dgm:pt>
    <dgm:pt modelId="{EF0F782F-0838-42D6-A1F7-AB93E3ACE50F}" type="sibTrans" cxnId="{CD4A8E0E-E1BA-4F14-8FB4-2F43CDAF5EE1}">
      <dgm:prSet/>
      <dgm:spPr/>
      <dgm:t>
        <a:bodyPr/>
        <a:lstStyle/>
        <a:p>
          <a:endParaRPr lang="es-CO"/>
        </a:p>
      </dgm:t>
    </dgm:pt>
    <dgm:pt modelId="{18794134-036D-46B4-A339-973B6B0A7D22}">
      <dgm:prSet phldrT="[Texto]"/>
      <dgm:spPr>
        <a:ln>
          <a:solidFill>
            <a:schemeClr val="tx1"/>
          </a:solidFill>
        </a:ln>
      </dgm:spPr>
      <dgm:t>
        <a:bodyPr/>
        <a:lstStyle/>
        <a:p>
          <a:r>
            <a:rPr lang="es-ES" b="1" dirty="0">
              <a:solidFill>
                <a:schemeClr val="bg2"/>
              </a:solidFill>
            </a:rPr>
            <a:t>Identificar y entender los contenidos locales que conforman un texto</a:t>
          </a:r>
          <a:endParaRPr lang="es-CO" b="1" dirty="0">
            <a:solidFill>
              <a:schemeClr val="bg2"/>
            </a:solidFill>
          </a:endParaRPr>
        </a:p>
      </dgm:t>
    </dgm:pt>
    <dgm:pt modelId="{F948F8BF-F1D1-424A-8736-ECE08207C110}" type="parTrans" cxnId="{0E4DF819-49AA-4E4A-A001-05587D6AED9E}">
      <dgm:prSet/>
      <dgm:spPr>
        <a:ln>
          <a:solidFill>
            <a:schemeClr val="tx1"/>
          </a:solidFill>
        </a:ln>
      </dgm:spPr>
      <dgm:t>
        <a:bodyPr/>
        <a:lstStyle/>
        <a:p>
          <a:endParaRPr lang="es-CO"/>
        </a:p>
      </dgm:t>
    </dgm:pt>
    <dgm:pt modelId="{84DE7DBE-8494-4288-835D-0384DF97A8E5}" type="sibTrans" cxnId="{0E4DF819-49AA-4E4A-A001-05587D6AED9E}">
      <dgm:prSet/>
      <dgm:spPr/>
      <dgm:t>
        <a:bodyPr/>
        <a:lstStyle/>
        <a:p>
          <a:endParaRPr lang="es-CO"/>
        </a:p>
      </dgm:t>
    </dgm:pt>
    <dgm:pt modelId="{55CE87B2-CF67-4A2F-A8D6-FA609E410EE8}">
      <dgm:prSet phldrT="[Texto]"/>
      <dgm:spPr>
        <a:ln>
          <a:solidFill>
            <a:schemeClr val="tx1"/>
          </a:solidFill>
        </a:ln>
      </dgm:spPr>
      <dgm:t>
        <a:bodyPr/>
        <a:lstStyle/>
        <a:p>
          <a:r>
            <a:rPr lang="es-ES" b="1" dirty="0">
              <a:solidFill>
                <a:schemeClr val="tx1"/>
              </a:solidFill>
            </a:rPr>
            <a:t>Comprender cómo se articulan las partes de un texto para darle un sentido global</a:t>
          </a:r>
          <a:endParaRPr lang="es-CO" b="1" dirty="0">
            <a:solidFill>
              <a:schemeClr val="tx1"/>
            </a:solidFill>
          </a:endParaRPr>
        </a:p>
      </dgm:t>
    </dgm:pt>
    <dgm:pt modelId="{6403AB3A-0720-45FD-B9C7-08349D0C94E6}" type="parTrans" cxnId="{FDBB5E1F-4D50-4950-8843-4E973EB29B95}">
      <dgm:prSet/>
      <dgm:spPr>
        <a:ln>
          <a:solidFill>
            <a:schemeClr val="tx1"/>
          </a:solidFill>
        </a:ln>
      </dgm:spPr>
      <dgm:t>
        <a:bodyPr/>
        <a:lstStyle/>
        <a:p>
          <a:endParaRPr lang="es-CO"/>
        </a:p>
      </dgm:t>
    </dgm:pt>
    <dgm:pt modelId="{AB55D0FC-EECB-4B7D-BA3D-19FCCC40377F}" type="sibTrans" cxnId="{FDBB5E1F-4D50-4950-8843-4E973EB29B95}">
      <dgm:prSet/>
      <dgm:spPr/>
      <dgm:t>
        <a:bodyPr/>
        <a:lstStyle/>
        <a:p>
          <a:endParaRPr lang="es-CO"/>
        </a:p>
      </dgm:t>
    </dgm:pt>
    <dgm:pt modelId="{CE94D152-536D-4044-A43F-399827B6CAB9}">
      <dgm:prSet phldrT="[Texto]"/>
      <dgm:spPr>
        <a:ln>
          <a:solidFill>
            <a:schemeClr val="tx1"/>
          </a:solidFill>
        </a:ln>
      </dgm:spPr>
      <dgm:t>
        <a:bodyPr/>
        <a:lstStyle/>
        <a:p>
          <a:r>
            <a:rPr lang="es-ES" b="1" dirty="0">
              <a:solidFill>
                <a:schemeClr val="bg1"/>
              </a:solidFill>
            </a:rPr>
            <a:t>Reflexionar a partir de un texto y evaluar su contenido.</a:t>
          </a:r>
          <a:endParaRPr lang="es-CO" b="1" dirty="0">
            <a:solidFill>
              <a:schemeClr val="bg1"/>
            </a:solidFill>
          </a:endParaRPr>
        </a:p>
      </dgm:t>
    </dgm:pt>
    <dgm:pt modelId="{35AEDB09-46A0-46EF-A807-7131F3278053}" type="parTrans" cxnId="{699174D3-6C2D-444C-A6A8-B9390833EEE1}">
      <dgm:prSet/>
      <dgm:spPr>
        <a:ln>
          <a:solidFill>
            <a:schemeClr val="tx1"/>
          </a:solidFill>
        </a:ln>
      </dgm:spPr>
      <dgm:t>
        <a:bodyPr/>
        <a:lstStyle/>
        <a:p>
          <a:endParaRPr lang="es-CO"/>
        </a:p>
      </dgm:t>
    </dgm:pt>
    <dgm:pt modelId="{03BD263C-8951-40F8-A147-87B4ABD62EB7}" type="sibTrans" cxnId="{699174D3-6C2D-444C-A6A8-B9390833EEE1}">
      <dgm:prSet/>
      <dgm:spPr/>
      <dgm:t>
        <a:bodyPr/>
        <a:lstStyle/>
        <a:p>
          <a:endParaRPr lang="es-CO"/>
        </a:p>
      </dgm:t>
    </dgm:pt>
    <dgm:pt modelId="{1DE0CC3B-0457-4A0F-8948-15E82C186FBD}" type="pres">
      <dgm:prSet presAssocID="{68D6C3C1-3722-4AFE-B40E-03169A2DB329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39F4CE4-F2BE-4E26-BAE1-D4140081B592}" type="pres">
      <dgm:prSet presAssocID="{8CBECF51-04B0-4C04-9798-B9E8F18D15F0}" presName="centerShape" presStyleLbl="node0" presStyleIdx="0" presStyleCnt="1"/>
      <dgm:spPr/>
    </dgm:pt>
    <dgm:pt modelId="{FD586A89-8BC8-4CE3-A30E-E71420714862}" type="pres">
      <dgm:prSet presAssocID="{F948F8BF-F1D1-424A-8736-ECE08207C110}" presName="parTrans" presStyleLbl="bgSibTrans2D1" presStyleIdx="0" presStyleCnt="3"/>
      <dgm:spPr/>
    </dgm:pt>
    <dgm:pt modelId="{825E79AF-AC8D-4923-8D1B-0B7428795CE4}" type="pres">
      <dgm:prSet presAssocID="{18794134-036D-46B4-A339-973B6B0A7D22}" presName="node" presStyleLbl="node1" presStyleIdx="0" presStyleCnt="3">
        <dgm:presLayoutVars>
          <dgm:bulletEnabled val="1"/>
        </dgm:presLayoutVars>
      </dgm:prSet>
      <dgm:spPr/>
    </dgm:pt>
    <dgm:pt modelId="{6DB14028-CE81-4D06-82E3-6F778D77D79D}" type="pres">
      <dgm:prSet presAssocID="{6403AB3A-0720-45FD-B9C7-08349D0C94E6}" presName="parTrans" presStyleLbl="bgSibTrans2D1" presStyleIdx="1" presStyleCnt="3"/>
      <dgm:spPr/>
    </dgm:pt>
    <dgm:pt modelId="{CB63B3AF-131A-4A85-BBE5-1EFA3BDB48B9}" type="pres">
      <dgm:prSet presAssocID="{55CE87B2-CF67-4A2F-A8D6-FA609E410EE8}" presName="node" presStyleLbl="node1" presStyleIdx="1" presStyleCnt="3">
        <dgm:presLayoutVars>
          <dgm:bulletEnabled val="1"/>
        </dgm:presLayoutVars>
      </dgm:prSet>
      <dgm:spPr/>
    </dgm:pt>
    <dgm:pt modelId="{5E66C4F1-FD41-41F1-9327-5CA357FEA8FA}" type="pres">
      <dgm:prSet presAssocID="{35AEDB09-46A0-46EF-A807-7131F3278053}" presName="parTrans" presStyleLbl="bgSibTrans2D1" presStyleIdx="2" presStyleCnt="3" custLinFactNeighborX="310" custLinFactNeighborY="223"/>
      <dgm:spPr/>
    </dgm:pt>
    <dgm:pt modelId="{0552B3A5-AD73-4CF0-A69A-D23D84DDA118}" type="pres">
      <dgm:prSet presAssocID="{CE94D152-536D-4044-A43F-399827B6CAB9}" presName="node" presStyleLbl="node1" presStyleIdx="2" presStyleCnt="3">
        <dgm:presLayoutVars>
          <dgm:bulletEnabled val="1"/>
        </dgm:presLayoutVars>
      </dgm:prSet>
      <dgm:spPr/>
    </dgm:pt>
  </dgm:ptLst>
  <dgm:cxnLst>
    <dgm:cxn modelId="{CD4A8E0E-E1BA-4F14-8FB4-2F43CDAF5EE1}" srcId="{68D6C3C1-3722-4AFE-B40E-03169A2DB329}" destId="{8CBECF51-04B0-4C04-9798-B9E8F18D15F0}" srcOrd="0" destOrd="0" parTransId="{2F4367C7-84F4-4667-A4D4-C5ADD0E5FCFC}" sibTransId="{EF0F782F-0838-42D6-A1F7-AB93E3ACE50F}"/>
    <dgm:cxn modelId="{0E4DF819-49AA-4E4A-A001-05587D6AED9E}" srcId="{8CBECF51-04B0-4C04-9798-B9E8F18D15F0}" destId="{18794134-036D-46B4-A339-973B6B0A7D22}" srcOrd="0" destOrd="0" parTransId="{F948F8BF-F1D1-424A-8736-ECE08207C110}" sibTransId="{84DE7DBE-8494-4288-835D-0384DF97A8E5}"/>
    <dgm:cxn modelId="{FDBB5E1F-4D50-4950-8843-4E973EB29B95}" srcId="{8CBECF51-04B0-4C04-9798-B9E8F18D15F0}" destId="{55CE87B2-CF67-4A2F-A8D6-FA609E410EE8}" srcOrd="1" destOrd="0" parTransId="{6403AB3A-0720-45FD-B9C7-08349D0C94E6}" sibTransId="{AB55D0FC-EECB-4B7D-BA3D-19FCCC40377F}"/>
    <dgm:cxn modelId="{DF9DD62D-8767-4274-AE0D-12C8FF66871C}" type="presOf" srcId="{8CBECF51-04B0-4C04-9798-B9E8F18D15F0}" destId="{139F4CE4-F2BE-4E26-BAE1-D4140081B592}" srcOrd="0" destOrd="0" presId="urn:microsoft.com/office/officeart/2005/8/layout/radial4"/>
    <dgm:cxn modelId="{DB32745E-6A15-4D83-BBF1-48AAD951CFB7}" type="presOf" srcId="{18794134-036D-46B4-A339-973B6B0A7D22}" destId="{825E79AF-AC8D-4923-8D1B-0B7428795CE4}" srcOrd="0" destOrd="0" presId="urn:microsoft.com/office/officeart/2005/8/layout/radial4"/>
    <dgm:cxn modelId="{90FD0886-C8E8-40FC-AD33-0E089E78DCC8}" type="presOf" srcId="{6403AB3A-0720-45FD-B9C7-08349D0C94E6}" destId="{6DB14028-CE81-4D06-82E3-6F778D77D79D}" srcOrd="0" destOrd="0" presId="urn:microsoft.com/office/officeart/2005/8/layout/radial4"/>
    <dgm:cxn modelId="{A29E99B6-6927-42C4-8417-90E0CACA6095}" type="presOf" srcId="{F948F8BF-F1D1-424A-8736-ECE08207C110}" destId="{FD586A89-8BC8-4CE3-A30E-E71420714862}" srcOrd="0" destOrd="0" presId="urn:microsoft.com/office/officeart/2005/8/layout/radial4"/>
    <dgm:cxn modelId="{699174D3-6C2D-444C-A6A8-B9390833EEE1}" srcId="{8CBECF51-04B0-4C04-9798-B9E8F18D15F0}" destId="{CE94D152-536D-4044-A43F-399827B6CAB9}" srcOrd="2" destOrd="0" parTransId="{35AEDB09-46A0-46EF-A807-7131F3278053}" sibTransId="{03BD263C-8951-40F8-A147-87B4ABD62EB7}"/>
    <dgm:cxn modelId="{455AABDF-FAA2-4567-9E8E-606529D782B2}" type="presOf" srcId="{CE94D152-536D-4044-A43F-399827B6CAB9}" destId="{0552B3A5-AD73-4CF0-A69A-D23D84DDA118}" srcOrd="0" destOrd="0" presId="urn:microsoft.com/office/officeart/2005/8/layout/radial4"/>
    <dgm:cxn modelId="{F9CA8CEF-7B1F-46A7-A504-39E8AEC67AEA}" type="presOf" srcId="{55CE87B2-CF67-4A2F-A8D6-FA609E410EE8}" destId="{CB63B3AF-131A-4A85-BBE5-1EFA3BDB48B9}" srcOrd="0" destOrd="0" presId="urn:microsoft.com/office/officeart/2005/8/layout/radial4"/>
    <dgm:cxn modelId="{D27F15F8-D005-4909-98AE-16AC9B95BF16}" type="presOf" srcId="{68D6C3C1-3722-4AFE-B40E-03169A2DB329}" destId="{1DE0CC3B-0457-4A0F-8948-15E82C186FBD}" srcOrd="0" destOrd="0" presId="urn:microsoft.com/office/officeart/2005/8/layout/radial4"/>
    <dgm:cxn modelId="{E08D53FF-D7CF-4E27-8E44-596D27506F40}" type="presOf" srcId="{35AEDB09-46A0-46EF-A807-7131F3278053}" destId="{5E66C4F1-FD41-41F1-9327-5CA357FEA8FA}" srcOrd="0" destOrd="0" presId="urn:microsoft.com/office/officeart/2005/8/layout/radial4"/>
    <dgm:cxn modelId="{F9AC5126-5D6E-4DA0-B7CE-C1D36C79C783}" type="presParOf" srcId="{1DE0CC3B-0457-4A0F-8948-15E82C186FBD}" destId="{139F4CE4-F2BE-4E26-BAE1-D4140081B592}" srcOrd="0" destOrd="0" presId="urn:microsoft.com/office/officeart/2005/8/layout/radial4"/>
    <dgm:cxn modelId="{2BF4297B-DD1B-4868-8AC0-27B7D1CFE20F}" type="presParOf" srcId="{1DE0CC3B-0457-4A0F-8948-15E82C186FBD}" destId="{FD586A89-8BC8-4CE3-A30E-E71420714862}" srcOrd="1" destOrd="0" presId="urn:microsoft.com/office/officeart/2005/8/layout/radial4"/>
    <dgm:cxn modelId="{0327E761-6902-414D-90EA-1C0D36205A1D}" type="presParOf" srcId="{1DE0CC3B-0457-4A0F-8948-15E82C186FBD}" destId="{825E79AF-AC8D-4923-8D1B-0B7428795CE4}" srcOrd="2" destOrd="0" presId="urn:microsoft.com/office/officeart/2005/8/layout/radial4"/>
    <dgm:cxn modelId="{BA617290-8438-482E-B330-0B1CCD07E8AD}" type="presParOf" srcId="{1DE0CC3B-0457-4A0F-8948-15E82C186FBD}" destId="{6DB14028-CE81-4D06-82E3-6F778D77D79D}" srcOrd="3" destOrd="0" presId="urn:microsoft.com/office/officeart/2005/8/layout/radial4"/>
    <dgm:cxn modelId="{0FED6C9B-D347-4BF3-8F38-7FCF10D99D73}" type="presParOf" srcId="{1DE0CC3B-0457-4A0F-8948-15E82C186FBD}" destId="{CB63B3AF-131A-4A85-BBE5-1EFA3BDB48B9}" srcOrd="4" destOrd="0" presId="urn:microsoft.com/office/officeart/2005/8/layout/radial4"/>
    <dgm:cxn modelId="{616FAB02-4299-49C0-BF53-4F97B53D013E}" type="presParOf" srcId="{1DE0CC3B-0457-4A0F-8948-15E82C186FBD}" destId="{5E66C4F1-FD41-41F1-9327-5CA357FEA8FA}" srcOrd="5" destOrd="0" presId="urn:microsoft.com/office/officeart/2005/8/layout/radial4"/>
    <dgm:cxn modelId="{1C9073CC-E8ED-4612-9706-72DB15FBADCA}" type="presParOf" srcId="{1DE0CC3B-0457-4A0F-8948-15E82C186FBD}" destId="{0552B3A5-AD73-4CF0-A69A-D23D84DDA118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576609-8993-4C69-BACE-2F3642252199}">
      <dsp:nvSpPr>
        <dsp:cNvPr id="0" name=""/>
        <dsp:cNvSpPr/>
      </dsp:nvSpPr>
      <dsp:spPr>
        <a:xfrm>
          <a:off x="4969832" y="2960994"/>
          <a:ext cx="161355" cy="1613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2A0A7B-1F10-45B2-8E29-E3E625B92531}">
      <dsp:nvSpPr>
        <dsp:cNvPr id="0" name=""/>
        <dsp:cNvSpPr/>
      </dsp:nvSpPr>
      <dsp:spPr>
        <a:xfrm>
          <a:off x="4828484" y="3187510"/>
          <a:ext cx="161355" cy="1613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DD93BB-B4D0-4D06-B7E0-8CFE7ADC3881}">
      <dsp:nvSpPr>
        <dsp:cNvPr id="0" name=""/>
        <dsp:cNvSpPr/>
      </dsp:nvSpPr>
      <dsp:spPr>
        <a:xfrm>
          <a:off x="4660029" y="3383625"/>
          <a:ext cx="161355" cy="1613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5F1244-6F02-485E-8BFE-4AF0353C256C}">
      <dsp:nvSpPr>
        <dsp:cNvPr id="0" name=""/>
        <dsp:cNvSpPr/>
      </dsp:nvSpPr>
      <dsp:spPr>
        <a:xfrm>
          <a:off x="4861401" y="681267"/>
          <a:ext cx="161355" cy="1613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E6F2C9-9705-4AD9-A548-2AF799B815EA}">
      <dsp:nvSpPr>
        <dsp:cNvPr id="0" name=""/>
        <dsp:cNvSpPr/>
      </dsp:nvSpPr>
      <dsp:spPr>
        <a:xfrm>
          <a:off x="5076972" y="552807"/>
          <a:ext cx="161355" cy="1613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3AC76A-C348-4B37-A1DA-7DBD45B36F8C}">
      <dsp:nvSpPr>
        <dsp:cNvPr id="0" name=""/>
        <dsp:cNvSpPr/>
      </dsp:nvSpPr>
      <dsp:spPr>
        <a:xfrm>
          <a:off x="5291898" y="424348"/>
          <a:ext cx="161355" cy="1613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32E860-DA18-4C30-99A4-BA0B89449E7B}">
      <dsp:nvSpPr>
        <dsp:cNvPr id="0" name=""/>
        <dsp:cNvSpPr/>
      </dsp:nvSpPr>
      <dsp:spPr>
        <a:xfrm>
          <a:off x="5506824" y="552807"/>
          <a:ext cx="161355" cy="1613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7CEBED-E2D7-47EB-BD58-9F820C9D8C1D}">
      <dsp:nvSpPr>
        <dsp:cNvPr id="0" name=""/>
        <dsp:cNvSpPr/>
      </dsp:nvSpPr>
      <dsp:spPr>
        <a:xfrm>
          <a:off x="5722395" y="681267"/>
          <a:ext cx="161355" cy="1613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CD69C1-B168-4A1A-9456-C905FB3A81BB}">
      <dsp:nvSpPr>
        <dsp:cNvPr id="0" name=""/>
        <dsp:cNvSpPr/>
      </dsp:nvSpPr>
      <dsp:spPr>
        <a:xfrm>
          <a:off x="5291898" y="695397"/>
          <a:ext cx="161355" cy="1613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3A03A7-8A1E-4FF3-8394-E62D1846088C}">
      <dsp:nvSpPr>
        <dsp:cNvPr id="0" name=""/>
        <dsp:cNvSpPr/>
      </dsp:nvSpPr>
      <dsp:spPr>
        <a:xfrm>
          <a:off x="5291898" y="966447"/>
          <a:ext cx="161355" cy="1613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8C412E-A079-487F-8B50-DB17FEC04045}">
      <dsp:nvSpPr>
        <dsp:cNvPr id="0" name=""/>
        <dsp:cNvSpPr/>
      </dsp:nvSpPr>
      <dsp:spPr>
        <a:xfrm>
          <a:off x="3979108" y="3973002"/>
          <a:ext cx="3480121" cy="9334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26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ES_tradnl" sz="1700" kern="1200" dirty="0"/>
            <a:t>¿Conoces la legislación vigente en materia de evaluación?</a:t>
          </a:r>
          <a:endParaRPr lang="es-CO" sz="1700" kern="1200" dirty="0"/>
        </a:p>
      </dsp:txBody>
      <dsp:txXfrm>
        <a:off x="4024676" y="4018570"/>
        <a:ext cx="3388985" cy="842335"/>
      </dsp:txXfrm>
    </dsp:sp>
    <dsp:sp modelId="{AC96F91C-DD68-49EE-AADD-59F23BBCBB8D}">
      <dsp:nvSpPr>
        <dsp:cNvPr id="0" name=""/>
        <dsp:cNvSpPr/>
      </dsp:nvSpPr>
      <dsp:spPr>
        <a:xfrm>
          <a:off x="3014200" y="3058371"/>
          <a:ext cx="1613557" cy="161345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1000" r="-2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E59A0F-4FCF-4367-812E-3E385D13BABF}">
      <dsp:nvSpPr>
        <dsp:cNvPr id="0" name=""/>
        <dsp:cNvSpPr/>
      </dsp:nvSpPr>
      <dsp:spPr>
        <a:xfrm>
          <a:off x="5450027" y="2147165"/>
          <a:ext cx="3480121" cy="9334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26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ES_tradnl" sz="1700" kern="1200" dirty="0"/>
            <a:t>¿Qué comprendes por ámbitos de la evaluación?</a:t>
          </a:r>
          <a:endParaRPr lang="es-CO" sz="1700" kern="1200" dirty="0"/>
        </a:p>
      </dsp:txBody>
      <dsp:txXfrm>
        <a:off x="5495595" y="2192733"/>
        <a:ext cx="3388985" cy="842335"/>
      </dsp:txXfrm>
    </dsp:sp>
    <dsp:sp modelId="{B4876B2E-94AF-494F-85E9-292B55D3D006}">
      <dsp:nvSpPr>
        <dsp:cNvPr id="0" name=""/>
        <dsp:cNvSpPr/>
      </dsp:nvSpPr>
      <dsp:spPr>
        <a:xfrm>
          <a:off x="4485119" y="1232534"/>
          <a:ext cx="1613557" cy="1613450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70E7B1-AE61-43B6-A9C2-E6F68F9A0BBE}">
      <dsp:nvSpPr>
        <dsp:cNvPr id="0" name=""/>
        <dsp:cNvSpPr/>
      </dsp:nvSpPr>
      <dsp:spPr>
        <a:xfrm>
          <a:off x="3833480" y="0"/>
          <a:ext cx="3840162" cy="1647824"/>
        </a:xfrm>
        <a:prstGeom prst="trapezoid">
          <a:avLst>
            <a:gd name="adj" fmla="val 116522"/>
          </a:avLst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AULICO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Es la que realizan las instituciones a sus estudiantes como sujeto activo, sobre el desempeño escolar y comportamientos evaluables</a:t>
          </a:r>
          <a:endParaRPr lang="es-CO" sz="20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833480" y="0"/>
        <a:ext cx="3840162" cy="1647824"/>
      </dsp:txXfrm>
    </dsp:sp>
    <dsp:sp modelId="{479F41D7-B746-4809-A23A-B69025DD2A13}">
      <dsp:nvSpPr>
        <dsp:cNvPr id="0" name=""/>
        <dsp:cNvSpPr/>
      </dsp:nvSpPr>
      <dsp:spPr>
        <a:xfrm>
          <a:off x="1920081" y="1647824"/>
          <a:ext cx="7680325" cy="1647824"/>
        </a:xfrm>
        <a:prstGeom prst="trapezoid">
          <a:avLst>
            <a:gd name="adj" fmla="val 116522"/>
          </a:avLst>
        </a:prstGeom>
        <a:gradFill rotWithShape="0">
          <a:gsLst>
            <a:gs pos="0">
              <a:schemeClr val="accent1">
                <a:shade val="80000"/>
                <a:hueOff val="205057"/>
                <a:satOff val="-13977"/>
                <a:lumOff val="1563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80000"/>
                <a:hueOff val="205057"/>
                <a:satOff val="-13977"/>
                <a:lumOff val="1563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80000"/>
                <a:hueOff val="205057"/>
                <a:satOff val="-13977"/>
                <a:lumOff val="1563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u="none" kern="1200" cap="none" spc="0">
              <a:ln w="22225">
                <a:prstDash val="solid"/>
              </a:ln>
              <a:effectLst/>
            </a:rPr>
            <a:t>INSTITUCIONAL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u="none" kern="1200" cap="none" spc="0">
              <a:ln w="22225">
                <a:prstDash val="solid"/>
              </a:ln>
              <a:effectLst/>
            </a:rPr>
            <a:t>SIE permiten apreciar el avance de los procesos de acuerdo a lo establecido en el PEI y en el marco de la legislación vigente.</a:t>
          </a:r>
          <a:endParaRPr lang="es-CO" sz="2000" b="1" u="none" kern="1200" cap="none" spc="0" dirty="0">
            <a:ln w="22225">
              <a:prstDash val="solid"/>
            </a:ln>
            <a:effectLst/>
          </a:endParaRPr>
        </a:p>
      </dsp:txBody>
      <dsp:txXfrm>
        <a:off x="3264138" y="1647824"/>
        <a:ext cx="4992211" cy="1647824"/>
      </dsp:txXfrm>
    </dsp:sp>
    <dsp:sp modelId="{B7CACE78-E091-442C-8E2B-197120B9383B}">
      <dsp:nvSpPr>
        <dsp:cNvPr id="0" name=""/>
        <dsp:cNvSpPr/>
      </dsp:nvSpPr>
      <dsp:spPr>
        <a:xfrm>
          <a:off x="0" y="3295649"/>
          <a:ext cx="11520487" cy="1647824"/>
        </a:xfrm>
        <a:prstGeom prst="trapezoid">
          <a:avLst>
            <a:gd name="adj" fmla="val 116522"/>
          </a:avLst>
        </a:prstGeom>
        <a:gradFill rotWithShape="0">
          <a:gsLst>
            <a:gs pos="0">
              <a:schemeClr val="accent1">
                <a:shade val="80000"/>
                <a:hueOff val="410113"/>
                <a:satOff val="-27953"/>
                <a:lumOff val="3127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80000"/>
                <a:hueOff val="410113"/>
                <a:satOff val="-27953"/>
                <a:lumOff val="3127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80000"/>
                <a:hueOff val="410113"/>
                <a:satOff val="-27953"/>
                <a:lumOff val="3127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cap="none" spc="0">
              <a:ln w="22225">
                <a:prstDash val="solid"/>
              </a:ln>
              <a:effectLst/>
            </a:rPr>
            <a:t>SISTEMA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cap="none" spc="0">
              <a:ln w="22225">
                <a:prstDash val="solid"/>
              </a:ln>
              <a:effectLst/>
            </a:rPr>
            <a:t>Propende por realizar un análisis acerca de la eficacia de las políticas a nivel nacional, regional y local que se ponen en marcha en el plano educativo.</a:t>
          </a:r>
          <a:endParaRPr lang="es-CO" sz="2000" b="1" kern="1200" cap="none" spc="0" dirty="0">
            <a:ln w="22225">
              <a:prstDash val="solid"/>
            </a:ln>
            <a:effectLst/>
          </a:endParaRPr>
        </a:p>
      </dsp:txBody>
      <dsp:txXfrm>
        <a:off x="2016085" y="3295649"/>
        <a:ext cx="7488317" cy="16478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DBBF20-78EC-4E88-8734-9BD7B3514202}">
      <dsp:nvSpPr>
        <dsp:cNvPr id="0" name=""/>
        <dsp:cNvSpPr/>
      </dsp:nvSpPr>
      <dsp:spPr>
        <a:xfrm>
          <a:off x="1966870" y="0"/>
          <a:ext cx="2993767" cy="2994223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D9C8C17-F36A-4FFF-BF5E-E59112773534}">
      <dsp:nvSpPr>
        <dsp:cNvPr id="0" name=""/>
        <dsp:cNvSpPr/>
      </dsp:nvSpPr>
      <dsp:spPr>
        <a:xfrm>
          <a:off x="2628591" y="1081005"/>
          <a:ext cx="1663579" cy="831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400" b="1" kern="1200" dirty="0">
              <a:solidFill>
                <a:schemeClr val="bg1"/>
              </a:solidFill>
            </a:rPr>
            <a:t>Falta de aplicación de los saberes</a:t>
          </a:r>
        </a:p>
      </dsp:txBody>
      <dsp:txXfrm>
        <a:off x="2628591" y="1081005"/>
        <a:ext cx="1663579" cy="831590"/>
      </dsp:txXfrm>
    </dsp:sp>
    <dsp:sp modelId="{03F7A6BD-74CE-4DB0-A089-9E4F1EA38EDF}">
      <dsp:nvSpPr>
        <dsp:cNvPr id="0" name=""/>
        <dsp:cNvSpPr/>
      </dsp:nvSpPr>
      <dsp:spPr>
        <a:xfrm>
          <a:off x="1135361" y="1720403"/>
          <a:ext cx="2993767" cy="2994223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5C3A908-7E11-4A7E-BDB7-08A752F6B2E4}">
      <dsp:nvSpPr>
        <dsp:cNvPr id="0" name=""/>
        <dsp:cNvSpPr/>
      </dsp:nvSpPr>
      <dsp:spPr>
        <a:xfrm>
          <a:off x="1800456" y="2811360"/>
          <a:ext cx="1663579" cy="831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b="1" kern="1200" dirty="0">
              <a:solidFill>
                <a:schemeClr val="bg1"/>
              </a:solidFill>
            </a:rPr>
            <a:t>Falta de pertinencia</a:t>
          </a:r>
        </a:p>
      </dsp:txBody>
      <dsp:txXfrm>
        <a:off x="1800456" y="2811360"/>
        <a:ext cx="1663579" cy="831590"/>
      </dsp:txXfrm>
    </dsp:sp>
    <dsp:sp modelId="{FAD0BEF0-2434-465A-96EB-69C7383E084D}">
      <dsp:nvSpPr>
        <dsp:cNvPr id="0" name=""/>
        <dsp:cNvSpPr/>
      </dsp:nvSpPr>
      <dsp:spPr>
        <a:xfrm>
          <a:off x="2179947" y="3646682"/>
          <a:ext cx="2572110" cy="2573141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D0BA5CA-3045-4645-A0DB-CD4C98B17304}">
      <dsp:nvSpPr>
        <dsp:cNvPr id="0" name=""/>
        <dsp:cNvSpPr/>
      </dsp:nvSpPr>
      <dsp:spPr>
        <a:xfrm>
          <a:off x="2632526" y="4544203"/>
          <a:ext cx="1663579" cy="831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b="1" kern="1200" dirty="0">
              <a:solidFill>
                <a:schemeClr val="bg1"/>
              </a:solidFill>
            </a:rPr>
            <a:t>Énfasis en lo académico</a:t>
          </a:r>
        </a:p>
      </dsp:txBody>
      <dsp:txXfrm>
        <a:off x="2632526" y="4544203"/>
        <a:ext cx="1663579" cy="8315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9F4CE4-F2BE-4E26-BAE1-D4140081B592}">
      <dsp:nvSpPr>
        <dsp:cNvPr id="0" name=""/>
        <dsp:cNvSpPr/>
      </dsp:nvSpPr>
      <dsp:spPr>
        <a:xfrm>
          <a:off x="3440194" y="1869457"/>
          <a:ext cx="1568285" cy="156828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solidFill>
            <a:schemeClr val="tx1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300" b="1" kern="1200" dirty="0"/>
            <a:t>LECTURA CRITICA</a:t>
          </a:r>
        </a:p>
      </dsp:txBody>
      <dsp:txXfrm>
        <a:off x="3669864" y="2099127"/>
        <a:ext cx="1108945" cy="1108945"/>
      </dsp:txXfrm>
    </dsp:sp>
    <dsp:sp modelId="{FD586A89-8BC8-4CE3-A30E-E71420714862}">
      <dsp:nvSpPr>
        <dsp:cNvPr id="0" name=""/>
        <dsp:cNvSpPr/>
      </dsp:nvSpPr>
      <dsp:spPr>
        <a:xfrm rot="12900000">
          <a:off x="2430694" y="1595275"/>
          <a:ext cx="1202726" cy="446961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solidFill>
            <a:schemeClr val="tx1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25E79AF-AC8D-4923-8D1B-0B7428795CE4}">
      <dsp:nvSpPr>
        <dsp:cNvPr id="0" name=""/>
        <dsp:cNvSpPr/>
      </dsp:nvSpPr>
      <dsp:spPr>
        <a:xfrm>
          <a:off x="1794513" y="877879"/>
          <a:ext cx="1489871" cy="11918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solidFill>
            <a:schemeClr val="tx1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>
              <a:solidFill>
                <a:schemeClr val="bg2"/>
              </a:solidFill>
            </a:rPr>
            <a:t>Identificar y entender los contenidos locales que conforman un texto</a:t>
          </a:r>
          <a:endParaRPr lang="es-CO" sz="1400" b="1" kern="1200" dirty="0">
            <a:solidFill>
              <a:schemeClr val="bg2"/>
            </a:solidFill>
          </a:endParaRPr>
        </a:p>
      </dsp:txBody>
      <dsp:txXfrm>
        <a:off x="1829422" y="912788"/>
        <a:ext cx="1420053" cy="1122078"/>
      </dsp:txXfrm>
    </dsp:sp>
    <dsp:sp modelId="{6DB14028-CE81-4D06-82E3-6F778D77D79D}">
      <dsp:nvSpPr>
        <dsp:cNvPr id="0" name=""/>
        <dsp:cNvSpPr/>
      </dsp:nvSpPr>
      <dsp:spPr>
        <a:xfrm rot="16200000">
          <a:off x="3622974" y="974613"/>
          <a:ext cx="1202726" cy="446961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solidFill>
            <a:schemeClr val="tx1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B63B3AF-131A-4A85-BBE5-1EFA3BDB48B9}">
      <dsp:nvSpPr>
        <dsp:cNvPr id="0" name=""/>
        <dsp:cNvSpPr/>
      </dsp:nvSpPr>
      <dsp:spPr>
        <a:xfrm>
          <a:off x="3479401" y="782"/>
          <a:ext cx="1489871" cy="11918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solidFill>
            <a:schemeClr val="tx1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>
              <a:solidFill>
                <a:schemeClr val="tx1"/>
              </a:solidFill>
            </a:rPr>
            <a:t>Comprender cómo se articulan las partes de un texto para darle un sentido global</a:t>
          </a:r>
          <a:endParaRPr lang="es-CO" sz="1400" b="1" kern="1200" dirty="0">
            <a:solidFill>
              <a:schemeClr val="tx1"/>
            </a:solidFill>
          </a:endParaRPr>
        </a:p>
      </dsp:txBody>
      <dsp:txXfrm>
        <a:off x="3514310" y="35691"/>
        <a:ext cx="1420053" cy="1122078"/>
      </dsp:txXfrm>
    </dsp:sp>
    <dsp:sp modelId="{5E66C4F1-FD41-41F1-9327-5CA357FEA8FA}">
      <dsp:nvSpPr>
        <dsp:cNvPr id="0" name=""/>
        <dsp:cNvSpPr/>
      </dsp:nvSpPr>
      <dsp:spPr>
        <a:xfrm rot="19500000">
          <a:off x="4818983" y="1596272"/>
          <a:ext cx="1202726" cy="446961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solidFill>
            <a:schemeClr val="tx1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552B3A5-AD73-4CF0-A69A-D23D84DDA118}">
      <dsp:nvSpPr>
        <dsp:cNvPr id="0" name=""/>
        <dsp:cNvSpPr/>
      </dsp:nvSpPr>
      <dsp:spPr>
        <a:xfrm>
          <a:off x="5164290" y="877879"/>
          <a:ext cx="1489871" cy="11918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solidFill>
            <a:schemeClr val="tx1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>
              <a:solidFill>
                <a:schemeClr val="bg1"/>
              </a:solidFill>
            </a:rPr>
            <a:t>Reflexionar a partir de un texto y evaluar su contenido.</a:t>
          </a:r>
          <a:endParaRPr lang="es-CO" sz="1400" b="1" kern="1200" dirty="0">
            <a:solidFill>
              <a:schemeClr val="bg1"/>
            </a:solidFill>
          </a:endParaRPr>
        </a:p>
      </dsp:txBody>
      <dsp:txXfrm>
        <a:off x="5199199" y="912788"/>
        <a:ext cx="1420053" cy="11220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scendingPictureAccentProcess">
  <dgm:title val=""/>
  <dgm:desc val=""/>
  <dgm:catLst>
    <dgm:cat type="process" pri="22500"/>
    <dgm:cat type="picture" pri="16000"/>
    <dgm:cat type="pictureconvert" pri="1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func="var" arg="dir" op="equ" val="norm">
            <dgm:choose name="Name5">
              <dgm:if name="Name6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l" for="ch" forName="parTx1" refType="w" fact="0.2711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2469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7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l" for="ch" forName="parTx1" refType="w" fact="0.366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3333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if>
          <dgm:else name="Name8">
            <dgm:choose name="Name9">
              <dgm:if name="Name10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r" for="ch" forName="parTx1" refType="w" fact="0.7289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7531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1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r" for="ch" forName="parTx1" refType="w" fact="0.634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6667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func="var" arg="dir" op="equ" val="norm">
            <dgm:choose name="Name15">
              <dgm:if name="Name16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3221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3056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2859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309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334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359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3848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1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359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359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197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178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688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3503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17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4274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405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3794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4106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44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477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5106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44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477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477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2614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2369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l" for="ch" forName="parTx2" refType="w" fact="0.4893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4648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if>
          <dgm:else name="Name18">
            <dgm:choose name="Name19">
              <dgm:if name="Name20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6779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6944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7141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690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665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640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6152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9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640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640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803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821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312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6497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21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5726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594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6206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5894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55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522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4894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56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522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522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7386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7631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r" for="ch" forName="parTx2" refType="w" fact="0.5107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5352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func="var" arg="dir" op="equ" val="norm">
            <dgm:choose name="Name25">
              <dgm:if name="Name26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2981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2676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357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44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323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23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6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68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491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513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68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68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487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1328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732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3573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4763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4604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27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3684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3307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912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494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342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23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12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79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6068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6346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79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79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837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1641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l" for="ch" forName="parTx2" refType="w" fact="0.4612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4416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l" for="ch" forName="parTx3" refType="w" fact="0.5886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569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if>
          <dgm:else name="Name28">
            <dgm:choose name="Name29">
              <dgm:if name="Name30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7019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7324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643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55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677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76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4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31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509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486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31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31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513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8672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268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6427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5237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5396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31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6316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6693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088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506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658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76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88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21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3932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3654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21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21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163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8359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r" for="ch" forName="parTx2" refType="w" fact="0.5388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5584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r" for="ch" forName="parTx3" refType="w" fact="0.4114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431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func="var" arg="dir" op="equ" val="norm">
            <dgm:choose name="Name35">
              <dgm:if name="Name36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3253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2949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263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313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67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5486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5267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5462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565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5851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604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565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565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466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1333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10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3972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229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509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722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5588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37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3978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3606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3223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829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717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6709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6441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6679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691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715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739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691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691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793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163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l" for="ch" forName="parTx2" refType="w" fact="0.502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4857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l" for="ch" forName="parTx3" refType="w" fact="0.6394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6231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l" for="ch" forName="parTx4" refType="w" fact="0.6997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6834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if>
          <dgm:else name="Name38">
            <dgm:choose name="Name39">
              <dgm:if name="Name40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6747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7051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736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687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32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4514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4733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4538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434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4149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395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434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434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534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8667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89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6028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771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490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278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4412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41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6022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6394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6777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171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283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3291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3559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3321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308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284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260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308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308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207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837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r" for="ch" forName="parTx2" refType="w" fact="0.498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5143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r" for="ch" forName="parTx3" refType="w" fact="0.3606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3769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r" for="ch" forName="parTx4" refType="w" fact="0.3003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3166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else>
        </dgm:choose>
      </dgm:if>
      <dgm:if name="Name42" axis="ch" ptType="node" func="cnt" op="equ" val="5">
        <dgm:choose name="Name43">
          <dgm:if name="Name44" func="var" arg="dir" op="equ" val="norm">
            <dgm:choose name="Name45">
              <dgm:if name="Name46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3263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001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2733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462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69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484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5549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601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577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5951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6123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629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6467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6123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6123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1746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1631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982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3866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194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5078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827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5712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18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6064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47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3951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634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331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981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68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43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672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7278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699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7207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741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7624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7832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741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741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211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197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l" for="ch" forName="parTx2" refType="w" fact="0.4822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4682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l" for="ch" forName="parTx3" refType="w" fact="0.629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61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l" for="ch" forName="parTx4" refType="w" fact="0.7057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6917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l" for="ch" forName="parTx5" refType="w" fact="0.7484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7344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if>
          <dgm:else name="Name48">
            <dgm:choose name="Name49">
              <dgm:if name="Name50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6737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999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7267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538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30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516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4451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399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422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4049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3877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370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3533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3877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3877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8254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8369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018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6134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806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4922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173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4288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82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3936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51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6049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366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669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019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31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57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328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2722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300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2793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258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2376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2168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258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258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788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802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r" for="ch" forName="parTx2" refType="w" fact="0.5178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5318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r" for="ch" forName="parTx3" refType="w" fact="0.371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38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r" for="ch" forName="parTx4" refType="w" fact="0.2943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3083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r" for="ch" forName="parTx5" refType="w" fact="0.2516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2656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else>
        </dgm:choose>
      </dgm:if>
      <dgm:if name="Name52" axis="ch" ptType="node" func="cnt" op="equ" val="6">
        <dgm:choose name="Name53">
          <dgm:if name="Name54" func="var" arg="dir" op="equ" val="norm">
            <dgm:choose name="Name55">
              <dgm:if name="Name56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3608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3384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15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2923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2688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883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69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5696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624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6509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6281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6437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6593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67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690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6593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6593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091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1988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273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4169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349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524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998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5894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416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6313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644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6541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57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4276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401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739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3464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3186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786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564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67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740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7714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7443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7628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7814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7999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818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7814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7814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479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2356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l" for="ch" forName="parTx2" refType="w" fact="0.5064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4941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l" for="ch" forName="parTx3" refType="w" fact="0.6339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6216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l" for="ch" forName="parTx4" refType="w" fact="0.7108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698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l" for="ch" forName="parTx5" refType="w" fact="0.7604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7481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l" for="ch" forName="parTx6" refType="w" fact="0.7874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7751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if>
          <dgm:else name="Name58">
            <dgm:choose name="Name59">
              <dgm:if name="Name60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6392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6616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84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7077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7312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117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30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4304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375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3491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3719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3563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340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32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309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340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340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909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8012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727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5831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651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475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002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4106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584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3687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356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3459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61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5724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599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261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6536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6814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214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436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32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259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2286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2557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2372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218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2001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181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218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218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522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7644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r" for="ch" forName="parTx2" refType="w" fact="0.4937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5059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r" for="ch" forName="parTx3" refType="w" fact="0.3662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3784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r" for="ch" forName="parTx4" refType="w" fact="0.2893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301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r" for="ch" forName="parTx5" refType="w" fact="0.2397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2519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r" for="ch" forName="parTx6" refType="w" fact="0.2127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2249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else>
        </dgm:choose>
      </dgm:if>
      <dgm:else name="Name62">
        <dgm:choose name="Name63">
          <dgm:if name="Name64" func="var" arg="dir" op="equ" val="norm">
            <dgm:choose name="Name65">
              <dgm:if name="Name66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390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3721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353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337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142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088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926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583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6371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6701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6853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6627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6773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6919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706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7212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6919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6919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556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246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53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4439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511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541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6132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6037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576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648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828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6733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  <dgm:constr type="l" for="ch" forName="parTx7" refType="w" fact="0.6966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6871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l" for="ch" forName="desTx7" refType="r" refFor="ch" refForName="parTx7"/>
                  <dgm:constr type="r" for="ch" forName="desTx7" refType="w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67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445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4244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4026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806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584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803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618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665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7266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7643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7816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7558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772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7892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8058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822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7892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7892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91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2806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l" for="ch" forName="parTx2" refType="w" fact="0.5172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5063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l" for="ch" forName="parTx3" refType="w" fact="0.628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6176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l" for="ch" forName="parTx4" refType="w" fact="0.6994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688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l" for="ch" forName="parTx5" refType="w" fact="0.7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7391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l" for="ch" forName="parTx6" refType="w" fact="0.7788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7679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l" for="ch" forName="parTx7" refType="w" fact="0.794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7836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if>
          <dgm:else name="Name68">
            <dgm:choose name="Name69">
              <dgm:if name="Name70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609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6279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647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663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858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912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074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416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3629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3299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3147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3373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3227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3081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293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2788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3081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3081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444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754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46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5561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489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458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3868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3963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424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352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172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3267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  <dgm:constr type="r" for="ch" forName="parTx7" refType="w" fact="0.3034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3129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r" for="ch" forName="desTx7" refType="l" refFor="ch" refForName="parTx7"/>
                  <dgm:constr type="l" for="ch" forName="desTx7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71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554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5756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5974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194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416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197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382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334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2734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2357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2184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2442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227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2108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1942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177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2108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2108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08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7194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r" for="ch" forName="parTx2" refType="w" fact="0.4828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4937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r" for="ch" forName="parTx3" refType="w" fact="0.371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3824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r" for="ch" forName="parTx4" refType="w" fact="0.3006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311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r" for="ch" forName="parTx5" refType="w" fact="0.2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2609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r" for="ch" forName="parTx6" refType="w" fact="0.2212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2321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r" for="ch" forName="parTx7" refType="w" fact="0.205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2164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else>
        </dgm:choose>
      </dgm:else>
    </dgm:choose>
    <dgm:forEach name="wrapper" axis="self" ptType="parTrans">
      <dgm:forEach name="wrapper2" axis="self" ptType="sibTrans" st="2"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choose name="Name72">
      <dgm:if name="Name73" axis="ch" ptType="node" func="cnt" op="gte" val="2">
        <dgm:layoutNode name="do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4"/>
    </dgm:choose>
    <dgm:choose name="Name75">
      <dgm:if name="Name76" axis="ch" ptType="node" func="cnt" op="gte" val="3">
        <dgm:layoutNode name="do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7"/>
    </dgm:choose>
    <dgm:choose name="Name78">
      <dgm:if name="Name79" axis="ch" ptType="node" func="cnt" op="gte" val="4">
        <dgm:layoutNode name="do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0"/>
    </dgm:choose>
    <dgm:choose name="Name81">
      <dgm:if name="Name82" axis="ch" ptType="node" func="cnt" op="gte" val="5">
        <dgm:layoutNode name="do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3"/>
    </dgm:choose>
    <dgm:choose name="Name84">
      <dgm:if name="Name85" axis="ch" ptType="node" func="cnt" op="gte" val="6">
        <dgm:layoutNode name="do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6"/>
    </dgm:choose>
    <dgm:choose name="Name87">
      <dgm:if name="Name88" axis="ch" ptType="node" func="cnt" op="gte" val="7">
        <dgm:layoutNode name="dot1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9"/>
    </dgm:choose>
    <dgm:choose name="Name90">
      <dgm:if name="Name91" axis="ch" ptType="node" func="cnt" op="gte" val="2">
        <dgm:layoutNode name="dotArrow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92"/>
    </dgm:choose>
    <dgm:forEach name="Name93" axis="ch" ptType="node" cnt="1">
      <dgm:layoutNode name="parTx1">
        <dgm:choose name="Name94">
          <dgm:if name="Name95" func="var" arg="dir" op="equ" val="norm">
            <dgm:alg type="tx">
              <dgm:param type="parTxLTRAlign" val="l"/>
              <dgm:param type="parTxRTLAlign" val="r"/>
            </dgm:alg>
          </dgm:if>
          <dgm:else name="Name96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97">
          <dgm:if name="Name98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99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00">
        <dgm:if name="Name101" axis="ch" ptType="node" func="cnt" op="gte" val="1">
          <dgm:layoutNode name="desTx1" styleLbl="revTx">
            <dgm:varLst>
              <dgm:bulletEnabled val="1"/>
            </dgm:varLst>
            <dgm:choose name="Name102">
              <dgm:if name="Name103" func="var" arg="dir" op="equ" val="norm">
                <dgm:choose name="Name104">
                  <dgm:if name="Name105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06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07">
                <dgm:choose name="Name108">
                  <dgm:if name="Name109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10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11"/>
      </dgm:choose>
    </dgm:forEach>
    <dgm:forEach name="Name112" axis="ch" ptType="sibTrans" hideLastTrans="0" cnt="1">
      <dgm:layoutNode name="picture1">
        <dgm:alg type="sp"/>
        <dgm:shape xmlns:r="http://schemas.openxmlformats.org/officeDocument/2006/relationships" r:blip="">
          <dgm:adjLst/>
        </dgm:shape>
        <dgm:presOf/>
        <dgm:constrLst/>
        <dgm:forEach name="Name113" ref="imageRepeat"/>
      </dgm:layoutNode>
    </dgm:forEach>
    <dgm:forEach name="Name114" axis="ch" ptType="node" st="2" cnt="1">
      <dgm:layoutNode name="parTx2">
        <dgm:choose name="Name115">
          <dgm:if name="Name116" func="var" arg="dir" op="equ" val="norm">
            <dgm:alg type="tx">
              <dgm:param type="parTxLTRAlign" val="l"/>
              <dgm:param type="parTxRTLAlign" val="r"/>
            </dgm:alg>
          </dgm:if>
          <dgm:else name="Name117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18">
          <dgm:if name="Name119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20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21">
        <dgm:if name="Name122" axis="ch" ptType="node" func="cnt" op="gte" val="1">
          <dgm:layoutNode name="desTx2" styleLbl="revTx">
            <dgm:varLst>
              <dgm:bulletEnabled val="1"/>
            </dgm:varLst>
            <dgm:choose name="Name123">
              <dgm:if name="Name124" func="var" arg="dir" op="equ" val="norm">
                <dgm:choose name="Name125">
                  <dgm:if name="Name126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27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28">
                <dgm:choose name="Name129">
                  <dgm:if name="Name130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31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32"/>
      </dgm:choose>
    </dgm:forEach>
    <dgm:forEach name="Name133" axis="ch" ptType="sibTrans" hideLastTrans="0" st="2" cnt="1">
      <dgm:layoutNode name="picture2">
        <dgm:alg type="sp"/>
        <dgm:shape xmlns:r="http://schemas.openxmlformats.org/officeDocument/2006/relationships" r:blip="">
          <dgm:adjLst/>
        </dgm:shape>
        <dgm:presOf/>
        <dgm:constrLst/>
        <dgm:forEach name="Name134" ref="imageRepeat"/>
      </dgm:layoutNode>
    </dgm:forEach>
    <dgm:forEach name="Name135" axis="ch" ptType="node" st="3" cnt="1">
      <dgm:layoutNode name="parTx3">
        <dgm:choose name="Name136">
          <dgm:if name="Name137" func="var" arg="dir" op="equ" val="norm">
            <dgm:alg type="tx">
              <dgm:param type="parTxLTRAlign" val="l"/>
              <dgm:param type="parTxRTLAlign" val="r"/>
            </dgm:alg>
          </dgm:if>
          <dgm:else name="Name138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39">
          <dgm:if name="Name140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41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42">
        <dgm:if name="Name143" axis="ch" ptType="node" func="cnt" op="gte" val="1">
          <dgm:layoutNode name="desTx3" styleLbl="revTx">
            <dgm:varLst>
              <dgm:bulletEnabled val="1"/>
            </dgm:varLst>
            <dgm:choose name="Name144">
              <dgm:if name="Name145" func="var" arg="dir" op="equ" val="norm">
                <dgm:choose name="Name146">
                  <dgm:if name="Name147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48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49">
                <dgm:choose name="Name150">
                  <dgm:if name="Name151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5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53"/>
      </dgm:choose>
    </dgm:forEach>
    <dgm:forEach name="Name154" axis="ch" ptType="sibTrans" hideLastTrans="0" st="3" cnt="1">
      <dgm:layoutNode name="picture3">
        <dgm:alg type="sp"/>
        <dgm:shape xmlns:r="http://schemas.openxmlformats.org/officeDocument/2006/relationships" r:blip="">
          <dgm:adjLst/>
        </dgm:shape>
        <dgm:presOf/>
        <dgm:constrLst/>
        <dgm:forEach name="Name155" ref="imageRepeat"/>
      </dgm:layoutNode>
    </dgm:forEach>
    <dgm:forEach name="Name156" axis="ch" ptType="node" st="4" cnt="1">
      <dgm:layoutNode name="parTx4">
        <dgm:choose name="Name157">
          <dgm:if name="Name158" func="var" arg="dir" op="equ" val="norm">
            <dgm:alg type="tx">
              <dgm:param type="parTxLTRAlign" val="l"/>
              <dgm:param type="parTxRTLAlign" val="r"/>
            </dgm:alg>
          </dgm:if>
          <dgm:else name="Name159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60">
          <dgm:if name="Name161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62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63">
        <dgm:if name="Name164" axis="ch" ptType="node" func="cnt" op="gte" val="1">
          <dgm:layoutNode name="desTx4" styleLbl="revTx">
            <dgm:varLst>
              <dgm:bulletEnabled val="1"/>
            </dgm:varLst>
            <dgm:choose name="Name165">
              <dgm:if name="Name166" func="var" arg="dir" op="equ" val="norm">
                <dgm:choose name="Name167">
                  <dgm:if name="Name168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69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70">
                <dgm:choose name="Name171">
                  <dgm:if name="Name172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73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74"/>
      </dgm:choose>
    </dgm:forEach>
    <dgm:forEach name="Name175" axis="ch" ptType="sibTrans" hideLastTrans="0" st="4" cnt="1">
      <dgm:layoutNode name="picture4">
        <dgm:alg type="sp"/>
        <dgm:shape xmlns:r="http://schemas.openxmlformats.org/officeDocument/2006/relationships" r:blip="">
          <dgm:adjLst/>
        </dgm:shape>
        <dgm:presOf/>
        <dgm:constrLst/>
        <dgm:forEach name="Name176" ref="imageRepeat"/>
      </dgm:layoutNode>
    </dgm:forEach>
    <dgm:forEach name="Name177" axis="ch" ptType="node" st="5" cnt="1">
      <dgm:layoutNode name="parTx5">
        <dgm:choose name="Name178">
          <dgm:if name="Name179" func="var" arg="dir" op="equ" val="norm">
            <dgm:alg type="tx">
              <dgm:param type="parTxLTRAlign" val="l"/>
              <dgm:param type="parTxRTLAlign" val="r"/>
            </dgm:alg>
          </dgm:if>
          <dgm:else name="Name180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81">
          <dgm:if name="Name182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83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84">
        <dgm:if name="Name185" axis="ch" ptType="node" func="cnt" op="gte" val="1">
          <dgm:layoutNode name="desTx5" styleLbl="revTx">
            <dgm:varLst>
              <dgm:bulletEnabled val="1"/>
            </dgm:varLst>
            <dgm:choose name="Name186">
              <dgm:if name="Name187" func="var" arg="dir" op="equ" val="norm">
                <dgm:choose name="Name188">
                  <dgm:if name="Name189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90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91">
                <dgm:choose name="Name192">
                  <dgm:if name="Name193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94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95"/>
      </dgm:choose>
    </dgm:forEach>
    <dgm:forEach name="Name196" axis="ch" ptType="sibTrans" hideLastTrans="0" st="5" cnt="1">
      <dgm:layoutNode name="picture5">
        <dgm:alg type="sp"/>
        <dgm:shape xmlns:r="http://schemas.openxmlformats.org/officeDocument/2006/relationships" r:blip="">
          <dgm:adjLst/>
        </dgm:shape>
        <dgm:presOf/>
        <dgm:constrLst/>
        <dgm:forEach name="Name197" ref="imageRepeat"/>
      </dgm:layoutNode>
    </dgm:forEach>
    <dgm:forEach name="Name198" axis="ch" ptType="node" st="6" cnt="1">
      <dgm:layoutNode name="parTx6">
        <dgm:choose name="Name199">
          <dgm:if name="Name200" func="var" arg="dir" op="equ" val="norm">
            <dgm:alg type="tx">
              <dgm:param type="parTxLTRAlign" val="l"/>
              <dgm:param type="parTxRTLAlign" val="r"/>
            </dgm:alg>
          </dgm:if>
          <dgm:else name="Name201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02">
          <dgm:if name="Name203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04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05">
        <dgm:if name="Name206" axis="ch" ptType="node" func="cnt" op="gte" val="1">
          <dgm:layoutNode name="desTx6" styleLbl="revTx">
            <dgm:varLst>
              <dgm:bulletEnabled val="1"/>
            </dgm:varLst>
            <dgm:choose name="Name207">
              <dgm:if name="Name208" func="var" arg="dir" op="equ" val="norm">
                <dgm:choose name="Name209">
                  <dgm:if name="Name210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11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12">
                <dgm:choose name="Name213">
                  <dgm:if name="Name214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15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16"/>
      </dgm:choose>
    </dgm:forEach>
    <dgm:forEach name="Name217" axis="ch" ptType="sibTrans" hideLastTrans="0" st="6" cnt="1">
      <dgm:layoutNode name="picture6">
        <dgm:alg type="sp"/>
        <dgm:shape xmlns:r="http://schemas.openxmlformats.org/officeDocument/2006/relationships" r:blip="">
          <dgm:adjLst/>
        </dgm:shape>
        <dgm:presOf/>
        <dgm:constrLst/>
        <dgm:forEach name="Name218" ref="imageRepeat"/>
      </dgm:layoutNode>
    </dgm:forEach>
    <dgm:forEach name="Name219" axis="ch" ptType="node" st="7" cnt="1">
      <dgm:layoutNode name="parTx7">
        <dgm:choose name="Name220">
          <dgm:if name="Name221" func="var" arg="dir" op="equ" val="norm">
            <dgm:alg type="tx">
              <dgm:param type="parTxLTRAlign" val="l"/>
              <dgm:param type="parTxRTLAlign" val="r"/>
            </dgm:alg>
          </dgm:if>
          <dgm:else name="Name222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23">
          <dgm:if name="Name224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25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26">
        <dgm:if name="Name227" axis="ch" ptType="node" func="cnt" op="gte" val="1">
          <dgm:layoutNode name="desTx7" styleLbl="revTx">
            <dgm:varLst>
              <dgm:bulletEnabled val="1"/>
            </dgm:varLst>
            <dgm:choose name="Name228">
              <dgm:if name="Name229" func="var" arg="dir" op="equ" val="norm">
                <dgm:choose name="Name230">
                  <dgm:if name="Name231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32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33">
                <dgm:choose name="Name234">
                  <dgm:if name="Name235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36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37"/>
      </dgm:choose>
    </dgm:forEach>
    <dgm:forEach name="Name238" axis="ch" ptType="sibTrans" hideLastTrans="0" st="7" cnt="1">
      <dgm:layoutNode name="picture7">
        <dgm:alg type="sp"/>
        <dgm:shape xmlns:r="http://schemas.openxmlformats.org/officeDocument/2006/relationships" r:blip="">
          <dgm:adjLst/>
        </dgm:shape>
        <dgm:presOf/>
        <dgm:constrLst/>
        <dgm:forEach name="Name239" ref="imageRepeat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CCAAC74A-664E-43D3-859E-B35855730D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710C658-31F9-4A67-8267-E3463B262A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DD18964-3BB4-4D47-8767-CE438F1B9D44}" type="datetime1">
              <a:rPr lang="es-ES" smtClean="0"/>
              <a:t>13/04/2023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D7BBBF1-3A7A-4F4B-8592-578ABE65B7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CA02F046-B531-4374-9A89-AC21BCA06E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D2DFAA7-D3C3-4D01-9299-453E25D16D4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05273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66C0203-D64A-4516-A5D4-F81B23892FEC}" type="datetime1">
              <a:rPr lang="es-ES" noProof="0" smtClean="0"/>
              <a:t>13/04/2023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DC51814-3B91-4036-94D2-3977634EE214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006257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6824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466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1216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2323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496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4920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02519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13648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es-ES" smtClean="0"/>
              <a:t>34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41050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es-ES" smtClean="0"/>
              <a:t>35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11584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es-ES" smtClean="0"/>
              <a:t>36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7872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448175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4448175"/>
            <a:ext cx="12192000" cy="240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rtlCol="0"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5830888"/>
            <a:ext cx="11520488" cy="55086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694810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1508BC1-7ABB-42C8-B268-3C6F4FD455DE}"/>
              </a:ext>
            </a:extLst>
          </p:cNvPr>
          <p:cNvSpPr/>
          <p:nvPr userDrawn="1"/>
        </p:nvSpPr>
        <p:spPr>
          <a:xfrm>
            <a:off x="200025" y="-1"/>
            <a:ext cx="119919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0"/>
            <a:ext cx="6034088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1"/>
            <a:ext cx="37147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5625" y="1512889"/>
            <a:ext cx="4986338" cy="3262311"/>
          </a:xfrm>
        </p:spPr>
        <p:txBody>
          <a:bodyPr rtlCol="0"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05625" y="4927600"/>
            <a:ext cx="4986338" cy="976311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10508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6610" y="1779589"/>
            <a:ext cx="5318781" cy="2182811"/>
          </a:xfrm>
        </p:spPr>
        <p:txBody>
          <a:bodyPr rtlCol="0"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36610" y="4079083"/>
            <a:ext cx="5318781" cy="976311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85504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1A59197-7C21-44E6-8A97-DE0ABD1E6909}"/>
              </a:ext>
            </a:extLst>
          </p:cNvPr>
          <p:cNvSpPr/>
          <p:nvPr userDrawn="1"/>
        </p:nvSpPr>
        <p:spPr>
          <a:xfrm>
            <a:off x="0" y="0"/>
            <a:ext cx="64135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16500" y="472281"/>
            <a:ext cx="7175500" cy="591343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1779589"/>
            <a:ext cx="4416424" cy="2182811"/>
          </a:xfrm>
        </p:spPr>
        <p:txBody>
          <a:bodyPr rtlCol="0"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476" y="4079083"/>
            <a:ext cx="4416424" cy="976311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1626B81-8882-4179-8C3A-BEA9BBEF2A62}"/>
              </a:ext>
            </a:extLst>
          </p:cNvPr>
          <p:cNvSpPr/>
          <p:nvPr userDrawn="1"/>
        </p:nvSpPr>
        <p:spPr>
          <a:xfrm>
            <a:off x="5021263" y="368300"/>
            <a:ext cx="3159760" cy="1166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2483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517DDCC-4521-4225-8F36-D4B39128409A}"/>
              </a:ext>
            </a:extLst>
          </p:cNvPr>
          <p:cNvSpPr/>
          <p:nvPr userDrawn="1"/>
        </p:nvSpPr>
        <p:spPr>
          <a:xfrm>
            <a:off x="8991600" y="3965574"/>
            <a:ext cx="3200400" cy="28924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16570C8-2343-4B74-AF97-DC7CE5D92865}"/>
              </a:ext>
            </a:extLst>
          </p:cNvPr>
          <p:cNvSpPr/>
          <p:nvPr userDrawn="1"/>
        </p:nvSpPr>
        <p:spPr>
          <a:xfrm>
            <a:off x="0" y="0"/>
            <a:ext cx="3200400" cy="28924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371476" y="278606"/>
            <a:ext cx="11520487" cy="3150394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0B27536-7968-45BB-9FA8-DF1A47A47827}"/>
              </a:ext>
            </a:extLst>
          </p:cNvPr>
          <p:cNvSpPr/>
          <p:nvPr userDrawn="1"/>
        </p:nvSpPr>
        <p:spPr>
          <a:xfrm>
            <a:off x="371476" y="3429000"/>
            <a:ext cx="11520487" cy="2771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10507" y="3886201"/>
            <a:ext cx="9242424" cy="1104900"/>
          </a:xfrm>
        </p:spPr>
        <p:txBody>
          <a:bodyPr rtlCol="0" anchor="ctr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1510507" y="5130801"/>
            <a:ext cx="9242424" cy="533400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92837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84979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9C071DB-1B6B-4FC3-A099-12F35734D22D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5768407-2D97-4F4F-8CB8-4D3668680B64}"/>
              </a:ext>
            </a:extLst>
          </p:cNvPr>
          <p:cNvSpPr/>
          <p:nvPr userDrawn="1"/>
        </p:nvSpPr>
        <p:spPr>
          <a:xfrm>
            <a:off x="371475" y="1460501"/>
            <a:ext cx="5724525" cy="4740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ln>
                <a:noFill/>
              </a:ln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260351"/>
            <a:ext cx="9702800" cy="973137"/>
          </a:xfrm>
        </p:spPr>
        <p:txBody>
          <a:bodyPr rtlCol="0">
            <a:normAutofit/>
          </a:bodyPr>
          <a:lstStyle>
            <a:lvl1pPr algn="ctr">
              <a:defRPr sz="4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638299"/>
            <a:ext cx="5346700" cy="4381501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6D4AFEBD-46AA-4A09-AD19-CDD123811A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460501"/>
            <a:ext cx="5795963" cy="474027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37717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60351"/>
            <a:ext cx="5495926" cy="2138362"/>
          </a:xfrm>
        </p:spPr>
        <p:txBody>
          <a:bodyPr rtlCol="0" anchor="b">
            <a:noAutofit/>
          </a:bodyPr>
          <a:lstStyle>
            <a:lvl1pPr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2603500"/>
            <a:ext cx="5495926" cy="3573463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5" name="Marcador de posición de imagen 1">
            <a:extLst>
              <a:ext uri="{FF2B5EF4-FFF2-40B4-BE49-F238E27FC236}">
                <a16:creationId xmlns:a16="http://schemas.microsoft.com/office/drawing/2014/main" id="{08C777B1-9A90-4B1E-A6AE-9339286077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91224" y="637283"/>
            <a:ext cx="2692800" cy="278254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 rtl="0">
              <a:buNone/>
            </a:pPr>
            <a:r>
              <a:rPr lang="es-ES" noProof="0"/>
              <a:t>Agregue la imagen aquí</a:t>
            </a:r>
          </a:p>
        </p:txBody>
      </p:sp>
      <p:sp>
        <p:nvSpPr>
          <p:cNvPr id="7" name="Marcador de posición de imagen 2">
            <a:extLst>
              <a:ext uri="{FF2B5EF4-FFF2-40B4-BE49-F238E27FC236}">
                <a16:creationId xmlns:a16="http://schemas.microsoft.com/office/drawing/2014/main" id="{0FEA994A-8056-4F3D-9365-B6A362A93E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98424" y="3430043"/>
            <a:ext cx="2692800" cy="277232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 rtl="0">
              <a:buNone/>
            </a:pPr>
            <a:r>
              <a:rPr lang="es-ES" noProof="0"/>
              <a:t>Agregue la imagen aquí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429E334-587D-4420-9285-C2A5F494582B}"/>
              </a:ext>
            </a:extLst>
          </p:cNvPr>
          <p:cNvSpPr/>
          <p:nvPr userDrawn="1"/>
        </p:nvSpPr>
        <p:spPr>
          <a:xfrm>
            <a:off x="9289522" y="3527226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7BD4601-EF26-4D7C-8CB6-95488F17575B}"/>
              </a:ext>
            </a:extLst>
          </p:cNvPr>
          <p:cNvSpPr/>
          <p:nvPr userDrawn="1"/>
        </p:nvSpPr>
        <p:spPr>
          <a:xfrm>
            <a:off x="8621786" y="2848323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1949C41-2679-4E9D-A28C-F0C979F5702B}"/>
              </a:ext>
            </a:extLst>
          </p:cNvPr>
          <p:cNvSpPr/>
          <p:nvPr userDrawn="1"/>
        </p:nvSpPr>
        <p:spPr>
          <a:xfrm>
            <a:off x="8870898" y="2508125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454B05D-55FD-4118-B899-4095FF50870D}"/>
              </a:ext>
            </a:extLst>
          </p:cNvPr>
          <p:cNvSpPr/>
          <p:nvPr userDrawn="1"/>
        </p:nvSpPr>
        <p:spPr>
          <a:xfrm>
            <a:off x="0" y="933450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40533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1016000"/>
            <a:ext cx="3997324" cy="2501899"/>
          </a:xfrm>
        </p:spPr>
        <p:txBody>
          <a:bodyPr rtlCol="0" anchor="b">
            <a:noAutofit/>
          </a:bodyPr>
          <a:lstStyle>
            <a:lvl1pPr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3619500"/>
            <a:ext cx="3997325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2201" y="619125"/>
            <a:ext cx="3454400" cy="5581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4" name="Marcador de posición de imagen 6">
            <a:extLst>
              <a:ext uri="{FF2B5EF4-FFF2-40B4-BE49-F238E27FC236}">
                <a16:creationId xmlns:a16="http://schemas.microsoft.com/office/drawing/2014/main" id="{F6824EBC-CC6E-4D5A-B85A-DAC55ACE853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32801" y="260351"/>
            <a:ext cx="3454400" cy="558164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3661888-890D-4E0C-8076-65EDFDB7DE27}"/>
              </a:ext>
            </a:extLst>
          </p:cNvPr>
          <p:cNvSpPr/>
          <p:nvPr userDrawn="1"/>
        </p:nvSpPr>
        <p:spPr>
          <a:xfrm>
            <a:off x="8432801" y="5842000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AE48EF9-5BAF-4BD7-A6BE-866C0307B69F}"/>
              </a:ext>
            </a:extLst>
          </p:cNvPr>
          <p:cNvSpPr/>
          <p:nvPr userDrawn="1"/>
        </p:nvSpPr>
        <p:spPr>
          <a:xfrm>
            <a:off x="4902201" y="239509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8D4A5F4-99AC-4FB3-8A59-AB8D7B4FC7D7}"/>
              </a:ext>
            </a:extLst>
          </p:cNvPr>
          <p:cNvSpPr/>
          <p:nvPr userDrawn="1"/>
        </p:nvSpPr>
        <p:spPr>
          <a:xfrm>
            <a:off x="0" y="1384300"/>
            <a:ext cx="177800" cy="44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7401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76250"/>
            <a:ext cx="5165724" cy="2557463"/>
          </a:xfrm>
        </p:spPr>
        <p:txBody>
          <a:bodyPr rtlCol="0" anchor="ctr">
            <a:noAutofit/>
          </a:bodyPr>
          <a:lstStyle>
            <a:lvl1pPr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76250"/>
            <a:ext cx="5795963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3233941"/>
            <a:ext cx="11520486" cy="2966833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476250"/>
            <a:ext cx="165100" cy="25574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387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0"/>
            <a:ext cx="513805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97" y="1296176"/>
            <a:ext cx="5272764" cy="1551573"/>
          </a:xfrm>
        </p:spPr>
        <p:txBody>
          <a:bodyPr rtlCol="0" anchor="b">
            <a:noAutofit/>
          </a:bodyPr>
          <a:lstStyle>
            <a:lvl1pPr>
              <a:defRPr sz="4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3073967"/>
            <a:ext cx="5272764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7601" y="1016000"/>
            <a:ext cx="5138058" cy="4978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306EB3B-6A54-45E7-B23D-F9515CC15D12}"/>
              </a:ext>
            </a:extLst>
          </p:cNvPr>
          <p:cNvSpPr/>
          <p:nvPr userDrawn="1"/>
        </p:nvSpPr>
        <p:spPr>
          <a:xfrm>
            <a:off x="0" y="5994400"/>
            <a:ext cx="4093029" cy="86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E110354-15BA-4B22-B7CF-3D5BFA5C722D}"/>
              </a:ext>
            </a:extLst>
          </p:cNvPr>
          <p:cNvSpPr/>
          <p:nvPr userDrawn="1"/>
        </p:nvSpPr>
        <p:spPr>
          <a:xfrm>
            <a:off x="2162630" y="873210"/>
            <a:ext cx="4093029" cy="138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51357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783831"/>
            <a:ext cx="3111954" cy="3290338"/>
          </a:xfrm>
        </p:spPr>
        <p:txBody>
          <a:bodyPr rtlCol="0" anchor="ctr">
            <a:noAutofit/>
          </a:bodyPr>
          <a:lstStyle>
            <a:lvl1pPr>
              <a:defRPr sz="4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9370" y="1783832"/>
            <a:ext cx="4402592" cy="3290338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72114" y="0"/>
            <a:ext cx="3628571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E16C293-C1E0-4EA5-BDE5-D226D72FC08B}"/>
              </a:ext>
            </a:extLst>
          </p:cNvPr>
          <p:cNvSpPr/>
          <p:nvPr userDrawn="1"/>
        </p:nvSpPr>
        <p:spPr>
          <a:xfrm>
            <a:off x="371475" y="5297714"/>
            <a:ext cx="3111954" cy="15602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C770C08-8FFF-4293-8E7D-DBFEE4E3E443}"/>
              </a:ext>
            </a:extLst>
          </p:cNvPr>
          <p:cNvSpPr/>
          <p:nvPr userDrawn="1"/>
        </p:nvSpPr>
        <p:spPr>
          <a:xfrm>
            <a:off x="7489370" y="0"/>
            <a:ext cx="4402593" cy="15602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14620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1389743"/>
            <a:ext cx="12192000" cy="4078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31584"/>
            <a:ext cx="10515600" cy="1500187"/>
          </a:xfrm>
        </p:spPr>
        <p:txBody>
          <a:bodyPr rtlCol="0"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E6F2E6F7-3BE5-4484-A73E-3EFDB7348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968071"/>
            <a:ext cx="10515600" cy="805542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19AEFA0-9379-4E32-9D66-976465036916}"/>
              </a:ext>
            </a:extLst>
          </p:cNvPr>
          <p:cNvSpPr/>
          <p:nvPr userDrawn="1"/>
        </p:nvSpPr>
        <p:spPr>
          <a:xfrm>
            <a:off x="371475" y="580571"/>
            <a:ext cx="1573439" cy="15001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4FFB43B-30D9-4055-B912-4E3C85B03657}"/>
              </a:ext>
            </a:extLst>
          </p:cNvPr>
          <p:cNvSpPr/>
          <p:nvPr userDrawn="1"/>
        </p:nvSpPr>
        <p:spPr>
          <a:xfrm>
            <a:off x="7097486" y="5105274"/>
            <a:ext cx="4794477" cy="7259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28814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0"/>
            <a:ext cx="6096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1" name="Marcador de posición de imagen 6">
            <a:extLst>
              <a:ext uri="{FF2B5EF4-FFF2-40B4-BE49-F238E27FC236}">
                <a16:creationId xmlns:a16="http://schemas.microsoft.com/office/drawing/2014/main" id="{391EAACA-1322-4E60-917E-C7408F539D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600982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750" y="3957831"/>
            <a:ext cx="9620250" cy="1500187"/>
          </a:xfrm>
        </p:spPr>
        <p:txBody>
          <a:bodyPr rtlCol="0"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43296215-27AE-462B-9127-E1C932633896}"/>
              </a:ext>
            </a:extLst>
          </p:cNvPr>
          <p:cNvSpPr/>
          <p:nvPr userDrawn="1"/>
        </p:nvSpPr>
        <p:spPr>
          <a:xfrm>
            <a:off x="1093471" y="3843394"/>
            <a:ext cx="1722120" cy="1729060"/>
          </a:xfrm>
          <a:custGeom>
            <a:avLst/>
            <a:gdLst>
              <a:gd name="connsiteX0" fmla="*/ 0 w 2730500"/>
              <a:gd name="connsiteY0" fmla="*/ 0 h 2730500"/>
              <a:gd name="connsiteX1" fmla="*/ 2730500 w 2730500"/>
              <a:gd name="connsiteY1" fmla="*/ 0 h 2730500"/>
              <a:gd name="connsiteX2" fmla="*/ 2730500 w 2730500"/>
              <a:gd name="connsiteY2" fmla="*/ 672834 h 2730500"/>
              <a:gd name="connsiteX3" fmla="*/ 2606675 w 2730500"/>
              <a:gd name="connsiteY3" fmla="*/ 672834 h 2730500"/>
              <a:gd name="connsiteX4" fmla="*/ 2606675 w 2730500"/>
              <a:gd name="connsiteY4" fmla="*/ 116870 h 2730500"/>
              <a:gd name="connsiteX5" fmla="*/ 123826 w 2730500"/>
              <a:gd name="connsiteY5" fmla="*/ 116870 h 2730500"/>
              <a:gd name="connsiteX6" fmla="*/ 123826 w 2730500"/>
              <a:gd name="connsiteY6" fmla="*/ 2613630 h 2730500"/>
              <a:gd name="connsiteX7" fmla="*/ 2606675 w 2730500"/>
              <a:gd name="connsiteY7" fmla="*/ 2613630 h 2730500"/>
              <a:gd name="connsiteX8" fmla="*/ 2606675 w 2730500"/>
              <a:gd name="connsiteY8" fmla="*/ 2066205 h 2730500"/>
              <a:gd name="connsiteX9" fmla="*/ 2730500 w 2730500"/>
              <a:gd name="connsiteY9" fmla="*/ 2066205 h 2730500"/>
              <a:gd name="connsiteX10" fmla="*/ 2730500 w 2730500"/>
              <a:gd name="connsiteY10" fmla="*/ 2730500 h 2730500"/>
              <a:gd name="connsiteX11" fmla="*/ 0 w 2730500"/>
              <a:gd name="connsiteY11" fmla="*/ 2730500 h 273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0500" h="2730500">
                <a:moveTo>
                  <a:pt x="0" y="0"/>
                </a:moveTo>
                <a:lnTo>
                  <a:pt x="2730500" y="0"/>
                </a:lnTo>
                <a:lnTo>
                  <a:pt x="2730500" y="672834"/>
                </a:lnTo>
                <a:lnTo>
                  <a:pt x="2606675" y="672834"/>
                </a:lnTo>
                <a:lnTo>
                  <a:pt x="2606675" y="116870"/>
                </a:lnTo>
                <a:lnTo>
                  <a:pt x="123826" y="116870"/>
                </a:lnTo>
                <a:lnTo>
                  <a:pt x="123826" y="2613630"/>
                </a:lnTo>
                <a:lnTo>
                  <a:pt x="2606675" y="2613630"/>
                </a:lnTo>
                <a:lnTo>
                  <a:pt x="2606675" y="2066205"/>
                </a:lnTo>
                <a:lnTo>
                  <a:pt x="2730500" y="2066205"/>
                </a:lnTo>
                <a:lnTo>
                  <a:pt x="2730500" y="2730500"/>
                </a:lnTo>
                <a:lnTo>
                  <a:pt x="0" y="27305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7479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3" name="Marcador de posición de imagen 32">
            <a:extLst>
              <a:ext uri="{FF2B5EF4-FFF2-40B4-BE49-F238E27FC236}">
                <a16:creationId xmlns:a16="http://schemas.microsoft.com/office/drawing/2014/main" id="{2DB7CFEB-6952-4BC3-B9E0-0C382490F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675" y="260350"/>
            <a:ext cx="6499502" cy="5940425"/>
          </a:xfrm>
          <a:custGeom>
            <a:avLst/>
            <a:gdLst>
              <a:gd name="connsiteX0" fmla="*/ 4432576 w 6499502"/>
              <a:gd name="connsiteY0" fmla="*/ 4057650 h 5940425"/>
              <a:gd name="connsiteX1" fmla="*/ 6499502 w 6499502"/>
              <a:gd name="connsiteY1" fmla="*/ 4057650 h 5940425"/>
              <a:gd name="connsiteX2" fmla="*/ 6499502 w 6499502"/>
              <a:gd name="connsiteY2" fmla="*/ 5940425 h 5940425"/>
              <a:gd name="connsiteX3" fmla="*/ 4432576 w 6499502"/>
              <a:gd name="connsiteY3" fmla="*/ 5940425 h 5940425"/>
              <a:gd name="connsiteX4" fmla="*/ 2216288 w 6499502"/>
              <a:gd name="connsiteY4" fmla="*/ 4057650 h 5940425"/>
              <a:gd name="connsiteX5" fmla="*/ 4283214 w 6499502"/>
              <a:gd name="connsiteY5" fmla="*/ 4057650 h 5940425"/>
              <a:gd name="connsiteX6" fmla="*/ 4283214 w 6499502"/>
              <a:gd name="connsiteY6" fmla="*/ 5940425 h 5940425"/>
              <a:gd name="connsiteX7" fmla="*/ 2216288 w 6499502"/>
              <a:gd name="connsiteY7" fmla="*/ 5940425 h 5940425"/>
              <a:gd name="connsiteX8" fmla="*/ 0 w 6499502"/>
              <a:gd name="connsiteY8" fmla="*/ 4057650 h 5940425"/>
              <a:gd name="connsiteX9" fmla="*/ 2066926 w 6499502"/>
              <a:gd name="connsiteY9" fmla="*/ 4057650 h 5940425"/>
              <a:gd name="connsiteX10" fmla="*/ 2066926 w 6499502"/>
              <a:gd name="connsiteY10" fmla="*/ 5940425 h 5940425"/>
              <a:gd name="connsiteX11" fmla="*/ 0 w 6499502"/>
              <a:gd name="connsiteY11" fmla="*/ 5940425 h 5940425"/>
              <a:gd name="connsiteX12" fmla="*/ 4432576 w 6499502"/>
              <a:gd name="connsiteY12" fmla="*/ 2028825 h 5940425"/>
              <a:gd name="connsiteX13" fmla="*/ 6499502 w 6499502"/>
              <a:gd name="connsiteY13" fmla="*/ 2028825 h 5940425"/>
              <a:gd name="connsiteX14" fmla="*/ 6499502 w 6499502"/>
              <a:gd name="connsiteY14" fmla="*/ 3911600 h 5940425"/>
              <a:gd name="connsiteX15" fmla="*/ 4432576 w 6499502"/>
              <a:gd name="connsiteY15" fmla="*/ 3911600 h 5940425"/>
              <a:gd name="connsiteX16" fmla="*/ 2216288 w 6499502"/>
              <a:gd name="connsiteY16" fmla="*/ 2028825 h 5940425"/>
              <a:gd name="connsiteX17" fmla="*/ 4283214 w 6499502"/>
              <a:gd name="connsiteY17" fmla="*/ 2028825 h 5940425"/>
              <a:gd name="connsiteX18" fmla="*/ 4283214 w 6499502"/>
              <a:gd name="connsiteY18" fmla="*/ 3911600 h 5940425"/>
              <a:gd name="connsiteX19" fmla="*/ 2216288 w 6499502"/>
              <a:gd name="connsiteY19" fmla="*/ 3911600 h 5940425"/>
              <a:gd name="connsiteX20" fmla="*/ 0 w 6499502"/>
              <a:gd name="connsiteY20" fmla="*/ 2028825 h 5940425"/>
              <a:gd name="connsiteX21" fmla="*/ 2066926 w 6499502"/>
              <a:gd name="connsiteY21" fmla="*/ 2028825 h 5940425"/>
              <a:gd name="connsiteX22" fmla="*/ 2066926 w 6499502"/>
              <a:gd name="connsiteY22" fmla="*/ 3911600 h 5940425"/>
              <a:gd name="connsiteX23" fmla="*/ 0 w 6499502"/>
              <a:gd name="connsiteY23" fmla="*/ 3911600 h 5940425"/>
              <a:gd name="connsiteX24" fmla="*/ 4432576 w 6499502"/>
              <a:gd name="connsiteY24" fmla="*/ 0 h 5940425"/>
              <a:gd name="connsiteX25" fmla="*/ 6499502 w 6499502"/>
              <a:gd name="connsiteY25" fmla="*/ 0 h 5940425"/>
              <a:gd name="connsiteX26" fmla="*/ 6499502 w 6499502"/>
              <a:gd name="connsiteY26" fmla="*/ 1882775 h 5940425"/>
              <a:gd name="connsiteX27" fmla="*/ 4432576 w 6499502"/>
              <a:gd name="connsiteY27" fmla="*/ 1882775 h 5940425"/>
              <a:gd name="connsiteX28" fmla="*/ 2216288 w 6499502"/>
              <a:gd name="connsiteY28" fmla="*/ 0 h 5940425"/>
              <a:gd name="connsiteX29" fmla="*/ 4283214 w 6499502"/>
              <a:gd name="connsiteY29" fmla="*/ 0 h 5940425"/>
              <a:gd name="connsiteX30" fmla="*/ 4283214 w 6499502"/>
              <a:gd name="connsiteY30" fmla="*/ 1882775 h 5940425"/>
              <a:gd name="connsiteX31" fmla="*/ 2216288 w 6499502"/>
              <a:gd name="connsiteY31" fmla="*/ 1882775 h 5940425"/>
              <a:gd name="connsiteX32" fmla="*/ 0 w 6499502"/>
              <a:gd name="connsiteY32" fmla="*/ 0 h 5940425"/>
              <a:gd name="connsiteX33" fmla="*/ 2066926 w 6499502"/>
              <a:gd name="connsiteY33" fmla="*/ 0 h 5940425"/>
              <a:gd name="connsiteX34" fmla="*/ 2066926 w 6499502"/>
              <a:gd name="connsiteY34" fmla="*/ 1882775 h 5940425"/>
              <a:gd name="connsiteX35" fmla="*/ 0 w 6499502"/>
              <a:gd name="connsiteY35" fmla="*/ 1882775 h 594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499502" h="5940425">
                <a:moveTo>
                  <a:pt x="4432576" y="4057650"/>
                </a:moveTo>
                <a:lnTo>
                  <a:pt x="6499502" y="4057650"/>
                </a:lnTo>
                <a:lnTo>
                  <a:pt x="6499502" y="5940425"/>
                </a:lnTo>
                <a:lnTo>
                  <a:pt x="4432576" y="5940425"/>
                </a:lnTo>
                <a:close/>
                <a:moveTo>
                  <a:pt x="2216288" y="4057650"/>
                </a:moveTo>
                <a:lnTo>
                  <a:pt x="4283214" y="4057650"/>
                </a:lnTo>
                <a:lnTo>
                  <a:pt x="4283214" y="5940425"/>
                </a:lnTo>
                <a:lnTo>
                  <a:pt x="2216288" y="5940425"/>
                </a:lnTo>
                <a:close/>
                <a:moveTo>
                  <a:pt x="0" y="4057650"/>
                </a:moveTo>
                <a:lnTo>
                  <a:pt x="2066926" y="4057650"/>
                </a:lnTo>
                <a:lnTo>
                  <a:pt x="2066926" y="5940425"/>
                </a:lnTo>
                <a:lnTo>
                  <a:pt x="0" y="5940425"/>
                </a:lnTo>
                <a:close/>
                <a:moveTo>
                  <a:pt x="4432576" y="2028825"/>
                </a:moveTo>
                <a:lnTo>
                  <a:pt x="6499502" y="2028825"/>
                </a:lnTo>
                <a:lnTo>
                  <a:pt x="6499502" y="3911600"/>
                </a:lnTo>
                <a:lnTo>
                  <a:pt x="4432576" y="3911600"/>
                </a:lnTo>
                <a:close/>
                <a:moveTo>
                  <a:pt x="2216288" y="2028825"/>
                </a:moveTo>
                <a:lnTo>
                  <a:pt x="4283214" y="2028825"/>
                </a:lnTo>
                <a:lnTo>
                  <a:pt x="4283214" y="3911600"/>
                </a:lnTo>
                <a:lnTo>
                  <a:pt x="2216288" y="3911600"/>
                </a:lnTo>
                <a:close/>
                <a:moveTo>
                  <a:pt x="0" y="2028825"/>
                </a:moveTo>
                <a:lnTo>
                  <a:pt x="2066926" y="2028825"/>
                </a:lnTo>
                <a:lnTo>
                  <a:pt x="2066926" y="3911600"/>
                </a:lnTo>
                <a:lnTo>
                  <a:pt x="0" y="3911600"/>
                </a:lnTo>
                <a:close/>
                <a:moveTo>
                  <a:pt x="4432576" y="0"/>
                </a:moveTo>
                <a:lnTo>
                  <a:pt x="6499502" y="0"/>
                </a:lnTo>
                <a:lnTo>
                  <a:pt x="6499502" y="1882775"/>
                </a:lnTo>
                <a:lnTo>
                  <a:pt x="4432576" y="1882775"/>
                </a:lnTo>
                <a:close/>
                <a:moveTo>
                  <a:pt x="2216288" y="0"/>
                </a:moveTo>
                <a:lnTo>
                  <a:pt x="4283214" y="0"/>
                </a:lnTo>
                <a:lnTo>
                  <a:pt x="4283214" y="1882775"/>
                </a:lnTo>
                <a:lnTo>
                  <a:pt x="2216288" y="1882775"/>
                </a:lnTo>
                <a:close/>
                <a:moveTo>
                  <a:pt x="0" y="0"/>
                </a:moveTo>
                <a:lnTo>
                  <a:pt x="2066926" y="0"/>
                </a:lnTo>
                <a:lnTo>
                  <a:pt x="2066926" y="1882775"/>
                </a:lnTo>
                <a:lnTo>
                  <a:pt x="0" y="18827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596928"/>
            <a:ext cx="4810125" cy="3267268"/>
          </a:xfrm>
        </p:spPr>
        <p:txBody>
          <a:bodyPr rtlCol="0" anchor="ctr"/>
          <a:lstStyle>
            <a:lvl1pPr>
              <a:defRPr sz="6000">
                <a:solidFill>
                  <a:schemeClr val="accent5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3933498" y="4952673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6B43515-5C7A-4125-B76D-8A24D2BBE5EC}"/>
              </a:ext>
            </a:extLst>
          </p:cNvPr>
          <p:cNvSpPr/>
          <p:nvPr userDrawn="1"/>
        </p:nvSpPr>
        <p:spPr>
          <a:xfrm>
            <a:off x="371475" y="1011911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C9A713B-4176-4C86-9E87-4ADBD6F444FB}"/>
              </a:ext>
            </a:extLst>
          </p:cNvPr>
          <p:cNvSpPr/>
          <p:nvPr userDrawn="1"/>
        </p:nvSpPr>
        <p:spPr>
          <a:xfrm>
            <a:off x="620587" y="671713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62233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917949"/>
            <a:ext cx="6915150" cy="2268337"/>
          </a:xfrm>
        </p:spPr>
        <p:txBody>
          <a:bodyPr rtlCol="0" anchor="ctr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5222179" y="2327274"/>
            <a:ext cx="2176462" cy="1511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FA0623C-0B34-4074-8AA0-6428A5AF07A3}"/>
              </a:ext>
            </a:extLst>
          </p:cNvPr>
          <p:cNvSpPr/>
          <p:nvPr userDrawn="1"/>
        </p:nvSpPr>
        <p:spPr>
          <a:xfrm>
            <a:off x="7468839" y="3917949"/>
            <a:ext cx="2176462" cy="22828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3" name="Marcador de posición de imagen 32">
            <a:extLst>
              <a:ext uri="{FF2B5EF4-FFF2-40B4-BE49-F238E27FC236}">
                <a16:creationId xmlns:a16="http://schemas.microsoft.com/office/drawing/2014/main" id="{B5D335A5-A601-4D8A-AEF5-F34792FF565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1474" y="260351"/>
            <a:ext cx="11520489" cy="5940424"/>
          </a:xfrm>
          <a:custGeom>
            <a:avLst/>
            <a:gdLst>
              <a:gd name="connsiteX0" fmla="*/ 9344026 w 11520489"/>
              <a:gd name="connsiteY0" fmla="*/ 3657598 h 5940424"/>
              <a:gd name="connsiteX1" fmla="*/ 11520489 w 11520489"/>
              <a:gd name="connsiteY1" fmla="*/ 3657598 h 5940424"/>
              <a:gd name="connsiteX2" fmla="*/ 11520489 w 11520489"/>
              <a:gd name="connsiteY2" fmla="*/ 5940424 h 5940424"/>
              <a:gd name="connsiteX3" fmla="*/ 9344026 w 11520489"/>
              <a:gd name="connsiteY3" fmla="*/ 5940424 h 5940424"/>
              <a:gd name="connsiteX4" fmla="*/ 9344026 w 11520489"/>
              <a:gd name="connsiteY4" fmla="*/ 2066924 h 5940424"/>
              <a:gd name="connsiteX5" fmla="*/ 11520489 w 11520489"/>
              <a:gd name="connsiteY5" fmla="*/ 2066924 h 5940424"/>
              <a:gd name="connsiteX6" fmla="*/ 11520489 w 11520489"/>
              <a:gd name="connsiteY6" fmla="*/ 3578224 h 5940424"/>
              <a:gd name="connsiteX7" fmla="*/ 9344026 w 11520489"/>
              <a:gd name="connsiteY7" fmla="*/ 3578224 h 5940424"/>
              <a:gd name="connsiteX8" fmla="*/ 7097365 w 11520489"/>
              <a:gd name="connsiteY8" fmla="*/ 2066924 h 5940424"/>
              <a:gd name="connsiteX9" fmla="*/ 9273828 w 11520489"/>
              <a:gd name="connsiteY9" fmla="*/ 2066924 h 5940424"/>
              <a:gd name="connsiteX10" fmla="*/ 9273828 w 11520489"/>
              <a:gd name="connsiteY10" fmla="*/ 3578224 h 5940424"/>
              <a:gd name="connsiteX11" fmla="*/ 7097365 w 11520489"/>
              <a:gd name="connsiteY11" fmla="*/ 3578224 h 5940424"/>
              <a:gd name="connsiteX12" fmla="*/ 2604044 w 11520489"/>
              <a:gd name="connsiteY12" fmla="*/ 2066923 h 5940424"/>
              <a:gd name="connsiteX13" fmla="*/ 4780506 w 11520489"/>
              <a:gd name="connsiteY13" fmla="*/ 2066923 h 5940424"/>
              <a:gd name="connsiteX14" fmla="*/ 4780506 w 11520489"/>
              <a:gd name="connsiteY14" fmla="*/ 3578222 h 5940424"/>
              <a:gd name="connsiteX15" fmla="*/ 2604044 w 11520489"/>
              <a:gd name="connsiteY15" fmla="*/ 3578222 h 5940424"/>
              <a:gd name="connsiteX16" fmla="*/ 0 w 11520489"/>
              <a:gd name="connsiteY16" fmla="*/ 2066923 h 5940424"/>
              <a:gd name="connsiteX17" fmla="*/ 2533843 w 11520489"/>
              <a:gd name="connsiteY17" fmla="*/ 2066923 h 5940424"/>
              <a:gd name="connsiteX18" fmla="*/ 2533843 w 11520489"/>
              <a:gd name="connsiteY18" fmla="*/ 3578222 h 5940424"/>
              <a:gd name="connsiteX19" fmla="*/ 0 w 11520489"/>
              <a:gd name="connsiteY19" fmla="*/ 3578222 h 5940424"/>
              <a:gd name="connsiteX20" fmla="*/ 2604046 w 11520489"/>
              <a:gd name="connsiteY20" fmla="*/ 0 h 5940424"/>
              <a:gd name="connsiteX21" fmla="*/ 4780509 w 11520489"/>
              <a:gd name="connsiteY21" fmla="*/ 0 h 5940424"/>
              <a:gd name="connsiteX22" fmla="*/ 4780509 w 11520489"/>
              <a:gd name="connsiteY22" fmla="*/ 1987550 h 5940424"/>
              <a:gd name="connsiteX23" fmla="*/ 2604046 w 11520489"/>
              <a:gd name="connsiteY23" fmla="*/ 1987550 h 5940424"/>
              <a:gd name="connsiteX24" fmla="*/ 2 w 11520489"/>
              <a:gd name="connsiteY24" fmla="*/ 0 h 5940424"/>
              <a:gd name="connsiteX25" fmla="*/ 2533845 w 11520489"/>
              <a:gd name="connsiteY25" fmla="*/ 0 h 5940424"/>
              <a:gd name="connsiteX26" fmla="*/ 2533845 w 11520489"/>
              <a:gd name="connsiteY26" fmla="*/ 1987550 h 5940424"/>
              <a:gd name="connsiteX27" fmla="*/ 2 w 11520489"/>
              <a:gd name="connsiteY27" fmla="*/ 1987550 h 5940424"/>
              <a:gd name="connsiteX28" fmla="*/ 7097365 w 11520489"/>
              <a:gd name="connsiteY28" fmla="*/ 0 h 5940424"/>
              <a:gd name="connsiteX29" fmla="*/ 9273828 w 11520489"/>
              <a:gd name="connsiteY29" fmla="*/ 0 h 5940424"/>
              <a:gd name="connsiteX30" fmla="*/ 9273828 w 11520489"/>
              <a:gd name="connsiteY30" fmla="*/ 1987550 h 5940424"/>
              <a:gd name="connsiteX31" fmla="*/ 7097365 w 11520489"/>
              <a:gd name="connsiteY31" fmla="*/ 1987550 h 5940424"/>
              <a:gd name="connsiteX32" fmla="*/ 4850705 w 11520489"/>
              <a:gd name="connsiteY32" fmla="*/ 0 h 5940424"/>
              <a:gd name="connsiteX33" fmla="*/ 7027168 w 11520489"/>
              <a:gd name="connsiteY33" fmla="*/ 0 h 5940424"/>
              <a:gd name="connsiteX34" fmla="*/ 7027168 w 11520489"/>
              <a:gd name="connsiteY34" fmla="*/ 1987550 h 5940424"/>
              <a:gd name="connsiteX35" fmla="*/ 4850705 w 11520489"/>
              <a:gd name="connsiteY35" fmla="*/ 1987550 h 5940424"/>
              <a:gd name="connsiteX36" fmla="*/ 9344025 w 11520489"/>
              <a:gd name="connsiteY36" fmla="*/ 0 h 5940424"/>
              <a:gd name="connsiteX37" fmla="*/ 11520488 w 11520489"/>
              <a:gd name="connsiteY37" fmla="*/ 0 h 5940424"/>
              <a:gd name="connsiteX38" fmla="*/ 11520488 w 11520489"/>
              <a:gd name="connsiteY38" fmla="*/ 1987550 h 5940424"/>
              <a:gd name="connsiteX39" fmla="*/ 9344025 w 11520489"/>
              <a:gd name="connsiteY39" fmla="*/ 1987550 h 594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520489" h="5940424">
                <a:moveTo>
                  <a:pt x="9344026" y="3657598"/>
                </a:moveTo>
                <a:lnTo>
                  <a:pt x="11520489" y="3657598"/>
                </a:lnTo>
                <a:lnTo>
                  <a:pt x="11520489" y="5940424"/>
                </a:lnTo>
                <a:lnTo>
                  <a:pt x="9344026" y="5940424"/>
                </a:lnTo>
                <a:close/>
                <a:moveTo>
                  <a:pt x="9344026" y="2066924"/>
                </a:moveTo>
                <a:lnTo>
                  <a:pt x="11520489" y="2066924"/>
                </a:lnTo>
                <a:lnTo>
                  <a:pt x="11520489" y="3578224"/>
                </a:lnTo>
                <a:lnTo>
                  <a:pt x="9344026" y="3578224"/>
                </a:lnTo>
                <a:close/>
                <a:moveTo>
                  <a:pt x="7097365" y="2066924"/>
                </a:moveTo>
                <a:lnTo>
                  <a:pt x="9273828" y="2066924"/>
                </a:lnTo>
                <a:lnTo>
                  <a:pt x="9273828" y="3578224"/>
                </a:lnTo>
                <a:lnTo>
                  <a:pt x="7097365" y="3578224"/>
                </a:lnTo>
                <a:close/>
                <a:moveTo>
                  <a:pt x="2604044" y="2066923"/>
                </a:moveTo>
                <a:lnTo>
                  <a:pt x="4780506" y="2066923"/>
                </a:lnTo>
                <a:lnTo>
                  <a:pt x="4780506" y="3578222"/>
                </a:lnTo>
                <a:lnTo>
                  <a:pt x="2604044" y="3578222"/>
                </a:lnTo>
                <a:close/>
                <a:moveTo>
                  <a:pt x="0" y="2066923"/>
                </a:moveTo>
                <a:lnTo>
                  <a:pt x="2533843" y="2066923"/>
                </a:lnTo>
                <a:lnTo>
                  <a:pt x="2533843" y="3578222"/>
                </a:lnTo>
                <a:lnTo>
                  <a:pt x="0" y="3578222"/>
                </a:lnTo>
                <a:close/>
                <a:moveTo>
                  <a:pt x="2604046" y="0"/>
                </a:moveTo>
                <a:lnTo>
                  <a:pt x="4780509" y="0"/>
                </a:lnTo>
                <a:lnTo>
                  <a:pt x="4780509" y="1987550"/>
                </a:lnTo>
                <a:lnTo>
                  <a:pt x="2604046" y="1987550"/>
                </a:lnTo>
                <a:close/>
                <a:moveTo>
                  <a:pt x="2" y="0"/>
                </a:moveTo>
                <a:lnTo>
                  <a:pt x="2533845" y="0"/>
                </a:lnTo>
                <a:lnTo>
                  <a:pt x="2533845" y="1987550"/>
                </a:lnTo>
                <a:lnTo>
                  <a:pt x="2" y="1987550"/>
                </a:lnTo>
                <a:close/>
                <a:moveTo>
                  <a:pt x="7097365" y="0"/>
                </a:moveTo>
                <a:lnTo>
                  <a:pt x="9273828" y="0"/>
                </a:lnTo>
                <a:lnTo>
                  <a:pt x="9273828" y="1987550"/>
                </a:lnTo>
                <a:lnTo>
                  <a:pt x="7097365" y="1987550"/>
                </a:lnTo>
                <a:close/>
                <a:moveTo>
                  <a:pt x="4850705" y="0"/>
                </a:moveTo>
                <a:lnTo>
                  <a:pt x="7027168" y="0"/>
                </a:lnTo>
                <a:lnTo>
                  <a:pt x="7027168" y="1987550"/>
                </a:lnTo>
                <a:lnTo>
                  <a:pt x="4850705" y="1987550"/>
                </a:lnTo>
                <a:close/>
                <a:moveTo>
                  <a:pt x="9344025" y="0"/>
                </a:moveTo>
                <a:lnTo>
                  <a:pt x="11520488" y="0"/>
                </a:lnTo>
                <a:lnTo>
                  <a:pt x="11520488" y="1987550"/>
                </a:lnTo>
                <a:lnTo>
                  <a:pt x="9344025" y="19875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883340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406207"/>
            <a:ext cx="10439400" cy="1175444"/>
          </a:xfrm>
        </p:spPr>
        <p:txBody>
          <a:bodyPr rtlCol="0" anchor="ctr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0" y="0"/>
            <a:ext cx="12191999" cy="28479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230D70C6-13FD-45D4-8FB6-26C56B8FF2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365759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10ED78A-2A17-41C4-9030-D406C56DDF4A}"/>
              </a:ext>
            </a:extLst>
          </p:cNvPr>
          <p:cNvSpPr/>
          <p:nvPr userDrawn="1"/>
        </p:nvSpPr>
        <p:spPr>
          <a:xfrm>
            <a:off x="5795961" y="3914082"/>
            <a:ext cx="600075" cy="291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4458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0A6C789F-805A-4494-8430-C63414191AC2}"/>
              </a:ext>
            </a:extLst>
          </p:cNvPr>
          <p:cNvSpPr/>
          <p:nvPr userDrawn="1"/>
        </p:nvSpPr>
        <p:spPr>
          <a:xfrm>
            <a:off x="371475" y="1526382"/>
            <a:ext cx="3595688" cy="45624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8224838" y="1526382"/>
            <a:ext cx="3595688" cy="4562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026" y="1724025"/>
            <a:ext cx="3143250" cy="41910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282" y="1712119"/>
            <a:ext cx="3142800" cy="41910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67163" y="1233488"/>
            <a:ext cx="4257675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187661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6200775" y="1233487"/>
            <a:ext cx="5619751" cy="2733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1357414"/>
            <a:ext cx="5255193" cy="240486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757863" cy="24156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1" name="Marcador de posición de imagen 6">
            <a:extLst>
              <a:ext uri="{FF2B5EF4-FFF2-40B4-BE49-F238E27FC236}">
                <a16:creationId xmlns:a16="http://schemas.microsoft.com/office/drawing/2014/main" id="{B9795E85-7B91-41BB-9DF4-A4893AA48F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0775" y="3967163"/>
            <a:ext cx="5619750" cy="24145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5757863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48474"/>
            <a:ext cx="5256000" cy="24048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42810182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8" cy="238136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11520488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3808206"/>
            <a:ext cx="5255193" cy="240486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08236"/>
            <a:ext cx="5256000" cy="24048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C15E3050-1157-4448-A84E-5AC72FC84A7F}"/>
              </a:ext>
            </a:extLst>
          </p:cNvPr>
          <p:cNvCxnSpPr/>
          <p:nvPr userDrawn="1"/>
        </p:nvCxnSpPr>
        <p:spPr>
          <a:xfrm>
            <a:off x="6131719" y="3774712"/>
            <a:ext cx="0" cy="247184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386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15DEB4D-1697-4E72-B2BF-F5EA1EF3B009}"/>
              </a:ext>
            </a:extLst>
          </p:cNvPr>
          <p:cNvSpPr/>
          <p:nvPr userDrawn="1"/>
        </p:nvSpPr>
        <p:spPr>
          <a:xfrm>
            <a:off x="7162799" y="3052634"/>
            <a:ext cx="1368533" cy="11301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334424"/>
            <a:ext cx="4448175" cy="1520824"/>
          </a:xfrm>
        </p:spPr>
        <p:txBody>
          <a:bodyPr rtlCol="0" anchor="b">
            <a:noAutofit/>
          </a:bodyPr>
          <a:lstStyle>
            <a:lvl1pPr>
              <a:defRPr sz="36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09563" y="3118775"/>
            <a:ext cx="2927311" cy="3081999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5" y="3118776"/>
            <a:ext cx="2926800" cy="3081922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84421AF3-217F-49BD-BF47-1140F3F445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08415" y="-4277"/>
            <a:ext cx="7283585" cy="6204974"/>
          </a:xfrm>
          <a:custGeom>
            <a:avLst/>
            <a:gdLst>
              <a:gd name="connsiteX0" fmla="*/ 4914900 w 7283585"/>
              <a:gd name="connsiteY0" fmla="*/ 4064000 h 6204974"/>
              <a:gd name="connsiteX1" fmla="*/ 7283585 w 7283585"/>
              <a:gd name="connsiteY1" fmla="*/ 4064000 h 6204974"/>
              <a:gd name="connsiteX2" fmla="*/ 7283585 w 7283585"/>
              <a:gd name="connsiteY2" fmla="*/ 6204974 h 6204974"/>
              <a:gd name="connsiteX3" fmla="*/ 4914900 w 7283585"/>
              <a:gd name="connsiteY3" fmla="*/ 6204974 h 6204974"/>
              <a:gd name="connsiteX4" fmla="*/ 4914900 w 7283585"/>
              <a:gd name="connsiteY4" fmla="*/ 2032000 h 6204974"/>
              <a:gd name="connsiteX5" fmla="*/ 7283585 w 7283585"/>
              <a:gd name="connsiteY5" fmla="*/ 2032000 h 6204974"/>
              <a:gd name="connsiteX6" fmla="*/ 7283585 w 7283585"/>
              <a:gd name="connsiteY6" fmla="*/ 3946525 h 6204974"/>
              <a:gd name="connsiteX7" fmla="*/ 4914900 w 7283585"/>
              <a:gd name="connsiteY7" fmla="*/ 3946525 h 6204974"/>
              <a:gd name="connsiteX8" fmla="*/ 2457450 w 7283585"/>
              <a:gd name="connsiteY8" fmla="*/ 2032000 h 6204974"/>
              <a:gd name="connsiteX9" fmla="*/ 4826135 w 7283585"/>
              <a:gd name="connsiteY9" fmla="*/ 2032000 h 6204974"/>
              <a:gd name="connsiteX10" fmla="*/ 4826135 w 7283585"/>
              <a:gd name="connsiteY10" fmla="*/ 3946525 h 6204974"/>
              <a:gd name="connsiteX11" fmla="*/ 2457450 w 7283585"/>
              <a:gd name="connsiteY11" fmla="*/ 3946525 h 6204974"/>
              <a:gd name="connsiteX12" fmla="*/ 0 w 7283585"/>
              <a:gd name="connsiteY12" fmla="*/ 8552 h 6204974"/>
              <a:gd name="connsiteX13" fmla="*/ 2368685 w 7283585"/>
              <a:gd name="connsiteY13" fmla="*/ 8552 h 6204974"/>
              <a:gd name="connsiteX14" fmla="*/ 2368685 w 7283585"/>
              <a:gd name="connsiteY14" fmla="*/ 1923077 h 6204974"/>
              <a:gd name="connsiteX15" fmla="*/ 0 w 7283585"/>
              <a:gd name="connsiteY15" fmla="*/ 1923077 h 6204974"/>
              <a:gd name="connsiteX16" fmla="*/ 2457450 w 7283585"/>
              <a:gd name="connsiteY16" fmla="*/ 4276 h 6204974"/>
              <a:gd name="connsiteX17" fmla="*/ 4826135 w 7283585"/>
              <a:gd name="connsiteY17" fmla="*/ 4276 h 6204974"/>
              <a:gd name="connsiteX18" fmla="*/ 4826135 w 7283585"/>
              <a:gd name="connsiteY18" fmla="*/ 1918801 h 6204974"/>
              <a:gd name="connsiteX19" fmla="*/ 2457450 w 7283585"/>
              <a:gd name="connsiteY19" fmla="*/ 1918801 h 6204974"/>
              <a:gd name="connsiteX20" fmla="*/ 4914900 w 7283585"/>
              <a:gd name="connsiteY20" fmla="*/ 0 h 6204974"/>
              <a:gd name="connsiteX21" fmla="*/ 7283585 w 7283585"/>
              <a:gd name="connsiteY21" fmla="*/ 0 h 6204974"/>
              <a:gd name="connsiteX22" fmla="*/ 7283585 w 7283585"/>
              <a:gd name="connsiteY22" fmla="*/ 1914525 h 6204974"/>
              <a:gd name="connsiteX23" fmla="*/ 4914900 w 7283585"/>
              <a:gd name="connsiteY23" fmla="*/ 1914525 h 620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83585" h="6204974">
                <a:moveTo>
                  <a:pt x="4914900" y="4064000"/>
                </a:moveTo>
                <a:lnTo>
                  <a:pt x="7283585" y="4064000"/>
                </a:lnTo>
                <a:lnTo>
                  <a:pt x="7283585" y="6204974"/>
                </a:lnTo>
                <a:lnTo>
                  <a:pt x="4914900" y="6204974"/>
                </a:lnTo>
                <a:close/>
                <a:moveTo>
                  <a:pt x="4914900" y="2032000"/>
                </a:moveTo>
                <a:lnTo>
                  <a:pt x="7283585" y="2032000"/>
                </a:lnTo>
                <a:lnTo>
                  <a:pt x="7283585" y="3946525"/>
                </a:lnTo>
                <a:lnTo>
                  <a:pt x="4914900" y="3946525"/>
                </a:lnTo>
                <a:close/>
                <a:moveTo>
                  <a:pt x="2457450" y="2032000"/>
                </a:moveTo>
                <a:lnTo>
                  <a:pt x="4826135" y="2032000"/>
                </a:lnTo>
                <a:lnTo>
                  <a:pt x="4826135" y="3946525"/>
                </a:lnTo>
                <a:lnTo>
                  <a:pt x="2457450" y="3946525"/>
                </a:lnTo>
                <a:close/>
                <a:moveTo>
                  <a:pt x="0" y="8552"/>
                </a:moveTo>
                <a:lnTo>
                  <a:pt x="2368685" y="8552"/>
                </a:lnTo>
                <a:lnTo>
                  <a:pt x="2368685" y="1923077"/>
                </a:lnTo>
                <a:lnTo>
                  <a:pt x="0" y="1923077"/>
                </a:lnTo>
                <a:close/>
                <a:moveTo>
                  <a:pt x="2457450" y="4276"/>
                </a:moveTo>
                <a:lnTo>
                  <a:pt x="4826135" y="4276"/>
                </a:lnTo>
                <a:lnTo>
                  <a:pt x="4826135" y="1918801"/>
                </a:lnTo>
                <a:lnTo>
                  <a:pt x="2457450" y="1918801"/>
                </a:lnTo>
                <a:close/>
                <a:moveTo>
                  <a:pt x="4914900" y="0"/>
                </a:moveTo>
                <a:lnTo>
                  <a:pt x="7283585" y="0"/>
                </a:lnTo>
                <a:lnTo>
                  <a:pt x="7283585" y="1914525"/>
                </a:lnTo>
                <a:lnTo>
                  <a:pt x="4914900" y="1914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75378D9-445B-4812-AE73-9B2CF92DCDF1}"/>
              </a:ext>
            </a:extLst>
          </p:cNvPr>
          <p:cNvSpPr/>
          <p:nvPr userDrawn="1"/>
        </p:nvSpPr>
        <p:spPr>
          <a:xfrm>
            <a:off x="6210299" y="2027725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569B8CC-B741-4501-A871-F6CC58941F5C}"/>
              </a:ext>
            </a:extLst>
          </p:cNvPr>
          <p:cNvSpPr/>
          <p:nvPr userDrawn="1"/>
        </p:nvSpPr>
        <p:spPr>
          <a:xfrm>
            <a:off x="8661263" y="4055448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8ED9C5BC-5F16-4DC8-BAA3-30A378B7F5FB}"/>
              </a:ext>
            </a:extLst>
          </p:cNvPr>
          <p:cNvCxnSpPr>
            <a:cxnSpLocks/>
          </p:cNvCxnSpPr>
          <p:nvPr userDrawn="1"/>
        </p:nvCxnSpPr>
        <p:spPr>
          <a:xfrm>
            <a:off x="3452019" y="3106075"/>
            <a:ext cx="0" cy="30947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F0E9B02-FBE7-4B3F-833A-FCDE146B2DAD}"/>
              </a:ext>
            </a:extLst>
          </p:cNvPr>
          <p:cNvSpPr/>
          <p:nvPr userDrawn="1"/>
        </p:nvSpPr>
        <p:spPr>
          <a:xfrm>
            <a:off x="0" y="1405862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58960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73E3AB81-FB3C-492F-8AB9-CFC37EECCE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11520488" cy="6121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F2C4CC9-6F35-4EBF-857F-EBD298D77347}"/>
              </a:ext>
            </a:extLst>
          </p:cNvPr>
          <p:cNvSpPr/>
          <p:nvPr userDrawn="1"/>
        </p:nvSpPr>
        <p:spPr>
          <a:xfrm>
            <a:off x="1578741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1D54A23-014A-49B4-9E28-7641C8A4F0C1}"/>
              </a:ext>
            </a:extLst>
          </p:cNvPr>
          <p:cNvSpPr/>
          <p:nvPr userDrawn="1"/>
        </p:nvSpPr>
        <p:spPr>
          <a:xfrm>
            <a:off x="6184487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4" y="1233488"/>
            <a:ext cx="9016993" cy="761076"/>
          </a:xfrm>
        </p:spPr>
        <p:txBody>
          <a:bodyPr rtlCol="0" anchor="ctr">
            <a:noAutofit/>
          </a:bodyPr>
          <a:lstStyle>
            <a:lvl1pPr algn="ctr">
              <a:defRPr sz="36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091" y="2424864"/>
            <a:ext cx="4132800" cy="28332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22820" y="2424864"/>
            <a:ext cx="4131850" cy="2832101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1069587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13E1565-5B33-4914-9800-50B8400266FF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DE438B2E-01A6-453B-928D-97D9843816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5756" y="260350"/>
            <a:ext cx="11520488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9110570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404FC023-3732-4036-B4DA-F34DC45303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2191999" cy="6857999"/>
          </a:xfrm>
          <a:custGeom>
            <a:avLst/>
            <a:gdLst>
              <a:gd name="connsiteX0" fmla="*/ 9194799 w 12191999"/>
              <a:gd name="connsiteY0" fmla="*/ 4114799 h 6108699"/>
              <a:gd name="connsiteX1" fmla="*/ 12191999 w 12191999"/>
              <a:gd name="connsiteY1" fmla="*/ 4114799 h 6108699"/>
              <a:gd name="connsiteX2" fmla="*/ 12191999 w 12191999"/>
              <a:gd name="connsiteY2" fmla="*/ 6108699 h 6108699"/>
              <a:gd name="connsiteX3" fmla="*/ 9194799 w 12191999"/>
              <a:gd name="connsiteY3" fmla="*/ 6108699 h 6108699"/>
              <a:gd name="connsiteX4" fmla="*/ 6129865 w 12191999"/>
              <a:gd name="connsiteY4" fmla="*/ 4114799 h 6108699"/>
              <a:gd name="connsiteX5" fmla="*/ 9127065 w 12191999"/>
              <a:gd name="connsiteY5" fmla="*/ 4114799 h 6108699"/>
              <a:gd name="connsiteX6" fmla="*/ 9127065 w 12191999"/>
              <a:gd name="connsiteY6" fmla="*/ 6108699 h 6108699"/>
              <a:gd name="connsiteX7" fmla="*/ 6129865 w 12191999"/>
              <a:gd name="connsiteY7" fmla="*/ 6108699 h 6108699"/>
              <a:gd name="connsiteX8" fmla="*/ 3064933 w 12191999"/>
              <a:gd name="connsiteY8" fmla="*/ 4114799 h 6108699"/>
              <a:gd name="connsiteX9" fmla="*/ 6062132 w 12191999"/>
              <a:gd name="connsiteY9" fmla="*/ 4114799 h 6108699"/>
              <a:gd name="connsiteX10" fmla="*/ 6062132 w 12191999"/>
              <a:gd name="connsiteY10" fmla="*/ 6108699 h 6108699"/>
              <a:gd name="connsiteX11" fmla="*/ 3064933 w 12191999"/>
              <a:gd name="connsiteY11" fmla="*/ 6108699 h 6108699"/>
              <a:gd name="connsiteX12" fmla="*/ 0 w 12191999"/>
              <a:gd name="connsiteY12" fmla="*/ 4114799 h 6108699"/>
              <a:gd name="connsiteX13" fmla="*/ 2997200 w 12191999"/>
              <a:gd name="connsiteY13" fmla="*/ 4114799 h 6108699"/>
              <a:gd name="connsiteX14" fmla="*/ 2997200 w 12191999"/>
              <a:gd name="connsiteY14" fmla="*/ 6108699 h 6108699"/>
              <a:gd name="connsiteX15" fmla="*/ 0 w 12191999"/>
              <a:gd name="connsiteY15" fmla="*/ 6108699 h 6108699"/>
              <a:gd name="connsiteX16" fmla="*/ 9194799 w 12191999"/>
              <a:gd name="connsiteY16" fmla="*/ 2057400 h 6108699"/>
              <a:gd name="connsiteX17" fmla="*/ 12191999 w 12191999"/>
              <a:gd name="connsiteY17" fmla="*/ 2057400 h 6108699"/>
              <a:gd name="connsiteX18" fmla="*/ 12191999 w 12191999"/>
              <a:gd name="connsiteY18" fmla="*/ 4051299 h 6108699"/>
              <a:gd name="connsiteX19" fmla="*/ 9194799 w 12191999"/>
              <a:gd name="connsiteY19" fmla="*/ 4051299 h 6108699"/>
              <a:gd name="connsiteX20" fmla="*/ 6129865 w 12191999"/>
              <a:gd name="connsiteY20" fmla="*/ 2057400 h 6108699"/>
              <a:gd name="connsiteX21" fmla="*/ 9127065 w 12191999"/>
              <a:gd name="connsiteY21" fmla="*/ 2057400 h 6108699"/>
              <a:gd name="connsiteX22" fmla="*/ 9127065 w 12191999"/>
              <a:gd name="connsiteY22" fmla="*/ 4051299 h 6108699"/>
              <a:gd name="connsiteX23" fmla="*/ 6129865 w 12191999"/>
              <a:gd name="connsiteY23" fmla="*/ 4051299 h 6108699"/>
              <a:gd name="connsiteX24" fmla="*/ 3064934 w 12191999"/>
              <a:gd name="connsiteY24" fmla="*/ 2057400 h 6108699"/>
              <a:gd name="connsiteX25" fmla="*/ 6062132 w 12191999"/>
              <a:gd name="connsiteY25" fmla="*/ 2057400 h 6108699"/>
              <a:gd name="connsiteX26" fmla="*/ 6062132 w 12191999"/>
              <a:gd name="connsiteY26" fmla="*/ 4051299 h 6108699"/>
              <a:gd name="connsiteX27" fmla="*/ 3064934 w 12191999"/>
              <a:gd name="connsiteY27" fmla="*/ 4051299 h 6108699"/>
              <a:gd name="connsiteX28" fmla="*/ 0 w 12191999"/>
              <a:gd name="connsiteY28" fmla="*/ 2057400 h 6108699"/>
              <a:gd name="connsiteX29" fmla="*/ 2997200 w 12191999"/>
              <a:gd name="connsiteY29" fmla="*/ 2057400 h 6108699"/>
              <a:gd name="connsiteX30" fmla="*/ 2997200 w 12191999"/>
              <a:gd name="connsiteY30" fmla="*/ 4051299 h 6108699"/>
              <a:gd name="connsiteX31" fmla="*/ 0 w 12191999"/>
              <a:gd name="connsiteY31" fmla="*/ 4051299 h 6108699"/>
              <a:gd name="connsiteX32" fmla="*/ 9194799 w 12191999"/>
              <a:gd name="connsiteY32" fmla="*/ 0 h 6108699"/>
              <a:gd name="connsiteX33" fmla="*/ 12191999 w 12191999"/>
              <a:gd name="connsiteY33" fmla="*/ 0 h 6108699"/>
              <a:gd name="connsiteX34" fmla="*/ 12191999 w 12191999"/>
              <a:gd name="connsiteY34" fmla="*/ 1993900 h 6108699"/>
              <a:gd name="connsiteX35" fmla="*/ 9194799 w 12191999"/>
              <a:gd name="connsiteY35" fmla="*/ 1993900 h 6108699"/>
              <a:gd name="connsiteX36" fmla="*/ 6129865 w 12191999"/>
              <a:gd name="connsiteY36" fmla="*/ 0 h 6108699"/>
              <a:gd name="connsiteX37" fmla="*/ 9127065 w 12191999"/>
              <a:gd name="connsiteY37" fmla="*/ 0 h 6108699"/>
              <a:gd name="connsiteX38" fmla="*/ 9127065 w 12191999"/>
              <a:gd name="connsiteY38" fmla="*/ 1993900 h 6108699"/>
              <a:gd name="connsiteX39" fmla="*/ 6129865 w 12191999"/>
              <a:gd name="connsiteY39" fmla="*/ 1993900 h 6108699"/>
              <a:gd name="connsiteX40" fmla="*/ 3064934 w 12191999"/>
              <a:gd name="connsiteY40" fmla="*/ 0 h 6108699"/>
              <a:gd name="connsiteX41" fmla="*/ 6062132 w 12191999"/>
              <a:gd name="connsiteY41" fmla="*/ 0 h 6108699"/>
              <a:gd name="connsiteX42" fmla="*/ 6062132 w 12191999"/>
              <a:gd name="connsiteY42" fmla="*/ 1993900 h 6108699"/>
              <a:gd name="connsiteX43" fmla="*/ 3064934 w 12191999"/>
              <a:gd name="connsiteY43" fmla="*/ 1993900 h 6108699"/>
              <a:gd name="connsiteX44" fmla="*/ 1 w 12191999"/>
              <a:gd name="connsiteY44" fmla="*/ 0 h 6108699"/>
              <a:gd name="connsiteX45" fmla="*/ 2997201 w 12191999"/>
              <a:gd name="connsiteY45" fmla="*/ 0 h 6108699"/>
              <a:gd name="connsiteX46" fmla="*/ 2997201 w 12191999"/>
              <a:gd name="connsiteY46" fmla="*/ 1993900 h 6108699"/>
              <a:gd name="connsiteX47" fmla="*/ 1 w 12191999"/>
              <a:gd name="connsiteY47" fmla="*/ 1993900 h 6108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191999" h="6108699">
                <a:moveTo>
                  <a:pt x="9194799" y="4114799"/>
                </a:moveTo>
                <a:lnTo>
                  <a:pt x="12191999" y="4114799"/>
                </a:lnTo>
                <a:lnTo>
                  <a:pt x="12191999" y="6108699"/>
                </a:lnTo>
                <a:lnTo>
                  <a:pt x="9194799" y="6108699"/>
                </a:lnTo>
                <a:close/>
                <a:moveTo>
                  <a:pt x="6129865" y="4114799"/>
                </a:moveTo>
                <a:lnTo>
                  <a:pt x="9127065" y="4114799"/>
                </a:lnTo>
                <a:lnTo>
                  <a:pt x="9127065" y="6108699"/>
                </a:lnTo>
                <a:lnTo>
                  <a:pt x="6129865" y="6108699"/>
                </a:lnTo>
                <a:close/>
                <a:moveTo>
                  <a:pt x="3064933" y="4114799"/>
                </a:moveTo>
                <a:lnTo>
                  <a:pt x="6062132" y="4114799"/>
                </a:lnTo>
                <a:lnTo>
                  <a:pt x="6062132" y="6108699"/>
                </a:lnTo>
                <a:lnTo>
                  <a:pt x="3064933" y="6108699"/>
                </a:lnTo>
                <a:close/>
                <a:moveTo>
                  <a:pt x="0" y="4114799"/>
                </a:moveTo>
                <a:lnTo>
                  <a:pt x="2997200" y="4114799"/>
                </a:lnTo>
                <a:lnTo>
                  <a:pt x="2997200" y="6108699"/>
                </a:lnTo>
                <a:lnTo>
                  <a:pt x="0" y="6108699"/>
                </a:lnTo>
                <a:close/>
                <a:moveTo>
                  <a:pt x="9194799" y="2057400"/>
                </a:moveTo>
                <a:lnTo>
                  <a:pt x="12191999" y="2057400"/>
                </a:lnTo>
                <a:lnTo>
                  <a:pt x="12191999" y="4051299"/>
                </a:lnTo>
                <a:lnTo>
                  <a:pt x="9194799" y="4051299"/>
                </a:lnTo>
                <a:close/>
                <a:moveTo>
                  <a:pt x="6129865" y="2057400"/>
                </a:moveTo>
                <a:lnTo>
                  <a:pt x="9127065" y="2057400"/>
                </a:lnTo>
                <a:lnTo>
                  <a:pt x="9127065" y="4051299"/>
                </a:lnTo>
                <a:lnTo>
                  <a:pt x="6129865" y="4051299"/>
                </a:lnTo>
                <a:close/>
                <a:moveTo>
                  <a:pt x="3064934" y="2057400"/>
                </a:moveTo>
                <a:lnTo>
                  <a:pt x="6062132" y="2057400"/>
                </a:lnTo>
                <a:lnTo>
                  <a:pt x="6062132" y="4051299"/>
                </a:lnTo>
                <a:lnTo>
                  <a:pt x="3064934" y="4051299"/>
                </a:lnTo>
                <a:close/>
                <a:moveTo>
                  <a:pt x="0" y="2057400"/>
                </a:moveTo>
                <a:lnTo>
                  <a:pt x="2997200" y="2057400"/>
                </a:lnTo>
                <a:lnTo>
                  <a:pt x="2997200" y="4051299"/>
                </a:lnTo>
                <a:lnTo>
                  <a:pt x="0" y="4051299"/>
                </a:lnTo>
                <a:close/>
                <a:moveTo>
                  <a:pt x="9194799" y="0"/>
                </a:moveTo>
                <a:lnTo>
                  <a:pt x="12191999" y="0"/>
                </a:lnTo>
                <a:lnTo>
                  <a:pt x="12191999" y="1993900"/>
                </a:lnTo>
                <a:lnTo>
                  <a:pt x="9194799" y="1993900"/>
                </a:lnTo>
                <a:close/>
                <a:moveTo>
                  <a:pt x="6129865" y="0"/>
                </a:moveTo>
                <a:lnTo>
                  <a:pt x="9127065" y="0"/>
                </a:lnTo>
                <a:lnTo>
                  <a:pt x="9127065" y="1993900"/>
                </a:lnTo>
                <a:lnTo>
                  <a:pt x="6129865" y="1993900"/>
                </a:lnTo>
                <a:close/>
                <a:moveTo>
                  <a:pt x="3064934" y="0"/>
                </a:moveTo>
                <a:lnTo>
                  <a:pt x="6062132" y="0"/>
                </a:lnTo>
                <a:lnTo>
                  <a:pt x="6062132" y="1993900"/>
                </a:lnTo>
                <a:lnTo>
                  <a:pt x="3064934" y="1993900"/>
                </a:lnTo>
                <a:close/>
                <a:moveTo>
                  <a:pt x="1" y="0"/>
                </a:moveTo>
                <a:lnTo>
                  <a:pt x="2997201" y="0"/>
                </a:lnTo>
                <a:lnTo>
                  <a:pt x="2997201" y="1993900"/>
                </a:lnTo>
                <a:lnTo>
                  <a:pt x="1" y="1993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4221609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5" name="Marcador de posición de imagen 6">
            <a:extLst>
              <a:ext uri="{FF2B5EF4-FFF2-40B4-BE49-F238E27FC236}">
                <a16:creationId xmlns:a16="http://schemas.microsoft.com/office/drawing/2014/main" id="{D9C7DFC2-3A77-4761-A9AF-98963C5CCA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81575" y="260350"/>
            <a:ext cx="27400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41144738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233488"/>
            <a:ext cx="12192001" cy="439102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18F30468-CC2E-4430-88DD-81D548B988FA}"/>
              </a:ext>
            </a:extLst>
          </p:cNvPr>
          <p:cNvGrpSpPr/>
          <p:nvPr userDrawn="1"/>
        </p:nvGrpSpPr>
        <p:grpSpPr>
          <a:xfrm>
            <a:off x="371474" y="260350"/>
            <a:ext cx="644525" cy="973138"/>
            <a:chOff x="371475" y="671713"/>
            <a:chExt cx="496540" cy="836738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BF6F92E0-2218-46A5-A183-84468D9B72A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9B476586-864B-4C72-91AF-8CF8796C6DE8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10" name="Rectángulo 9">
            <a:extLst>
              <a:ext uri="{FF2B5EF4-FFF2-40B4-BE49-F238E27FC236}">
                <a16:creationId xmlns:a16="http://schemas.microsoft.com/office/drawing/2014/main" id="{38B3D026-83A3-4D78-8B11-A20A6F47170C}"/>
              </a:ext>
            </a:extLst>
          </p:cNvPr>
          <p:cNvSpPr/>
          <p:nvPr userDrawn="1"/>
        </p:nvSpPr>
        <p:spPr>
          <a:xfrm>
            <a:off x="10795001" y="5642462"/>
            <a:ext cx="1397000" cy="1215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599560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171FC10-F7C3-4841-A705-B83FDE093009}"/>
              </a:ext>
            </a:extLst>
          </p:cNvPr>
          <p:cNvSpPr/>
          <p:nvPr userDrawn="1"/>
        </p:nvSpPr>
        <p:spPr>
          <a:xfrm>
            <a:off x="9398000" y="0"/>
            <a:ext cx="2793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0350"/>
            <a:ext cx="11891963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10350859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2466000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2892285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4445" y="1330963"/>
            <a:ext cx="2986019" cy="1076636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2892284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04445" y="2623930"/>
            <a:ext cx="2986019" cy="344888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1" name="Marcador de posición de imagen 6">
            <a:extLst>
              <a:ext uri="{FF2B5EF4-FFF2-40B4-BE49-F238E27FC236}">
                <a16:creationId xmlns:a16="http://schemas.microsoft.com/office/drawing/2014/main" id="{F36B08A9-4F2C-4D72-A755-CBF0DAD5A4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1738" y="1233487"/>
            <a:ext cx="246490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8673131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bg1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8673130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86099" y="1333189"/>
            <a:ext cx="2984400" cy="1074410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86099" y="2623930"/>
            <a:ext cx="2984400" cy="344888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896188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63827" y="1233488"/>
            <a:ext cx="4828135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371476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636" y="1330963"/>
            <a:ext cx="2986019" cy="1076636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371475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636" y="2623930"/>
            <a:ext cx="2986019" cy="344888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3717652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bg1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3717651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30620" y="1333189"/>
            <a:ext cx="2984400" cy="1074410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30620" y="2623930"/>
            <a:ext cx="2984400" cy="344888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2588519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8" y="2910543"/>
            <a:ext cx="5058000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8" y="3523420"/>
            <a:ext cx="5058000" cy="2181641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142" y="2910543"/>
            <a:ext cx="5058397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142" y="3523420"/>
            <a:ext cx="5058397" cy="2181641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6864194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0" y="0"/>
            <a:ext cx="12192000" cy="21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7" y="3634443"/>
            <a:ext cx="5630165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7" y="4247320"/>
            <a:ext cx="5630165" cy="1953455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6" y="3634443"/>
            <a:ext cx="5582064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476" y="4247320"/>
            <a:ext cx="5582064" cy="1953455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1" name="Marcador de posición de imagen 6">
            <a:extLst>
              <a:ext uri="{FF2B5EF4-FFF2-40B4-BE49-F238E27FC236}">
                <a16:creationId xmlns:a16="http://schemas.microsoft.com/office/drawing/2014/main" id="{16CD8AAD-701B-4F23-AB47-6FC6807871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1593851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6" name="Marcador de posición de imagen 6">
            <a:extLst>
              <a:ext uri="{FF2B5EF4-FFF2-40B4-BE49-F238E27FC236}">
                <a16:creationId xmlns:a16="http://schemas.microsoft.com/office/drawing/2014/main" id="{2B9551A7-E41A-4D0E-925B-71270CA0F3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1738" y="1593850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815424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990C1024-E4C7-44C6-ADC4-870B3D482C3F}"/>
              </a:ext>
            </a:extLst>
          </p:cNvPr>
          <p:cNvSpPr/>
          <p:nvPr userDrawn="1"/>
        </p:nvSpPr>
        <p:spPr>
          <a:xfrm>
            <a:off x="6441279" y="3761720"/>
            <a:ext cx="5446800" cy="24009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371474" y="1271588"/>
            <a:ext cx="5445125" cy="24009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10169" y="3956706"/>
            <a:ext cx="5109021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10169" y="4569583"/>
            <a:ext cx="5109021" cy="1412117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836" y="1462743"/>
            <a:ext cx="5108400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836" y="2075621"/>
            <a:ext cx="5108400" cy="1391480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7" name="Marcador de posición de imagen 6">
            <a:extLst>
              <a:ext uri="{FF2B5EF4-FFF2-40B4-BE49-F238E27FC236}">
                <a16:creationId xmlns:a16="http://schemas.microsoft.com/office/drawing/2014/main" id="{9DFBCB44-5019-402B-BEC3-12F7F5526F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0101" y="1271588"/>
            <a:ext cx="60120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8" name="Marcador de posición de imagen 6">
            <a:extLst>
              <a:ext uri="{FF2B5EF4-FFF2-40B4-BE49-F238E27FC236}">
                <a16:creationId xmlns:a16="http://schemas.microsoft.com/office/drawing/2014/main" id="{8CD826C9-080C-4638-B261-376BD8B316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475" y="3758268"/>
            <a:ext cx="60118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565490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9837" y="2227263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5661614-E5E5-43DF-A12A-7BE84E58EE3B}"/>
              </a:ext>
            </a:extLst>
          </p:cNvPr>
          <p:cNvSpPr/>
          <p:nvPr userDrawn="1"/>
        </p:nvSpPr>
        <p:spPr>
          <a:xfrm>
            <a:off x="371475" y="5271760"/>
            <a:ext cx="5572125" cy="929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161B260-71A2-402A-A38D-FE2C484B7F99}"/>
              </a:ext>
            </a:extLst>
          </p:cNvPr>
          <p:cNvSpPr/>
          <p:nvPr userDrawn="1"/>
        </p:nvSpPr>
        <p:spPr>
          <a:xfrm>
            <a:off x="6319836" y="1233488"/>
            <a:ext cx="5572125" cy="9290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4987" y="5380667"/>
            <a:ext cx="52451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3348" y="1342395"/>
            <a:ext cx="52451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28786417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451739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9" y="164210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F9F3577-4130-4F32-9302-DA8838D30560}"/>
              </a:ext>
            </a:extLst>
          </p:cNvPr>
          <p:cNvSpPr/>
          <p:nvPr userDrawn="1"/>
        </p:nvSpPr>
        <p:spPr>
          <a:xfrm>
            <a:off x="10337800" y="5122548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571500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2429505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681869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1932303"/>
            <a:ext cx="12192000" cy="291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1470977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1462403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545147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8" y="591502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AF4B4D45-80E3-42F8-B437-4182608210C3}"/>
              </a:ext>
            </a:extLst>
          </p:cNvPr>
          <p:cNvGrpSpPr/>
          <p:nvPr userDrawn="1"/>
        </p:nvGrpSpPr>
        <p:grpSpPr>
          <a:xfrm>
            <a:off x="5387974" y="422433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D670E361-AF23-4722-9250-CCF26B3C5884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BDE16CED-9FCD-4407-99EF-FFBE689DA9F1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FA147081-5AFB-463F-B27C-7A0C4CA0573B}"/>
              </a:ext>
            </a:extLst>
          </p:cNvPr>
          <p:cNvGrpSpPr/>
          <p:nvPr userDrawn="1"/>
        </p:nvGrpSpPr>
        <p:grpSpPr>
          <a:xfrm flipH="1">
            <a:off x="6248401" y="5451475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AE24567E-B0AE-4E55-A5FB-3019A959816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4918E6C0-B582-4943-9462-FE9740846585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</p:spTree>
    <p:extLst>
      <p:ext uri="{BB962C8B-B14F-4D97-AF65-F5344CB8AC3E}">
        <p14:creationId xmlns:p14="http://schemas.microsoft.com/office/powerpoint/2010/main" val="4933882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19200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1" y="0"/>
            <a:ext cx="6019799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33037322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5372096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5618153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7E2F46B-C34E-40D3-9D43-BBA43EDFC924}"/>
              </a:ext>
            </a:extLst>
          </p:cNvPr>
          <p:cNvSpPr/>
          <p:nvPr userDrawn="1"/>
        </p:nvSpPr>
        <p:spPr>
          <a:xfrm>
            <a:off x="6819906" y="-18257"/>
            <a:ext cx="5372096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0147" y="260350"/>
            <a:ext cx="5619600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3633710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371475" y="1233488"/>
            <a:ext cx="2776354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B5BF167-B9E6-4F02-9FA8-3CA79D552F0E}"/>
              </a:ext>
            </a:extLst>
          </p:cNvPr>
          <p:cNvSpPr/>
          <p:nvPr userDrawn="1"/>
        </p:nvSpPr>
        <p:spPr>
          <a:xfrm>
            <a:off x="3286186" y="1233488"/>
            <a:ext cx="2776354" cy="4967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48694DE-D82B-49DB-8A45-D1DD4C9BCEF1}"/>
              </a:ext>
            </a:extLst>
          </p:cNvPr>
          <p:cNvSpPr/>
          <p:nvPr userDrawn="1"/>
        </p:nvSpPr>
        <p:spPr>
          <a:xfrm>
            <a:off x="6200897" y="1233488"/>
            <a:ext cx="2776354" cy="4967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07C1370-8D38-4641-8D37-30A1218A4372}"/>
              </a:ext>
            </a:extLst>
          </p:cNvPr>
          <p:cNvSpPr/>
          <p:nvPr userDrawn="1"/>
        </p:nvSpPr>
        <p:spPr>
          <a:xfrm>
            <a:off x="9115608" y="1246188"/>
            <a:ext cx="2776354" cy="49672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CE3EDDE5-9B23-44D7-8546-0B2365B42B16}"/>
              </a:ext>
            </a:extLst>
          </p:cNvPr>
          <p:cNvCxnSpPr/>
          <p:nvPr userDrawn="1"/>
        </p:nvCxnSpPr>
        <p:spPr>
          <a:xfrm>
            <a:off x="591252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B9D259D5-D3C0-4B60-B2D9-9B6DFFD270D8}"/>
              </a:ext>
            </a:extLst>
          </p:cNvPr>
          <p:cNvCxnSpPr/>
          <p:nvPr userDrawn="1"/>
        </p:nvCxnSpPr>
        <p:spPr>
          <a:xfrm>
            <a:off x="3505963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0710C392-9E34-4640-AC70-210A1B8C47B5}"/>
              </a:ext>
            </a:extLst>
          </p:cNvPr>
          <p:cNvCxnSpPr/>
          <p:nvPr userDrawn="1"/>
        </p:nvCxnSpPr>
        <p:spPr>
          <a:xfrm>
            <a:off x="6420674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D7A92E0B-B060-48FA-A650-36894FF4B216}"/>
              </a:ext>
            </a:extLst>
          </p:cNvPr>
          <p:cNvCxnSpPr/>
          <p:nvPr userDrawn="1"/>
        </p:nvCxnSpPr>
        <p:spPr>
          <a:xfrm>
            <a:off x="9335385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arcador de posición de imagen 33">
            <a:extLst>
              <a:ext uri="{FF2B5EF4-FFF2-40B4-BE49-F238E27FC236}">
                <a16:creationId xmlns:a16="http://schemas.microsoft.com/office/drawing/2014/main" id="{D9056F2B-EAFD-4A57-BB92-D14816C84D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39900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5" name="Marcador de posición de imagen 33">
            <a:extLst>
              <a:ext uri="{FF2B5EF4-FFF2-40B4-BE49-F238E27FC236}">
                <a16:creationId xmlns:a16="http://schemas.microsoft.com/office/drawing/2014/main" id="{E65006DE-F797-4019-BB72-F484F9FE7E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29813" y="4263232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6" name="Marcador de posición de imagen 33">
            <a:extLst>
              <a:ext uri="{FF2B5EF4-FFF2-40B4-BE49-F238E27FC236}">
                <a16:creationId xmlns:a16="http://schemas.microsoft.com/office/drawing/2014/main" id="{0947D252-5545-4406-8764-B7712464DA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44524" y="1739900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8" name="Marcador de posición de imagen 33">
            <a:extLst>
              <a:ext uri="{FF2B5EF4-FFF2-40B4-BE49-F238E27FC236}">
                <a16:creationId xmlns:a16="http://schemas.microsoft.com/office/drawing/2014/main" id="{DD89F80C-C1D7-4F63-BAD2-F4EE1F9A162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59235" y="4263232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08BBFEC8-B6BE-4768-9284-26D98C06FF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0550" y="3949700"/>
            <a:ext cx="2336800" cy="185420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D12C79C2-427D-418B-8FFA-C27D8F2C98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5963" y="1595835"/>
            <a:ext cx="2336800" cy="1854200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0FD568C4-A06D-4A56-B7D6-AF338F5C32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20674" y="3949700"/>
            <a:ext cx="2336800" cy="185420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3" name="Marcador de texto 39">
            <a:extLst>
              <a:ext uri="{FF2B5EF4-FFF2-40B4-BE49-F238E27FC236}">
                <a16:creationId xmlns:a16="http://schemas.microsoft.com/office/drawing/2014/main" id="{76B41443-1233-4172-B61C-7CC516D888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35385" y="1595835"/>
            <a:ext cx="2336800" cy="1854200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21080789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6B607F24-5B01-4964-9736-E876BC347E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60351"/>
            <a:ext cx="6168473" cy="758824"/>
          </a:xfrm>
        </p:spPr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6769101" y="0"/>
            <a:ext cx="2711082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44232AA-36A1-4A85-8868-9D12848EB106}"/>
              </a:ext>
            </a:extLst>
          </p:cNvPr>
          <p:cNvSpPr/>
          <p:nvPr userDrawn="1"/>
        </p:nvSpPr>
        <p:spPr>
          <a:xfrm>
            <a:off x="9480918" y="2286000"/>
            <a:ext cx="2711082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B045D93-056D-486E-A634-890ECB9AF9C2}"/>
              </a:ext>
            </a:extLst>
          </p:cNvPr>
          <p:cNvSpPr/>
          <p:nvPr userDrawn="1"/>
        </p:nvSpPr>
        <p:spPr>
          <a:xfrm>
            <a:off x="6769100" y="4572000"/>
            <a:ext cx="2711082" cy="228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67CD5E4-19A9-4EFD-BBF1-2B1FBC9BB9BD}"/>
              </a:ext>
            </a:extLst>
          </p:cNvPr>
          <p:cNvSpPr/>
          <p:nvPr userDrawn="1"/>
        </p:nvSpPr>
        <p:spPr>
          <a:xfrm>
            <a:off x="9480918" y="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A533582-AC3E-4F3B-9602-085EB97AD294}"/>
              </a:ext>
            </a:extLst>
          </p:cNvPr>
          <p:cNvSpPr/>
          <p:nvPr userDrawn="1"/>
        </p:nvSpPr>
        <p:spPr>
          <a:xfrm>
            <a:off x="6768364" y="2286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CF0B1BD9-4AC2-4549-9001-383664C7F224}"/>
              </a:ext>
            </a:extLst>
          </p:cNvPr>
          <p:cNvSpPr/>
          <p:nvPr userDrawn="1"/>
        </p:nvSpPr>
        <p:spPr>
          <a:xfrm>
            <a:off x="9480918" y="4572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32B2DC05-AAD7-458D-B737-BE8CCA1FFA99}"/>
              </a:ext>
            </a:extLst>
          </p:cNvPr>
          <p:cNvSpPr/>
          <p:nvPr userDrawn="1"/>
        </p:nvSpPr>
        <p:spPr>
          <a:xfrm rot="5400000">
            <a:off x="9422986" y="1050373"/>
            <a:ext cx="298174" cy="18525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9" name="Triángulo isósceles 38">
            <a:extLst>
              <a:ext uri="{FF2B5EF4-FFF2-40B4-BE49-F238E27FC236}">
                <a16:creationId xmlns:a16="http://schemas.microsoft.com/office/drawing/2014/main" id="{E423C01B-EB10-48EF-8F1C-C2A7E1923E3E}"/>
              </a:ext>
            </a:extLst>
          </p:cNvPr>
          <p:cNvSpPr/>
          <p:nvPr userDrawn="1"/>
        </p:nvSpPr>
        <p:spPr>
          <a:xfrm rot="16200000">
            <a:off x="9238100" y="3336373"/>
            <a:ext cx="298174" cy="18525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4" name="Triángulo isósceles 43">
            <a:extLst>
              <a:ext uri="{FF2B5EF4-FFF2-40B4-BE49-F238E27FC236}">
                <a16:creationId xmlns:a16="http://schemas.microsoft.com/office/drawing/2014/main" id="{BB0D5D5D-BB46-489A-A006-03E52FDA0AB6}"/>
              </a:ext>
            </a:extLst>
          </p:cNvPr>
          <p:cNvSpPr/>
          <p:nvPr userDrawn="1"/>
        </p:nvSpPr>
        <p:spPr>
          <a:xfrm rot="5400000">
            <a:off x="9422986" y="5622373"/>
            <a:ext cx="298174" cy="185254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5" name="Marcador de posición de imagen 33">
            <a:extLst>
              <a:ext uri="{FF2B5EF4-FFF2-40B4-BE49-F238E27FC236}">
                <a16:creationId xmlns:a16="http://schemas.microsoft.com/office/drawing/2014/main" id="{2D0DCA06-9544-45C9-BE22-EBB853AE75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33588" y="561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6" name="Marcador de posición de imagen 33">
            <a:extLst>
              <a:ext uri="{FF2B5EF4-FFF2-40B4-BE49-F238E27FC236}">
                <a16:creationId xmlns:a16="http://schemas.microsoft.com/office/drawing/2014/main" id="{21403A13-F195-405D-B352-4B77969E3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1034" y="2847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7" name="Marcador de posición de imagen 33">
            <a:extLst>
              <a:ext uri="{FF2B5EF4-FFF2-40B4-BE49-F238E27FC236}">
                <a16:creationId xmlns:a16="http://schemas.microsoft.com/office/drawing/2014/main" id="{390C9BE2-4328-41D9-82FB-F6FEE7026C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33588" y="5133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8" name="Marcador de posición de imagen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6168473" cy="5624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texto 39">
            <a:extLst>
              <a:ext uri="{FF2B5EF4-FFF2-40B4-BE49-F238E27FC236}">
                <a16:creationId xmlns:a16="http://schemas.microsoft.com/office/drawing/2014/main" id="{1EE624A7-7FE4-44DC-B710-D995C25C9C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6242" y="215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8" name="Marcador de texto 39">
            <a:extLst>
              <a:ext uri="{FF2B5EF4-FFF2-40B4-BE49-F238E27FC236}">
                <a16:creationId xmlns:a16="http://schemas.microsoft.com/office/drawing/2014/main" id="{34CC27D1-7AB7-4922-81C5-41E9C01BAA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68059" y="2501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9" name="Marcador de texto 39">
            <a:extLst>
              <a:ext uri="{FF2B5EF4-FFF2-40B4-BE49-F238E27FC236}">
                <a16:creationId xmlns:a16="http://schemas.microsoft.com/office/drawing/2014/main" id="{03F0CFEB-33B8-47FE-BC44-44AF273543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6241" y="4787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20142591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8" name="Marcador de posición de imagen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11520487" cy="304975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20" name="Marcador de posición de imagen 33">
            <a:extLst>
              <a:ext uri="{FF2B5EF4-FFF2-40B4-BE49-F238E27FC236}">
                <a16:creationId xmlns:a16="http://schemas.microsoft.com/office/drawing/2014/main" id="{917F3183-F8DC-409E-BDAF-E3190E5CC1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6711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5" name="Marcador de posición de imagen 33">
            <a:extLst>
              <a:ext uri="{FF2B5EF4-FFF2-40B4-BE49-F238E27FC236}">
                <a16:creationId xmlns:a16="http://schemas.microsoft.com/office/drawing/2014/main" id="{8DCF90EE-8A0F-46BB-A8EC-27CB7826EB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08135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6" name="Marcador de posición de imagen 33">
            <a:extLst>
              <a:ext uri="{FF2B5EF4-FFF2-40B4-BE49-F238E27FC236}">
                <a16:creationId xmlns:a16="http://schemas.microsoft.com/office/drawing/2014/main" id="{4B6BCE84-A7A7-4701-966F-9F969C523C5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49558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7" name="Marcador de posición de imagen 33">
            <a:extLst>
              <a:ext uri="{FF2B5EF4-FFF2-40B4-BE49-F238E27FC236}">
                <a16:creationId xmlns:a16="http://schemas.microsoft.com/office/drawing/2014/main" id="{2F810615-16AA-4D3F-93BB-1074BABE1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35088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9E999B4-BC91-4EF5-915C-59E58E141134}"/>
              </a:ext>
            </a:extLst>
          </p:cNvPr>
          <p:cNvSpPr/>
          <p:nvPr userDrawn="1"/>
        </p:nvSpPr>
        <p:spPr>
          <a:xfrm>
            <a:off x="979920" y="4514247"/>
            <a:ext cx="2379325" cy="1686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8E3D72D1-545E-4FA9-B18F-DBE257DA9472}"/>
              </a:ext>
            </a:extLst>
          </p:cNvPr>
          <p:cNvSpPr/>
          <p:nvPr userDrawn="1"/>
        </p:nvSpPr>
        <p:spPr>
          <a:xfrm>
            <a:off x="3621344" y="4514247"/>
            <a:ext cx="2379325" cy="1686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A1FF2C74-7F94-4D15-9530-4844CA0ABABA}"/>
              </a:ext>
            </a:extLst>
          </p:cNvPr>
          <p:cNvSpPr/>
          <p:nvPr userDrawn="1"/>
        </p:nvSpPr>
        <p:spPr>
          <a:xfrm>
            <a:off x="6262766" y="4514247"/>
            <a:ext cx="2379325" cy="16865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D65048BF-5755-467D-94DA-799CD1A9ED70}"/>
              </a:ext>
            </a:extLst>
          </p:cNvPr>
          <p:cNvSpPr/>
          <p:nvPr userDrawn="1"/>
        </p:nvSpPr>
        <p:spPr>
          <a:xfrm>
            <a:off x="8904188" y="4514247"/>
            <a:ext cx="2379325" cy="1686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8" name="Marcador de texto 39">
            <a:extLst>
              <a:ext uri="{FF2B5EF4-FFF2-40B4-BE49-F238E27FC236}">
                <a16:creationId xmlns:a16="http://schemas.microsoft.com/office/drawing/2014/main" id="{3C8488B4-AC1B-43A6-A416-3F5BC72456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465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950DB978-3832-472D-9958-42D6A712EA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2888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7A9C8821-D3DD-40C3-83BD-38D1904057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4310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C3FC554A-BF67-40BD-BD4F-B2EA17BBDB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15732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2ECF54D-C7AE-4FFE-A9FA-ECD663CD2A09}"/>
              </a:ext>
            </a:extLst>
          </p:cNvPr>
          <p:cNvCxnSpPr>
            <a:cxnSpLocks/>
          </p:cNvCxnSpPr>
          <p:nvPr userDrawn="1"/>
        </p:nvCxnSpPr>
        <p:spPr>
          <a:xfrm>
            <a:off x="979920" y="4357837"/>
            <a:ext cx="237932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7FB84BED-8481-4D23-AE06-31529215FE6C}"/>
              </a:ext>
            </a:extLst>
          </p:cNvPr>
          <p:cNvCxnSpPr>
            <a:cxnSpLocks/>
          </p:cNvCxnSpPr>
          <p:nvPr userDrawn="1"/>
        </p:nvCxnSpPr>
        <p:spPr>
          <a:xfrm>
            <a:off x="3621344" y="4357837"/>
            <a:ext cx="23793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4A09D405-9228-4697-A91F-4E5A2B5B6512}"/>
              </a:ext>
            </a:extLst>
          </p:cNvPr>
          <p:cNvCxnSpPr>
            <a:cxnSpLocks/>
          </p:cNvCxnSpPr>
          <p:nvPr userDrawn="1"/>
        </p:nvCxnSpPr>
        <p:spPr>
          <a:xfrm>
            <a:off x="6262767" y="4357837"/>
            <a:ext cx="2379325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9645748A-37E1-4661-B50F-D1FCAF7F3088}"/>
              </a:ext>
            </a:extLst>
          </p:cNvPr>
          <p:cNvCxnSpPr>
            <a:cxnSpLocks/>
          </p:cNvCxnSpPr>
          <p:nvPr userDrawn="1"/>
        </p:nvCxnSpPr>
        <p:spPr>
          <a:xfrm>
            <a:off x="8904191" y="4357837"/>
            <a:ext cx="237932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8721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8" name="Marcador de posición de imagen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6" y="1233488"/>
            <a:ext cx="4140890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4615257" y="1233489"/>
            <a:ext cx="2371952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B6748F93-9B1D-4874-A164-A654BF7D6C8C}"/>
              </a:ext>
            </a:extLst>
          </p:cNvPr>
          <p:cNvGrpSpPr/>
          <p:nvPr userDrawn="1"/>
        </p:nvGrpSpPr>
        <p:grpSpPr>
          <a:xfrm>
            <a:off x="4842107" y="2462886"/>
            <a:ext cx="1918252" cy="2689468"/>
            <a:chOff x="4790661" y="2266122"/>
            <a:chExt cx="1918252" cy="2852530"/>
          </a:xfrm>
        </p:grpSpPr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4AEF10CE-C943-4C6B-9DBF-5A0E63CDC89B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3428B198-0637-4F15-900F-6709BFE4BDEA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7F29A1B0-F4AB-4243-979A-50FADE3330EA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upo 27">
            <a:extLst>
              <a:ext uri="{FF2B5EF4-FFF2-40B4-BE49-F238E27FC236}">
                <a16:creationId xmlns:a16="http://schemas.microsoft.com/office/drawing/2014/main" id="{F894F998-0FDF-4CA2-802E-4FCFA7674171}"/>
              </a:ext>
            </a:extLst>
          </p:cNvPr>
          <p:cNvGrpSpPr/>
          <p:nvPr userDrawn="1"/>
        </p:nvGrpSpPr>
        <p:grpSpPr>
          <a:xfrm>
            <a:off x="7090100" y="2462886"/>
            <a:ext cx="4801862" cy="2689468"/>
            <a:chOff x="4790661" y="2266122"/>
            <a:chExt cx="1918252" cy="2852530"/>
          </a:xfrm>
        </p:grpSpPr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C1F0C0C8-87C4-49FB-B35B-E937E9D0BEC5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4857C5D3-7E33-4894-8AC3-0FD1BEB12F40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100BA9F8-92BF-42F0-BD46-D9B7E7422F75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Marcador de texto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66507" y="1463643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179CBA0C-6465-4209-AF3F-548A57F20C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6507" y="2741755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99852211-6BD9-4B69-BBC9-F2181F272D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66507" y="4069997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EEF11D65-7095-41D2-9630-E2EB44552E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66507" y="5394355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3" name="Marcador de posición de imagen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27571" y="1437538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4" name="Marcador de posición de imagen 33">
            <a:extLst>
              <a:ext uri="{FF2B5EF4-FFF2-40B4-BE49-F238E27FC236}">
                <a16:creationId xmlns:a16="http://schemas.microsoft.com/office/drawing/2014/main" id="{9A1BE0BE-1FFD-445C-B6BA-E4A602D221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27571" y="2715650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5" name="Marcador de posición de imagen 33">
            <a:extLst>
              <a:ext uri="{FF2B5EF4-FFF2-40B4-BE49-F238E27FC236}">
                <a16:creationId xmlns:a16="http://schemas.microsoft.com/office/drawing/2014/main" id="{B577AF17-6C7E-48B9-B267-0874B232A71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227571" y="4043892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6" name="Marcador de posición de imagen 33">
            <a:extLst>
              <a:ext uri="{FF2B5EF4-FFF2-40B4-BE49-F238E27FC236}">
                <a16:creationId xmlns:a16="http://schemas.microsoft.com/office/drawing/2014/main" id="{98A01AB1-3434-46C7-B1B3-90AFD4B1799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227571" y="5368250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72809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5" y="1233488"/>
            <a:ext cx="2293200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AF541B1-4F4B-40BC-BF0B-B80864399D0C}"/>
              </a:ext>
            </a:extLst>
          </p:cNvPr>
          <p:cNvSpPr/>
          <p:nvPr userDrawn="1"/>
        </p:nvSpPr>
        <p:spPr>
          <a:xfrm>
            <a:off x="371475" y="3773172"/>
            <a:ext cx="2293200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B837A4A-8DA3-4F45-9468-2C7DE5B35803}"/>
              </a:ext>
            </a:extLst>
          </p:cNvPr>
          <p:cNvSpPr/>
          <p:nvPr userDrawn="1"/>
        </p:nvSpPr>
        <p:spPr>
          <a:xfrm>
            <a:off x="6170635" y="1233487"/>
            <a:ext cx="2294237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9CA034F-F360-4CF5-B944-C16768254C5A}"/>
              </a:ext>
            </a:extLst>
          </p:cNvPr>
          <p:cNvSpPr/>
          <p:nvPr userDrawn="1"/>
        </p:nvSpPr>
        <p:spPr>
          <a:xfrm>
            <a:off x="6170635" y="3773171"/>
            <a:ext cx="2294237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3" name="Marcador de posición de imagen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473" y="1713955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CA01639-D8FA-4F18-8FE5-E923F5A1BB48}"/>
              </a:ext>
            </a:extLst>
          </p:cNvPr>
          <p:cNvSpPr/>
          <p:nvPr userDrawn="1"/>
        </p:nvSpPr>
        <p:spPr>
          <a:xfrm>
            <a:off x="2730561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AF02D09E-3C25-405E-BF24-A884A07C224A}"/>
              </a:ext>
            </a:extLst>
          </p:cNvPr>
          <p:cNvSpPr/>
          <p:nvPr userDrawn="1"/>
        </p:nvSpPr>
        <p:spPr>
          <a:xfrm>
            <a:off x="2730561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9" name="Marcador de texto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00245" y="1460126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5" name="Marcador de texto 39">
            <a:extLst>
              <a:ext uri="{FF2B5EF4-FFF2-40B4-BE49-F238E27FC236}">
                <a16:creationId xmlns:a16="http://schemas.microsoft.com/office/drawing/2014/main" id="{33BDF68D-A417-4526-95BD-83DC0A4FA5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00245" y="3999809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C6F0F84-9668-4EA8-A3F5-3AD5AED3EFDD}"/>
              </a:ext>
            </a:extLst>
          </p:cNvPr>
          <p:cNvSpPr/>
          <p:nvPr userDrawn="1"/>
        </p:nvSpPr>
        <p:spPr>
          <a:xfrm>
            <a:off x="8549714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19CCCFCB-4EAD-47A3-8F4A-307EE022DD53}"/>
              </a:ext>
            </a:extLst>
          </p:cNvPr>
          <p:cNvSpPr/>
          <p:nvPr userDrawn="1"/>
        </p:nvSpPr>
        <p:spPr>
          <a:xfrm>
            <a:off x="8549714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9" name="Marcador de texto 39">
            <a:extLst>
              <a:ext uri="{FF2B5EF4-FFF2-40B4-BE49-F238E27FC236}">
                <a16:creationId xmlns:a16="http://schemas.microsoft.com/office/drawing/2014/main" id="{058CD71F-A7E3-4F68-ADE3-4E6B1BAE31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19398" y="1460126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50" name="Marcador de texto 39">
            <a:extLst>
              <a:ext uri="{FF2B5EF4-FFF2-40B4-BE49-F238E27FC236}">
                <a16:creationId xmlns:a16="http://schemas.microsoft.com/office/drawing/2014/main" id="{6EC40EC2-3775-4AF2-965D-0235107D83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19398" y="3999809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51" name="Marcador de posición de imagen 33">
            <a:extLst>
              <a:ext uri="{FF2B5EF4-FFF2-40B4-BE49-F238E27FC236}">
                <a16:creationId xmlns:a16="http://schemas.microsoft.com/office/drawing/2014/main" id="{F196EA03-E36C-4E2A-A82F-8FA76EC2DBF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5473" y="4253638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2" name="Marcador de posición de imagen 33">
            <a:extLst>
              <a:ext uri="{FF2B5EF4-FFF2-40B4-BE49-F238E27FC236}">
                <a16:creationId xmlns:a16="http://schemas.microsoft.com/office/drawing/2014/main" id="{9A754FAD-4B3A-4A76-9F0D-84DA72FD822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15151" y="4253638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3" name="Marcador de posición de imagen 33">
            <a:extLst>
              <a:ext uri="{FF2B5EF4-FFF2-40B4-BE49-F238E27FC236}">
                <a16:creationId xmlns:a16="http://schemas.microsoft.com/office/drawing/2014/main" id="{7A45718F-1012-47C4-BF29-7462E5C6CB9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415151" y="1713954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627732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4" y="1660868"/>
            <a:ext cx="2686613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CD9ECBB-3A0A-409C-B1C0-C8F4C3087894}"/>
              </a:ext>
            </a:extLst>
          </p:cNvPr>
          <p:cNvSpPr/>
          <p:nvPr userDrawn="1"/>
        </p:nvSpPr>
        <p:spPr>
          <a:xfrm>
            <a:off x="3316099" y="1660868"/>
            <a:ext cx="2686613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FB4FA2C-0414-484D-95CD-C5E17E33E238}"/>
              </a:ext>
            </a:extLst>
          </p:cNvPr>
          <p:cNvSpPr/>
          <p:nvPr userDrawn="1"/>
        </p:nvSpPr>
        <p:spPr>
          <a:xfrm>
            <a:off x="6260723" y="1660868"/>
            <a:ext cx="2686613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D0DE753-6478-4950-8F99-15952FCB6521}"/>
              </a:ext>
            </a:extLst>
          </p:cNvPr>
          <p:cNvSpPr/>
          <p:nvPr userDrawn="1"/>
        </p:nvSpPr>
        <p:spPr>
          <a:xfrm>
            <a:off x="9205348" y="1660868"/>
            <a:ext cx="2686613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arcador de posición de imagen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8" name="Marcador de posición de imagen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9" name="Marcador de posición de imagen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0" name="Marcador de posición de imagen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1" name="Marcador de texto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4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3" name="Marcador de texto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1474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7" name="Marcador de texto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6099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8" name="Marcador de texto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16099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60723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60723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05350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4" name="Marcador de texto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05350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18847343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FBB81E01-55F6-44A7-8ACB-B172EA0F9FB3}"/>
              </a:ext>
            </a:extLst>
          </p:cNvPr>
          <p:cNvSpPr/>
          <p:nvPr userDrawn="1"/>
        </p:nvSpPr>
        <p:spPr>
          <a:xfrm>
            <a:off x="467420" y="3895002"/>
            <a:ext cx="2494721" cy="2067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AD85DF7-0BE8-4B88-98A1-F5062CDAA964}"/>
              </a:ext>
            </a:extLst>
          </p:cNvPr>
          <p:cNvSpPr/>
          <p:nvPr userDrawn="1"/>
        </p:nvSpPr>
        <p:spPr>
          <a:xfrm>
            <a:off x="3412044" y="3895002"/>
            <a:ext cx="2494721" cy="2067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F69394C-95D0-4D10-A34D-A35EF27D2806}"/>
              </a:ext>
            </a:extLst>
          </p:cNvPr>
          <p:cNvSpPr/>
          <p:nvPr userDrawn="1"/>
        </p:nvSpPr>
        <p:spPr>
          <a:xfrm>
            <a:off x="6356668" y="3895002"/>
            <a:ext cx="2494721" cy="2067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86DBF753-694A-4503-A33B-73C09E8EE3A5}"/>
              </a:ext>
            </a:extLst>
          </p:cNvPr>
          <p:cNvSpPr/>
          <p:nvPr userDrawn="1"/>
        </p:nvSpPr>
        <p:spPr>
          <a:xfrm>
            <a:off x="9301294" y="3895002"/>
            <a:ext cx="2494721" cy="20672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arcador de posición de imagen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8" name="Marcador de posición de imagen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9" name="Marcador de posición de imagen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0" name="Marcador de posición de imagen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1" name="Marcador de texto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610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3" name="Marcador de texto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4610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7" name="Marcador de texto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9235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8" name="Marcador de texto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49235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3859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3859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8486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4" name="Marcador de texto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8486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5653828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900613" y="1233488"/>
            <a:ext cx="699135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928258E-48B5-471F-BC61-B45FB2CA51BA}"/>
              </a:ext>
            </a:extLst>
          </p:cNvPr>
          <p:cNvSpPr/>
          <p:nvPr userDrawn="1"/>
        </p:nvSpPr>
        <p:spPr>
          <a:xfrm>
            <a:off x="371474" y="1233488"/>
            <a:ext cx="4419187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9867FAC3-5109-4D5D-8105-FC48313396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100" y="1450975"/>
            <a:ext cx="4065588" cy="4552950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0596796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11520488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</p:spTree>
    <p:extLst>
      <p:ext uri="{BB962C8B-B14F-4D97-AF65-F5344CB8AC3E}">
        <p14:creationId xmlns:p14="http://schemas.microsoft.com/office/powerpoint/2010/main" val="25895297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7450621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F1D1D3DC-359F-47D3-A498-6E5DEF615B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40675" y="1233488"/>
            <a:ext cx="3951288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840593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81415" y="1233488"/>
            <a:ext cx="551249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7" name="Marcador de gráfico 3">
            <a:extLst>
              <a:ext uri="{FF2B5EF4-FFF2-40B4-BE49-F238E27FC236}">
                <a16:creationId xmlns:a16="http://schemas.microsoft.com/office/drawing/2014/main" id="{6750280A-6976-42F9-B984-8601DD1972D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379473" y="1233488"/>
            <a:ext cx="551249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5E63221D-DF23-4F80-AB42-A74C1B1CB425}"/>
              </a:ext>
            </a:extLst>
          </p:cNvPr>
          <p:cNvCxnSpPr/>
          <p:nvPr userDrawn="1"/>
        </p:nvCxnSpPr>
        <p:spPr>
          <a:xfrm>
            <a:off x="6125817" y="1233488"/>
            <a:ext cx="0" cy="49672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5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10622" y="1362696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9" name="Marcador de gráfico 3">
            <a:extLst>
              <a:ext uri="{FF2B5EF4-FFF2-40B4-BE49-F238E27FC236}">
                <a16:creationId xmlns:a16="http://schemas.microsoft.com/office/drawing/2014/main" id="{3CC4F2FB-E360-40E2-BDA5-455EB243C21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682" y="3781218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0" name="Marcador de gráfico 3">
            <a:extLst>
              <a:ext uri="{FF2B5EF4-FFF2-40B4-BE49-F238E27FC236}">
                <a16:creationId xmlns:a16="http://schemas.microsoft.com/office/drawing/2014/main" id="{6373EAFD-6648-4861-97FB-A3961B86C814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208643" y="1367561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1" name="Marcador de gráfico 3">
            <a:extLst>
              <a:ext uri="{FF2B5EF4-FFF2-40B4-BE49-F238E27FC236}">
                <a16:creationId xmlns:a16="http://schemas.microsoft.com/office/drawing/2014/main" id="{CF0E102C-57E1-46ED-BE41-21C356F42BA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98703" y="3786083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</p:spTree>
    <p:extLst>
      <p:ext uri="{BB962C8B-B14F-4D97-AF65-F5344CB8AC3E}">
        <p14:creationId xmlns:p14="http://schemas.microsoft.com/office/powerpoint/2010/main" val="1020844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1" y="2337595"/>
            <a:ext cx="8737600" cy="2182811"/>
          </a:xfrm>
        </p:spPr>
        <p:txBody>
          <a:bodyPr rtlCol="0" anchor="ctr">
            <a:normAutofit/>
          </a:bodyPr>
          <a:lstStyle>
            <a:lvl1pPr algn="ctr">
              <a:defRPr sz="115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27575380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C3DD3-9184-4434-93FC-DDB3E5B53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A4302458-F7EC-4A75-A897-E73CF8028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AFD31584-D229-4F6C-BA8E-36782FDA8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2B7AE8-665C-4FF6-B292-B525984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903189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2ACFC-0D65-4857-AAEE-904747F3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A594C5E-E06C-488C-AC82-331C53B94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74EC8C27-FA57-408C-8D6B-844D81BC8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E468A18F-96D4-4F1F-BF6B-EDFACBF8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80341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>
            <a:extLst>
              <a:ext uri="{FF2B5EF4-FFF2-40B4-BE49-F238E27FC236}">
                <a16:creationId xmlns:a16="http://schemas.microsoft.com/office/drawing/2014/main" id="{10060ACE-E228-45FD-83E3-FF4D1CCF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D88AF9FF-2A4E-41E6-956B-69BC625CC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EE1F87C-C7F2-4F14-86B1-854B7B0C580E}"/>
              </a:ext>
            </a:extLst>
          </p:cNvPr>
          <p:cNvSpPr/>
          <p:nvPr userDrawn="1"/>
        </p:nvSpPr>
        <p:spPr>
          <a:xfrm>
            <a:off x="11229975" y="6512060"/>
            <a:ext cx="962025" cy="345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FD9470-E137-41DF-A5CA-C7B4B9856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rtl="0"/>
            <a:fld id="{03DC2DEF-D2FE-4B45-ABA4-9F153FD1C98A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8AB12CC-D752-4664-B92F-BAEFF0416B7E}"/>
              </a:ext>
            </a:extLst>
          </p:cNvPr>
          <p:cNvSpPr/>
          <p:nvPr userDrawn="1"/>
        </p:nvSpPr>
        <p:spPr>
          <a:xfrm>
            <a:off x="0" y="260350"/>
            <a:ext cx="300037" cy="755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3458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51" r:id="rId13"/>
    <p:sldLayoutId id="2147483670" r:id="rId14"/>
    <p:sldLayoutId id="2147483671" r:id="rId15"/>
    <p:sldLayoutId id="2147483672" r:id="rId16"/>
    <p:sldLayoutId id="2147483673" r:id="rId17"/>
    <p:sldLayoutId id="2147483652" r:id="rId18"/>
    <p:sldLayoutId id="2147483674" r:id="rId19"/>
    <p:sldLayoutId id="2147483675" r:id="rId20"/>
    <p:sldLayoutId id="2147483676" r:id="rId21"/>
    <p:sldLayoutId id="2147483677" r:id="rId22"/>
    <p:sldLayoutId id="2147483655" r:id="rId23"/>
    <p:sldLayoutId id="2147483678" r:id="rId24"/>
    <p:sldLayoutId id="2147483679" r:id="rId25"/>
    <p:sldLayoutId id="2147483680" r:id="rId26"/>
    <p:sldLayoutId id="2147483681" r:id="rId27"/>
    <p:sldLayoutId id="2147483653" r:id="rId28"/>
    <p:sldLayoutId id="2147483682" r:id="rId29"/>
    <p:sldLayoutId id="2147483683" r:id="rId30"/>
    <p:sldLayoutId id="2147483684" r:id="rId31"/>
    <p:sldLayoutId id="2147483685" r:id="rId32"/>
    <p:sldLayoutId id="2147483654" r:id="rId33"/>
    <p:sldLayoutId id="2147483686" r:id="rId34"/>
    <p:sldLayoutId id="2147483687" r:id="rId35"/>
    <p:sldLayoutId id="2147483689" r:id="rId36"/>
    <p:sldLayoutId id="2147483688" r:id="rId37"/>
    <p:sldLayoutId id="2147483690" r:id="rId38"/>
    <p:sldLayoutId id="2147483691" r:id="rId39"/>
    <p:sldLayoutId id="2147483692" r:id="rId40"/>
    <p:sldLayoutId id="2147483693" r:id="rId41"/>
    <p:sldLayoutId id="2147483694" r:id="rId42"/>
    <p:sldLayoutId id="2147483695" r:id="rId43"/>
    <p:sldLayoutId id="2147483696" r:id="rId44"/>
    <p:sldLayoutId id="2147483697" r:id="rId45"/>
    <p:sldLayoutId id="2147483698" r:id="rId46"/>
    <p:sldLayoutId id="2147483699" r:id="rId47"/>
    <p:sldLayoutId id="2147483700" r:id="rId48"/>
    <p:sldLayoutId id="2147483701" r:id="rId49"/>
    <p:sldLayoutId id="2147483702" r:id="rId50"/>
    <p:sldLayoutId id="2147483656" r:id="rId51"/>
    <p:sldLayoutId id="2147483657" r:id="rId5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orient="horz" pos="4133" userDrawn="1">
          <p15:clr>
            <a:srgbClr val="F26B43"/>
          </p15:clr>
        </p15:guide>
        <p15:guide id="4" pos="7491" userDrawn="1">
          <p15:clr>
            <a:srgbClr val="F26B43"/>
          </p15:clr>
        </p15:guide>
        <p15:guide id="5" orient="horz" pos="640" userDrawn="1">
          <p15:clr>
            <a:srgbClr val="F26B43"/>
          </p15:clr>
        </p15:guide>
        <p15:guide id="6" orient="horz" pos="777" userDrawn="1">
          <p15:clr>
            <a:srgbClr val="F26B43"/>
          </p15:clr>
        </p15:guide>
        <p15:guide id="7" orient="horz" pos="4020" userDrawn="1">
          <p15:clr>
            <a:srgbClr val="F26B43"/>
          </p15:clr>
        </p15:guide>
        <p15:guide id="8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33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33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3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251CEBEB-5088-4E63-81A4-0DCEB5B45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3D71C9CD-CAE8-4AC8-936D-333769D479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>
            <a:normAutofit fontScale="90000"/>
          </a:bodyPr>
          <a:lstStyle/>
          <a:p>
            <a:r>
              <a:rPr lang="es-CO" sz="6000" b="1" dirty="0"/>
              <a:t>EVALUACIÓN A NIVEL DEL SISTEMA EDUCATIVO</a:t>
            </a:r>
            <a:endParaRPr lang="es-ES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C6D24F99-E026-485A-96CD-AEC9813726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s-ES" dirty="0"/>
              <a:t>Dr. Gustavo Pherez G.</a:t>
            </a:r>
          </a:p>
        </p:txBody>
      </p:sp>
    </p:spTree>
    <p:extLst>
      <p:ext uri="{BB962C8B-B14F-4D97-AF65-F5344CB8AC3E}">
        <p14:creationId xmlns:p14="http://schemas.microsoft.com/office/powerpoint/2010/main" val="149549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DE253D32-8B7B-47D0-BB63-402C3DB9B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Competencias: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1D6EB617-E017-4B26-9576-8578E9489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3073967"/>
            <a:ext cx="5272764" cy="2841058"/>
          </a:xfrm>
        </p:spPr>
        <p:txBody>
          <a:bodyPr rtlCol="0">
            <a:normAutofit/>
          </a:bodyPr>
          <a:lstStyle/>
          <a:p>
            <a:pPr marL="633222" indent="-514350">
              <a:buFont typeface="+mj-lt"/>
              <a:buAutoNum type="arabicPeriod"/>
            </a:pPr>
            <a:r>
              <a:rPr lang="es-ES_tradnl" sz="2400" b="1" dirty="0"/>
              <a:t>Conoce los diferentes ámbitos donde interviene la evaluación.</a:t>
            </a:r>
            <a:endParaRPr lang="es-ES" sz="2400" b="1" dirty="0"/>
          </a:p>
          <a:p>
            <a:pPr marL="633222" indent="-514350">
              <a:buFont typeface="+mj-lt"/>
              <a:buAutoNum type="arabicPeriod"/>
            </a:pPr>
            <a:r>
              <a:rPr lang="es-ES" sz="2400" b="1" dirty="0"/>
              <a:t>Analiza críticamente las políticas educativas.</a:t>
            </a:r>
          </a:p>
          <a:p>
            <a:pPr marL="633222" indent="-514350">
              <a:buFont typeface="+mj-lt"/>
              <a:buAutoNum type="arabicPeriod"/>
            </a:pPr>
            <a:r>
              <a:rPr lang="es-ES_tradnl" sz="2400" b="1" dirty="0"/>
              <a:t>Interpreta la  normatividad  vigente en materia de evaluación.</a:t>
            </a:r>
            <a:endParaRPr lang="es-ES" sz="2400" b="1" dirty="0"/>
          </a:p>
          <a:p>
            <a:pPr marL="633222" indent="-514350">
              <a:buFont typeface="+mj-lt"/>
              <a:buAutoNum type="arabicPeriod"/>
            </a:pPr>
            <a:r>
              <a:rPr lang="es-ES_tradnl" sz="2400" b="1" dirty="0"/>
              <a:t>Razonamiento crítico.</a:t>
            </a:r>
            <a:endParaRPr lang="es-ES" sz="2400" b="1" dirty="0"/>
          </a:p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183CA-19AD-485E-AEC5-FC032D45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smtClean="0"/>
              <a:t>2</a:t>
            </a:fld>
            <a:endParaRPr lang="es-ES"/>
          </a:p>
        </p:txBody>
      </p:sp>
      <p:pic>
        <p:nvPicPr>
          <p:cNvPr id="10" name="Marcador de posición de imagen 9">
            <a:extLst>
              <a:ext uri="{FF2B5EF4-FFF2-40B4-BE49-F238E27FC236}">
                <a16:creationId xmlns:a16="http://schemas.microsoft.com/office/drawing/2014/main" id="{618DD966-19F0-4350-AC58-AE86C210B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00311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DE253D32-8B7B-47D0-BB63-402C3DB9B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Contenidos de la unidad: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1D6EB617-E017-4B26-9576-8578E9489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3073967"/>
            <a:ext cx="5272764" cy="2841058"/>
          </a:xfrm>
        </p:spPr>
        <p:txBody>
          <a:bodyPr rtlCol="0">
            <a:normAutofit/>
          </a:bodyPr>
          <a:lstStyle/>
          <a:p>
            <a:pPr marL="633222" indent="-514350">
              <a:buFont typeface="+mj-lt"/>
              <a:buAutoNum type="arabicPeriod"/>
            </a:pPr>
            <a:r>
              <a:rPr lang="es-CO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Ámbitos de la evaluación: </a:t>
            </a:r>
          </a:p>
          <a:p>
            <a:r>
              <a:rPr lang="es-CO" sz="2800" dirty="0"/>
              <a:t>A nivel del Sistema. </a:t>
            </a:r>
          </a:p>
          <a:p>
            <a:r>
              <a:rPr lang="es-CO" sz="2800" dirty="0"/>
              <a:t>A nivel Institucional. </a:t>
            </a:r>
          </a:p>
          <a:p>
            <a:r>
              <a:rPr lang="es-CO" sz="2800" dirty="0"/>
              <a:t>A nivel Áulico.</a:t>
            </a:r>
          </a:p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183CA-19AD-485E-AEC5-FC032D45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smtClean="0"/>
              <a:t>3</a:t>
            </a:fld>
            <a:endParaRPr lang="es-E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BAB1B05-D2FF-4F79-A677-24F553356624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27" r="15627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5996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DE253D32-8B7B-47D0-BB63-402C3DB9B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/>
              <a:t>Contenidos de la unidad:</a:t>
            </a:r>
            <a:endParaRPr lang="es-ES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1D6EB617-E017-4B26-9576-8578E9489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3073967"/>
            <a:ext cx="5272764" cy="3203008"/>
          </a:xfrm>
        </p:spPr>
        <p:txBody>
          <a:bodyPr rtlCol="0">
            <a:normAutofit fontScale="92500"/>
          </a:bodyPr>
          <a:lstStyle/>
          <a:p>
            <a:pPr marL="633222" indent="-514350">
              <a:buFont typeface="+mj-lt"/>
              <a:buAutoNum type="arabicPeriod" startAt="2"/>
            </a:pPr>
            <a:r>
              <a:rPr lang="es-CO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Evaluación Educativa por Competencia:</a:t>
            </a:r>
            <a:endParaRPr lang="es-ES" sz="2400" b="1" dirty="0"/>
          </a:p>
          <a:p>
            <a:pPr rtl="0"/>
            <a:r>
              <a:rPr lang="es-CO" dirty="0"/>
              <a:t>Aproximación conceptual.</a:t>
            </a:r>
          </a:p>
          <a:p>
            <a:pPr rtl="0"/>
            <a:r>
              <a:rPr lang="es-CO" dirty="0"/>
              <a:t>Características de la competencia.</a:t>
            </a:r>
          </a:p>
          <a:p>
            <a:pPr rtl="0"/>
            <a:r>
              <a:rPr lang="es-CO" dirty="0"/>
              <a:t>Componentes estructurales de una competencia.</a:t>
            </a:r>
          </a:p>
          <a:p>
            <a:pPr rtl="0"/>
            <a:r>
              <a:rPr lang="es-CO" dirty="0"/>
              <a:t>Clasificación de las competencias.</a:t>
            </a:r>
          </a:p>
          <a:p>
            <a:pPr rtl="0"/>
            <a:r>
              <a:rPr lang="es-CO" dirty="0"/>
              <a:t>Descripción y formulación de una competencia.</a:t>
            </a:r>
          </a:p>
          <a:p>
            <a:pPr rtl="0"/>
            <a:r>
              <a:rPr lang="es-ES" dirty="0"/>
              <a:t>La evaluación educativa por competencia en educación preescolar, básica, media y superior.</a:t>
            </a:r>
            <a:endParaRPr lang="es-CO" dirty="0"/>
          </a:p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183CA-19AD-485E-AEC5-FC032D45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smtClean="0"/>
              <a:t>4</a:t>
            </a:fld>
            <a:endParaRPr lang="es-E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B448627-08E7-4A82-94E3-E26541106704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27" r="15627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2781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87BFA4-CCBB-4D14-8A87-D3F3DF93E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0"/>
            <a:ext cx="11520487" cy="1435099"/>
          </a:xfrm>
        </p:spPr>
        <p:txBody>
          <a:bodyPr>
            <a:noAutofit/>
          </a:bodyPr>
          <a:lstStyle/>
          <a:p>
            <a:pPr algn="ctr"/>
            <a:r>
              <a:rPr lang="es-ES_tradnl" sz="4800" dirty="0">
                <a:latin typeface="Calibri" panose="020F0502020204030204" pitchFamily="34" charset="0"/>
                <a:cs typeface="Calibri" panose="020F0502020204030204" pitchFamily="34" charset="0"/>
              </a:rPr>
              <a:t>EXPLORACIÓN </a:t>
            </a:r>
            <a:br>
              <a:rPr lang="es-ES_tradnl" sz="4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_tradnl" sz="4800" dirty="0">
                <a:latin typeface="Calibri" panose="020F0502020204030204" pitchFamily="34" charset="0"/>
                <a:cs typeface="Calibri" panose="020F0502020204030204" pitchFamily="34" charset="0"/>
              </a:rPr>
              <a:t>DE LOS CONOCIMIENTO PREVIOS</a:t>
            </a:r>
            <a:endParaRPr lang="es-CO" sz="4800" dirty="0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5A103515-3BF8-47A3-A65C-FAA9C28900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5856164"/>
              </p:ext>
            </p:extLst>
          </p:nvPr>
        </p:nvGraphicFramePr>
        <p:xfrm>
          <a:off x="95250" y="1266825"/>
          <a:ext cx="11944349" cy="53308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B409D0-DEFE-4424-B598-DE7FDF990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5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060341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E0897EBA-CD32-4838-B6BA-CD7F2FD14CE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3566" b="13566"/>
          <a:stretch>
            <a:fillRect/>
          </a:stretch>
        </p:blipFill>
        <p:spPr/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9E71F13-5EB2-41D1-95E5-105173241E58}"/>
              </a:ext>
            </a:extLst>
          </p:cNvPr>
          <p:cNvSpPr txBox="1"/>
          <p:nvPr/>
        </p:nvSpPr>
        <p:spPr>
          <a:xfrm>
            <a:off x="4400550" y="1171575"/>
            <a:ext cx="745569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CO" sz="20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CO" sz="40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Visión general de la legislación educativa en materia de evaluación  a nivel preescolar, básica, media y superior.</a:t>
            </a:r>
          </a:p>
          <a:p>
            <a:endParaRPr lang="es-CO" sz="4000" b="1" dirty="0">
              <a:solidFill>
                <a:srgbClr val="FFFF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CO" sz="4000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Formulación y diseño del proceso evaluativo por competencias.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FCA51A9-CBFA-4B75-A78B-B1CC9A735D29}"/>
              </a:ext>
            </a:extLst>
          </p:cNvPr>
          <p:cNvSpPr txBox="1"/>
          <p:nvPr/>
        </p:nvSpPr>
        <p:spPr>
          <a:xfrm>
            <a:off x="1447800" y="571500"/>
            <a:ext cx="906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5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MOTIVACION HACIA EL TEMA</a:t>
            </a:r>
          </a:p>
        </p:txBody>
      </p:sp>
    </p:spTree>
    <p:extLst>
      <p:ext uri="{BB962C8B-B14F-4D97-AF65-F5344CB8AC3E}">
        <p14:creationId xmlns:p14="http://schemas.microsoft.com/office/powerpoint/2010/main" val="199253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B8C7A9-0195-422F-BF90-B2552F0E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396833"/>
            <a:ext cx="11049000" cy="569645"/>
          </a:xfrm>
        </p:spPr>
        <p:txBody>
          <a:bodyPr>
            <a:noAutofit/>
          </a:bodyPr>
          <a:lstStyle/>
          <a:p>
            <a:pPr algn="ctr"/>
            <a:r>
              <a:rPr lang="es-ES" sz="4000" dirty="0"/>
              <a:t>¿QUÉ SE ENTIENDE POR ÁMBITOS? </a:t>
            </a:r>
            <a:endParaRPr lang="es-CO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8AEA57-9BD1-477A-84B3-1F4413A8BE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s-CO" sz="3600" b="1" dirty="0"/>
              <a:t>Ambiente.</a:t>
            </a:r>
          </a:p>
          <a:p>
            <a:endParaRPr lang="es-CO" sz="3600" b="1" dirty="0"/>
          </a:p>
          <a:p>
            <a:r>
              <a:rPr lang="es-CO" sz="3600" b="1" dirty="0"/>
              <a:t>Medio.</a:t>
            </a:r>
          </a:p>
          <a:p>
            <a:endParaRPr lang="es-CO" sz="3600" b="1" dirty="0"/>
          </a:p>
          <a:p>
            <a:r>
              <a:rPr lang="es-CO" sz="3600" b="1" dirty="0"/>
              <a:t>Entorno.</a:t>
            </a:r>
          </a:p>
          <a:p>
            <a:endParaRPr lang="es-CO" sz="3600" b="1" dirty="0"/>
          </a:p>
          <a:p>
            <a:r>
              <a:rPr lang="es-CO" sz="3600" b="1" dirty="0"/>
              <a:t>Espacio.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B9DB6F-6A45-4D74-9EE7-8B6CF6A762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CO" sz="3600" b="1" dirty="0"/>
              <a:t>Recinto.</a:t>
            </a:r>
          </a:p>
          <a:p>
            <a:endParaRPr lang="es-CO" sz="3600" b="1" dirty="0"/>
          </a:p>
          <a:p>
            <a:r>
              <a:rPr lang="es-CO" sz="3600" b="1" dirty="0"/>
              <a:t>Perímetro.</a:t>
            </a:r>
          </a:p>
          <a:p>
            <a:endParaRPr lang="es-CO" sz="3600" b="1" dirty="0"/>
          </a:p>
          <a:p>
            <a:r>
              <a:rPr lang="es-CO" sz="3600" b="1" dirty="0"/>
              <a:t>Esfera.</a:t>
            </a:r>
          </a:p>
          <a:p>
            <a:pPr marL="0" indent="0">
              <a:buNone/>
            </a:pPr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60C6E79-078F-42CB-A792-33E9CB0B5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7</a:t>
            </a:fld>
            <a:endParaRPr lang="es-ES" noProof="0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DF3B07AB-29D7-4833-AB6E-95ED7CC6C92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BDEC78C-C26D-4E8E-B75C-289BA4CF6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7162" y="1233488"/>
            <a:ext cx="4257675" cy="5148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110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509B36C-EB6F-4BD3-B165-471DEA5AED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O" sz="5400" b="1" dirty="0">
                <a:latin typeface="Calibri" panose="020F0502020204030204" pitchFamily="34" charset="0"/>
                <a:cs typeface="Calibri" panose="020F0502020204030204" pitchFamily="34" charset="0"/>
              </a:rPr>
              <a:t>AMBITOS DE LA EVALUACIÓN</a:t>
            </a:r>
            <a:endParaRPr lang="es-CO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69AD0037-AB5E-473C-9134-8F346AB664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3200" b="1" dirty="0"/>
              <a:t>Existe tres tipos de niveles </a:t>
            </a:r>
            <a:endParaRPr lang="es-CO" sz="3200" b="1" dirty="0"/>
          </a:p>
        </p:txBody>
      </p:sp>
      <p:pic>
        <p:nvPicPr>
          <p:cNvPr id="15" name="Marcador de posición de imagen 14">
            <a:extLst>
              <a:ext uri="{FF2B5EF4-FFF2-40B4-BE49-F238E27FC236}">
                <a16:creationId xmlns:a16="http://schemas.microsoft.com/office/drawing/2014/main" id="{8FF3D1F7-B78F-41A9-BA6E-996F58A33EA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5882" r="1588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05542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868ECC-5175-43F2-A829-94DD5429B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LA EVALUACIÓN EN LOS DIFERENTES AMBITOS</a:t>
            </a: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4B8E5247-0F9A-4363-A0E4-8345B8CE03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171543"/>
              </p:ext>
            </p:extLst>
          </p:nvPr>
        </p:nvGraphicFramePr>
        <p:xfrm>
          <a:off x="371475" y="1233488"/>
          <a:ext cx="11520488" cy="4943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6436CF-BD59-4A87-931E-D14FF843D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9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60893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6F3494C0-ABDD-4C4D-8C46-49B8F20CC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Evaluación por competencia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9D622C3-EE4F-4FB9-94FB-55056352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smtClean="0"/>
              <a:t>10</a:t>
            </a:fld>
            <a:endParaRPr lang="es-ES"/>
          </a:p>
        </p:txBody>
      </p:sp>
      <p:pic>
        <p:nvPicPr>
          <p:cNvPr id="8" name="Marcador de posición de imagen 7">
            <a:extLst>
              <a:ext uri="{FF2B5EF4-FFF2-40B4-BE49-F238E27FC236}">
                <a16:creationId xmlns:a16="http://schemas.microsoft.com/office/drawing/2014/main" id="{2DE860BC-070C-49AE-AF30-7F05D5940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62884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Marcador de posición de imagen 16">
            <a:extLst>
              <a:ext uri="{FF2B5EF4-FFF2-40B4-BE49-F238E27FC236}">
                <a16:creationId xmlns:a16="http://schemas.microsoft.com/office/drawing/2014/main" id="{18B7855D-2DE6-49A4-BA98-97404403C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AF1E321-0EA9-44D8-9BE0-689BB6F9F352}"/>
              </a:ext>
            </a:extLst>
          </p:cNvPr>
          <p:cNvSpPr txBox="1"/>
          <p:nvPr/>
        </p:nvSpPr>
        <p:spPr>
          <a:xfrm>
            <a:off x="676275" y="638175"/>
            <a:ext cx="10877550" cy="563231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El concepto de competencia tiene su origen en la esfera profesional e industrial y al incorporarse en el ámbito educativo, se le confirió una significación más amplia y compleja.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s-ES" sz="4000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Es en la universidad donde comenzó a utilizarse el término competencia con el Proyecto </a:t>
            </a:r>
            <a:r>
              <a:rPr lang="es-ES" sz="40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Tuning</a:t>
            </a:r>
            <a:r>
              <a:rPr lang="es-ES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(2000).</a:t>
            </a:r>
          </a:p>
        </p:txBody>
      </p:sp>
    </p:spTree>
    <p:extLst>
      <p:ext uri="{BB962C8B-B14F-4D97-AF65-F5344CB8AC3E}">
        <p14:creationId xmlns:p14="http://schemas.microsoft.com/office/powerpoint/2010/main" val="19607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errar llave 3">
            <a:extLst>
              <a:ext uri="{FF2B5EF4-FFF2-40B4-BE49-F238E27FC236}">
                <a16:creationId xmlns:a16="http://schemas.microsoft.com/office/drawing/2014/main" id="{CB6250E6-983A-434E-AC89-90CD98CD3822}"/>
              </a:ext>
            </a:extLst>
          </p:cNvPr>
          <p:cNvSpPr/>
          <p:nvPr/>
        </p:nvSpPr>
        <p:spPr>
          <a:xfrm>
            <a:off x="5219830" y="404664"/>
            <a:ext cx="1379584" cy="5760640"/>
          </a:xfrm>
          <a:prstGeom prst="rightBrac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xplosión 2 8">
            <a:extLst>
              <a:ext uri="{FF2B5EF4-FFF2-40B4-BE49-F238E27FC236}">
                <a16:creationId xmlns:a16="http://schemas.microsoft.com/office/drawing/2014/main" id="{FF56EEC7-B76D-451D-89C5-307BDE076887}"/>
              </a:ext>
            </a:extLst>
          </p:cNvPr>
          <p:cNvSpPr/>
          <p:nvPr/>
        </p:nvSpPr>
        <p:spPr>
          <a:xfrm>
            <a:off x="6083926" y="404663"/>
            <a:ext cx="5419816" cy="2771156"/>
          </a:xfrm>
          <a:prstGeom prst="irregularSeal2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8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MODELO</a:t>
            </a:r>
          </a:p>
          <a:p>
            <a:pPr algn="ctr"/>
            <a:r>
              <a:rPr lang="es-CO" sz="28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COMPETENCIA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8769C34-3E4F-47F5-A39A-62AAABEEF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58" y="616049"/>
            <a:ext cx="4531571" cy="2291534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828F781F-102A-4D92-B6E3-FB9B21EB4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58" y="3500284"/>
            <a:ext cx="4689987" cy="229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89DE2357-0472-4EFF-ABBF-3B77459DE264}"/>
              </a:ext>
            </a:extLst>
          </p:cNvPr>
          <p:cNvSpPr/>
          <p:nvPr/>
        </p:nvSpPr>
        <p:spPr>
          <a:xfrm>
            <a:off x="6931742" y="3460948"/>
            <a:ext cx="4355690" cy="23308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8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UN CAMBIO DE PERSPECTIVA, TRANSITANDO DE LA LÓGICA DE LOS CONTENIDOS </a:t>
            </a:r>
          </a:p>
          <a:p>
            <a:pPr algn="ctr"/>
            <a:r>
              <a:rPr lang="es-CO" sz="28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A LA LÓGICA DE LA ACCIÓN</a:t>
            </a:r>
          </a:p>
        </p:txBody>
      </p:sp>
    </p:spTree>
    <p:extLst>
      <p:ext uri="{BB962C8B-B14F-4D97-AF65-F5344CB8AC3E}">
        <p14:creationId xmlns:p14="http://schemas.microsoft.com/office/powerpoint/2010/main" val="3091515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4A20D3CC-738E-49D3-A03D-5CD61E10EA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9196408"/>
              </p:ext>
            </p:extLst>
          </p:nvPr>
        </p:nvGraphicFramePr>
        <p:xfrm>
          <a:off x="-136149" y="257175"/>
          <a:ext cx="6096000" cy="62198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65E8DF57-B791-4804-9DC8-C9BA6EF123F0}"/>
              </a:ext>
            </a:extLst>
          </p:cNvPr>
          <p:cNvSpPr txBox="1"/>
          <p:nvPr/>
        </p:nvSpPr>
        <p:spPr>
          <a:xfrm>
            <a:off x="6067424" y="2281535"/>
            <a:ext cx="486727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b="1" dirty="0">
                <a:solidFill>
                  <a:schemeClr val="bg1"/>
                </a:solidFill>
              </a:rPr>
              <a:t>Se forma a estudiantes con mucho conocimientos, sin embargo, para que sean competentes es necesario que </a:t>
            </a:r>
            <a:r>
              <a:rPr lang="es-CO" sz="2800" b="1" u="sng" dirty="0">
                <a:solidFill>
                  <a:schemeClr val="bg1"/>
                </a:solidFill>
              </a:rPr>
              <a:t>aprendan a aplicarlos en actividades y problemas</a:t>
            </a:r>
            <a:r>
              <a:rPr lang="es-CO" sz="2800" b="1" dirty="0">
                <a:solidFill>
                  <a:schemeClr val="bg1"/>
                </a:solidFill>
              </a:rPr>
              <a:t> con calidad.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5736F1A-0B2F-4D1D-9F6A-816DDB38F89C}"/>
              </a:ext>
            </a:extLst>
          </p:cNvPr>
          <p:cNvSpPr txBox="1"/>
          <p:nvPr/>
        </p:nvSpPr>
        <p:spPr>
          <a:xfrm>
            <a:off x="5429251" y="1504950"/>
            <a:ext cx="61817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400" b="1" dirty="0">
                <a:solidFill>
                  <a:schemeClr val="bg1"/>
                </a:solidFill>
              </a:rPr>
              <a:t>EDUCACIÓN TRADICIONAL</a:t>
            </a:r>
          </a:p>
        </p:txBody>
      </p:sp>
    </p:spTree>
    <p:extLst>
      <p:ext uri="{BB962C8B-B14F-4D97-AF65-F5344CB8AC3E}">
        <p14:creationId xmlns:p14="http://schemas.microsoft.com/office/powerpoint/2010/main" val="1909088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D6F55E-B8DF-420B-BF5A-536A39420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4400" dirty="0"/>
              <a:t>CAMBIO DE PARADIGMA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57D60E-61F3-4030-8593-DA1F10E8E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sz="4000" dirty="0"/>
              <a:t>Cambios organizativos en </a:t>
            </a:r>
            <a:r>
              <a:rPr lang="es-E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las instituciones</a:t>
            </a:r>
            <a:r>
              <a:rPr lang="es-ES" sz="4000" dirty="0"/>
              <a:t>. </a:t>
            </a:r>
          </a:p>
          <a:p>
            <a:pPr marL="0" indent="0">
              <a:buNone/>
            </a:pPr>
            <a:endParaRPr lang="es-ES" sz="4000" dirty="0"/>
          </a:p>
          <a:p>
            <a:r>
              <a:rPr lang="es-ES" sz="4000" dirty="0"/>
              <a:t>Cambios en el actuar </a:t>
            </a:r>
            <a:r>
              <a:rPr lang="es-E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docente</a:t>
            </a:r>
            <a:r>
              <a:rPr lang="es-ES" sz="4000" dirty="0"/>
              <a:t> (</a:t>
            </a:r>
            <a:r>
              <a:rPr lang="es-ES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metodologías, forma de evaluar y aun cambio de mentalidad</a:t>
            </a:r>
            <a:r>
              <a:rPr lang="es-E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es-ES" sz="4000" dirty="0"/>
              <a:t>.</a:t>
            </a:r>
          </a:p>
          <a:p>
            <a:pPr marL="0" indent="0">
              <a:buNone/>
            </a:pPr>
            <a:endParaRPr lang="es-ES" sz="4000" dirty="0"/>
          </a:p>
          <a:p>
            <a:r>
              <a:rPr lang="es-ES" sz="4000" dirty="0"/>
              <a:t>Cambios en </a:t>
            </a:r>
            <a:r>
              <a:rPr lang="es-E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los estudiantes</a:t>
            </a:r>
            <a:r>
              <a:rPr lang="es-ES" sz="4000" dirty="0"/>
              <a:t>: </a:t>
            </a:r>
            <a:r>
              <a:rPr lang="es-ES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remplazar su forma  tradicional de aprender por formas más participativas y prácticas</a:t>
            </a:r>
            <a:r>
              <a:rPr lang="es-ES" sz="4000" dirty="0"/>
              <a:t>, que les permita </a:t>
            </a:r>
            <a:r>
              <a:rPr lang="es-ES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aplicar lo aprendido  a la cotidianidad</a:t>
            </a:r>
            <a:r>
              <a:rPr lang="es-ES" sz="4000" dirty="0"/>
              <a:t>.</a:t>
            </a:r>
          </a:p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E392DA-6C26-4756-94E0-70C27C938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14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8336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151932C-7145-4FBD-B81D-9ADC42401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CO" b="1" dirty="0">
                <a:latin typeface="Calibri" panose="020F0502020204030204" pitchFamily="34" charset="0"/>
                <a:cs typeface="Calibri" panose="020F0502020204030204" pitchFamily="34" charset="0"/>
              </a:rPr>
              <a:t>CONCEPTO DE COMPETENCIA</a:t>
            </a:r>
            <a:endParaRPr lang="es-ES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3DA7B46-E592-40C7-91D7-A26B47A30C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rtlCol="0">
            <a:normAutofit fontScale="92500"/>
          </a:bodyPr>
          <a:lstStyle/>
          <a:p>
            <a:r>
              <a:rPr lang="es-ES" sz="2400" dirty="0">
                <a:latin typeface="Calibri" panose="020F0502020204030204" pitchFamily="34" charset="0"/>
                <a:cs typeface="Calibri" panose="020F0502020204030204" pitchFamily="34" charset="0"/>
              </a:rPr>
              <a:t>Para Perrenoud (2004) la competencia es </a:t>
            </a:r>
            <a:r>
              <a:rPr lang="es-E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la selección y combinación pertinente de conocimientos, habilidades, destrezas, actitudes, valores y normas </a:t>
            </a:r>
            <a:r>
              <a:rPr lang="es-ES" sz="2400" dirty="0">
                <a:latin typeface="Calibri" panose="020F0502020204030204" pitchFamily="34" charset="0"/>
                <a:cs typeface="Calibri" panose="020F0502020204030204" pitchFamily="34" charset="0"/>
              </a:rPr>
              <a:t>que permiten dar respuesta a una situación compleja en </a:t>
            </a:r>
            <a:r>
              <a:rPr lang="es-E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un contexto determinado</a:t>
            </a:r>
            <a:r>
              <a:rPr lang="es-E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rtl="0"/>
            <a:endParaRPr lang="es-ES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7F42263-DE86-44BB-AC19-CD7982D365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rtlCol="0"/>
          <a:lstStyle/>
          <a:p>
            <a:r>
              <a:rPr lang="es-ES" sz="2000" b="1" dirty="0"/>
              <a:t>“</a:t>
            </a:r>
            <a:r>
              <a:rPr lang="es-E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Combinación</a:t>
            </a:r>
            <a:r>
              <a:rPr lang="es-ES" sz="2000" b="1" dirty="0"/>
              <a:t> de destrezas, conocimientos y actitudes adecuadas al contexto” (Unión Europea, 2006) . </a:t>
            </a:r>
          </a:p>
          <a:p>
            <a:r>
              <a:rPr lang="es-ES" sz="2000" b="1" dirty="0"/>
              <a:t>En relación con este concepto, la UNESCO explicitó los cuatro pilares sobre los que debe sustentar la educación: </a:t>
            </a:r>
            <a:r>
              <a:rPr lang="es-E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aprender a ser, aprender a conocer, aprender a convivir y prender a hacer </a:t>
            </a:r>
            <a:r>
              <a:rPr lang="es-ES" sz="2000" b="1" dirty="0"/>
              <a:t>(UNESCO, 1996).</a:t>
            </a:r>
          </a:p>
          <a:p>
            <a:pPr rtl="0"/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74AF259-0EA0-486A-A345-68549DF55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smtClean="0"/>
              <a:t>15</a:t>
            </a:fld>
            <a:endParaRPr lang="es-ES"/>
          </a:p>
        </p:txBody>
      </p:sp>
      <p:pic>
        <p:nvPicPr>
          <p:cNvPr id="11" name="Marcador de posición de imagen 12">
            <a:extLst>
              <a:ext uri="{FF2B5EF4-FFF2-40B4-BE49-F238E27FC236}">
                <a16:creationId xmlns:a16="http://schemas.microsoft.com/office/drawing/2014/main" id="{D38CA64A-11C5-4BD7-8A2D-E6D58794D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8757" t="-231" r="16551" b="231"/>
          <a:stretch/>
        </p:blipFill>
        <p:spPr>
          <a:xfrm>
            <a:off x="3967163" y="1233488"/>
            <a:ext cx="4257675" cy="5148262"/>
          </a:xfrm>
        </p:spPr>
      </p:pic>
    </p:spTree>
    <p:extLst>
      <p:ext uri="{BB962C8B-B14F-4D97-AF65-F5344CB8AC3E}">
        <p14:creationId xmlns:p14="http://schemas.microsoft.com/office/powerpoint/2010/main" val="3242389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E1768246-2496-4F97-8FCA-02252116F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Saberes de las competencias</a:t>
            </a:r>
          </a:p>
        </p:txBody>
      </p:sp>
      <p:pic>
        <p:nvPicPr>
          <p:cNvPr id="22" name="Marcador de posición de imagen 21">
            <a:extLst>
              <a:ext uri="{FF2B5EF4-FFF2-40B4-BE49-F238E27FC236}">
                <a16:creationId xmlns:a16="http://schemas.microsoft.com/office/drawing/2014/main" id="{0F5C8F58-81B2-4162-9563-70C679CF8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7857" t="-6122" r="-17857" b="-6122"/>
          <a:stretch/>
        </p:blipFill>
        <p:spPr>
          <a:xfrm>
            <a:off x="876300" y="1739900"/>
            <a:ext cx="1689100" cy="1397000"/>
          </a:xfrm>
        </p:spPr>
      </p:pic>
      <p:pic>
        <p:nvPicPr>
          <p:cNvPr id="26" name="Marcador de posición de imagen 25">
            <a:extLst>
              <a:ext uri="{FF2B5EF4-FFF2-40B4-BE49-F238E27FC236}">
                <a16:creationId xmlns:a16="http://schemas.microsoft.com/office/drawing/2014/main" id="{2AD0E03E-80ED-4CBF-B567-3E1EAB01F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18293" t="-6483" r="-18293" b="-6483"/>
          <a:stretch/>
        </p:blipFill>
        <p:spPr>
          <a:xfrm>
            <a:off x="3829813" y="4263232"/>
            <a:ext cx="1689100" cy="1397000"/>
          </a:xfrm>
        </p:spPr>
      </p:pic>
      <p:pic>
        <p:nvPicPr>
          <p:cNvPr id="24" name="Marcador de posición de imagen 23">
            <a:extLst>
              <a:ext uri="{FF2B5EF4-FFF2-40B4-BE49-F238E27FC236}">
                <a16:creationId xmlns:a16="http://schemas.microsoft.com/office/drawing/2014/main" id="{F1E0AF3E-867C-4F0D-8325-9DC9A985B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16501" t="-5000" r="-16501" b="-5000"/>
          <a:stretch/>
        </p:blipFill>
        <p:spPr>
          <a:xfrm>
            <a:off x="6744524" y="1739900"/>
            <a:ext cx="1689100" cy="1397000"/>
          </a:xfrm>
        </p:spPr>
      </p:pic>
      <p:pic>
        <p:nvPicPr>
          <p:cNvPr id="28" name="Marcador de posición de imagen 27">
            <a:extLst>
              <a:ext uri="{FF2B5EF4-FFF2-40B4-BE49-F238E27FC236}">
                <a16:creationId xmlns:a16="http://schemas.microsoft.com/office/drawing/2014/main" id="{43BC7054-E269-4210-98F5-65D485066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18293" t="-6483" r="-18293" b="-6483"/>
          <a:stretch/>
        </p:blipFill>
        <p:spPr>
          <a:xfrm>
            <a:off x="9659235" y="4263232"/>
            <a:ext cx="1689100" cy="1397000"/>
          </a:xfrm>
        </p:spPr>
      </p:pic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901B6E4D-6942-45C5-99A9-6B769E8902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pPr rtl="0"/>
            <a:r>
              <a:rPr lang="es-ES" b="1" dirty="0"/>
              <a:t>SABER SER</a:t>
            </a:r>
          </a:p>
          <a:p>
            <a:pPr rtl="0"/>
            <a:r>
              <a:rPr lang="es-ES" b="1" dirty="0"/>
              <a:t>Actitudes </a:t>
            </a:r>
          </a:p>
          <a:p>
            <a:pPr rtl="0"/>
            <a:r>
              <a:rPr lang="es-ES" b="1" dirty="0"/>
              <a:t>Valores </a:t>
            </a:r>
          </a:p>
          <a:p>
            <a:pPr rtl="0"/>
            <a:r>
              <a:rPr lang="es-ES" b="1" dirty="0"/>
              <a:t>Normas </a:t>
            </a:r>
          </a:p>
          <a:p>
            <a:pPr rtl="0"/>
            <a:r>
              <a:rPr lang="es-ES" b="1" dirty="0"/>
              <a:t>Comportamientos 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7D269992-EA9D-41F6-85C3-B789218471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rtlCol="0" anchor="b"/>
          <a:lstStyle/>
          <a:p>
            <a:pPr rtl="0"/>
            <a:r>
              <a:rPr lang="es-ES" b="1" dirty="0"/>
              <a:t>SABER HACER</a:t>
            </a:r>
          </a:p>
          <a:p>
            <a:pPr rtl="0"/>
            <a:r>
              <a:rPr lang="es-ES" b="1" dirty="0"/>
              <a:t>Habilidades </a:t>
            </a:r>
          </a:p>
          <a:p>
            <a:pPr rtl="0"/>
            <a:r>
              <a:rPr lang="es-ES" b="1" dirty="0"/>
              <a:t>Destrezas </a:t>
            </a:r>
          </a:p>
          <a:p>
            <a:pPr rtl="0"/>
            <a:r>
              <a:rPr lang="es-ES" b="1" dirty="0"/>
              <a:t>Procedimientos</a:t>
            </a:r>
          </a:p>
          <a:p>
            <a:pPr rtl="0"/>
            <a:r>
              <a:rPr lang="es-ES" b="1" dirty="0"/>
              <a:t> 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6DFAA7E0-5467-48C2-A0A1-08FFCDD0AB2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rtlCol="0"/>
          <a:lstStyle/>
          <a:p>
            <a:pPr rtl="0"/>
            <a:r>
              <a:rPr lang="es-ES" b="1" dirty="0"/>
              <a:t>SABER CONVIVIR</a:t>
            </a:r>
          </a:p>
          <a:p>
            <a:pPr rtl="0"/>
            <a:r>
              <a:rPr lang="es-ES" b="1" dirty="0"/>
              <a:t>Actitudes </a:t>
            </a:r>
          </a:p>
          <a:p>
            <a:pPr rtl="0"/>
            <a:r>
              <a:rPr lang="es-ES" b="1" dirty="0"/>
              <a:t>Valores </a:t>
            </a:r>
          </a:p>
          <a:p>
            <a:pPr rtl="0"/>
            <a:r>
              <a:rPr lang="es-ES" b="1" dirty="0"/>
              <a:t>Normas </a:t>
            </a:r>
          </a:p>
          <a:p>
            <a:pPr rtl="0"/>
            <a:r>
              <a:rPr lang="es-ES" b="1" dirty="0"/>
              <a:t>Comportamientos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26CD0F95-69FE-4CD4-B47D-11711D39422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rtlCol="0" anchor="b"/>
          <a:lstStyle/>
          <a:p>
            <a:pPr rtl="0"/>
            <a:r>
              <a:rPr lang="es-ES" b="1" dirty="0"/>
              <a:t>SABER CONOCER</a:t>
            </a:r>
          </a:p>
          <a:p>
            <a:pPr rtl="0"/>
            <a:r>
              <a:rPr lang="es-ES" b="1" dirty="0"/>
              <a:t>Hechos </a:t>
            </a:r>
          </a:p>
          <a:p>
            <a:pPr rtl="0"/>
            <a:r>
              <a:rPr lang="es-ES" b="1" dirty="0"/>
              <a:t>Conceptos</a:t>
            </a:r>
          </a:p>
          <a:p>
            <a:pPr rtl="0"/>
            <a:r>
              <a:rPr lang="es-ES" b="1" dirty="0"/>
              <a:t>Teorías </a:t>
            </a:r>
          </a:p>
          <a:p>
            <a:pPr rtl="0"/>
            <a:r>
              <a:rPr lang="es-ES" b="1" dirty="0"/>
              <a:t>Principios 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EAB17F8-59B5-4C93-9884-D3044629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3063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28260E-751D-4196-8855-03B1FA7A7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latin typeface="Calibri" panose="020F0502020204030204" pitchFamily="34" charset="0"/>
                <a:cs typeface="Calibri" panose="020F0502020204030204" pitchFamily="34" charset="0"/>
              </a:rPr>
              <a:t>COMPETENCIA Y CONTEXTO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D18EE-CB49-474F-909A-CE3D8286E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476250"/>
            <a:ext cx="6354764" cy="2557463"/>
          </a:xfrm>
        </p:spPr>
        <p:txBody>
          <a:bodyPr>
            <a:noAutofit/>
          </a:bodyPr>
          <a:lstStyle/>
          <a:p>
            <a:pPr marL="118872" indent="0">
              <a:buNone/>
            </a:pPr>
            <a:r>
              <a:rPr lang="es-ES" sz="2400" dirty="0"/>
              <a:t>Una característica determinante que </a:t>
            </a:r>
            <a:r>
              <a:rPr lang="es-E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acompaña a la competencia </a:t>
            </a:r>
            <a:r>
              <a:rPr lang="es-ES" sz="2400" dirty="0"/>
              <a:t>es el contexto:</a:t>
            </a:r>
          </a:p>
          <a:p>
            <a:r>
              <a:rPr lang="es-ES" sz="2400" dirty="0"/>
              <a:t>El contexto es clave en </a:t>
            </a:r>
            <a:r>
              <a:rPr lang="es-E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definición y ejecución </a:t>
            </a:r>
            <a:r>
              <a:rPr lang="es-ES" sz="2400" dirty="0"/>
              <a:t>de competencias. </a:t>
            </a:r>
          </a:p>
          <a:p>
            <a:r>
              <a:rPr lang="es-ES" sz="2400" dirty="0"/>
              <a:t>Una competencia </a:t>
            </a:r>
            <a:r>
              <a:rPr lang="es-E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puede entenderse al margen del contexto particular</a:t>
            </a:r>
            <a:r>
              <a:rPr lang="es-ES" sz="2400" dirty="0"/>
              <a:t> donde se pone en juego.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E51EE51-FAD3-48DB-B3E8-AC3976BB9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17</a:t>
            </a:fld>
            <a:endParaRPr lang="es-ES" noProof="0"/>
          </a:p>
        </p:txBody>
      </p:sp>
      <p:pic>
        <p:nvPicPr>
          <p:cNvPr id="1028" name="Picture 4" descr="antecedentes del concepto de investigación científica - investigación científica fotografías e imágenes de stock">
            <a:extLst>
              <a:ext uri="{FF2B5EF4-FFF2-40B4-BE49-F238E27FC236}">
                <a16:creationId xmlns:a16="http://schemas.microsoft.com/office/drawing/2014/main" id="{23717BA8-27E6-4CC1-AC9F-2717F0AB5F92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26" b="12826"/>
          <a:stretch>
            <a:fillRect/>
          </a:stretch>
        </p:blipFill>
        <p:spPr bwMode="auto">
          <a:prstGeom prst="rect">
            <a:avLst/>
          </a:prstGeom>
          <a:noFill/>
          <a:ln w="381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554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28260E-751D-4196-8855-03B1FA7A7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800" b="1" dirty="0"/>
              <a:t>UNA COMPETENCIA SE CONCRETA Y SE OBSERVA</a:t>
            </a:r>
            <a:endParaRPr lang="es-CO" sz="4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D18EE-CB49-474F-909A-CE3D8286E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476250"/>
            <a:ext cx="6354764" cy="2557463"/>
          </a:xfrm>
        </p:spPr>
        <p:txBody>
          <a:bodyPr>
            <a:noAutofit/>
          </a:bodyPr>
          <a:lstStyle/>
          <a:p>
            <a:pPr lvl="0"/>
            <a:r>
              <a:rPr lang="es-ES" sz="2800" dirty="0"/>
              <a:t>Por la </a:t>
            </a:r>
            <a:r>
              <a:rPr lang="es-E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actuación idónea </a:t>
            </a:r>
            <a:r>
              <a:rPr lang="es-ES" sz="2800" dirty="0"/>
              <a:t>en un contexto.</a:t>
            </a:r>
          </a:p>
          <a:p>
            <a:pPr lvl="0"/>
            <a:r>
              <a:rPr lang="es-ES" sz="2800" dirty="0"/>
              <a:t>Por estar </a:t>
            </a:r>
            <a:r>
              <a:rPr lang="es-E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asociada siempre con un campo del saber.</a:t>
            </a:r>
          </a:p>
          <a:p>
            <a:r>
              <a:rPr lang="es-ES" sz="2800" dirty="0"/>
              <a:t>Por la </a:t>
            </a:r>
            <a:r>
              <a:rPr lang="es-E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evidencia de las producciones y resultados</a:t>
            </a:r>
            <a:r>
              <a:rPr lang="es-ES" sz="2800" dirty="0"/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E51EE51-FAD3-48DB-B3E8-AC3976BB9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18</a:t>
            </a:fld>
            <a:endParaRPr lang="es-ES" noProof="0"/>
          </a:p>
        </p:txBody>
      </p:sp>
      <p:pic>
        <p:nvPicPr>
          <p:cNvPr id="7" name="Picture 4" descr="antecedentes del concepto de investigación científica - investigación científica fotografías e imágenes de stock">
            <a:extLst>
              <a:ext uri="{FF2B5EF4-FFF2-40B4-BE49-F238E27FC236}">
                <a16:creationId xmlns:a16="http://schemas.microsoft.com/office/drawing/2014/main" id="{8D49AF56-072C-42EC-B606-AF39345AB00A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26" b="12826"/>
          <a:stretch>
            <a:fillRect/>
          </a:stretch>
        </p:blipFill>
        <p:spPr bwMode="auto">
          <a:xfrm>
            <a:off x="371475" y="3205163"/>
            <a:ext cx="11520488" cy="2967037"/>
          </a:xfrm>
          <a:prstGeom prst="rect">
            <a:avLst/>
          </a:prstGeom>
          <a:noFill/>
          <a:ln w="381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6619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2081A391-50EE-4162-AF4B-2F2249326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88260"/>
            <a:ext cx="9515475" cy="6374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7950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C2EC784-8E87-43CE-B08A-2085D6E1D5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ES" sz="4000" b="1" dirty="0">
                <a:latin typeface="Calibri" panose="020F0502020204030204" pitchFamily="34" charset="0"/>
                <a:cs typeface="Calibri" panose="020F0502020204030204" pitchFamily="34" charset="0"/>
              </a:rPr>
              <a:t>COMPONENTES ESTRUCTURALES </a:t>
            </a:r>
            <a:br>
              <a:rPr lang="es-ES" sz="40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sz="4000" b="1" dirty="0">
                <a:latin typeface="Calibri" panose="020F0502020204030204" pitchFamily="34" charset="0"/>
                <a:cs typeface="Calibri" panose="020F0502020204030204" pitchFamily="34" charset="0"/>
              </a:rPr>
              <a:t>DE UNA COMPETENCIA</a:t>
            </a:r>
            <a:endParaRPr lang="es-CO" sz="4000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6F49ED52-CA26-4B0B-A48B-FD17E5F0EC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s-CO" sz="2800" b="1" dirty="0"/>
              <a:t>¿Cuáles son los elementos esenciales de una competencia?</a:t>
            </a:r>
          </a:p>
          <a:p>
            <a:endParaRPr lang="es-CO" dirty="0"/>
          </a:p>
        </p:txBody>
      </p:sp>
      <p:pic>
        <p:nvPicPr>
          <p:cNvPr id="6146" name="Picture 2" descr="ISO 9001:2015 Análisis del contexto interno y externo">
            <a:extLst>
              <a:ext uri="{FF2B5EF4-FFF2-40B4-BE49-F238E27FC236}">
                <a16:creationId xmlns:a16="http://schemas.microsoft.com/office/drawing/2014/main" id="{87A001C9-17B9-4CE6-8EB0-CC9F89CC4834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16" r="25516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7580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FDB0B5-B276-4E48-868A-DA269CB1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0"/>
            <a:ext cx="11520487" cy="1873249"/>
          </a:xfrm>
        </p:spPr>
        <p:txBody>
          <a:bodyPr>
            <a:noAutofit/>
          </a:bodyPr>
          <a:lstStyle/>
          <a:p>
            <a:r>
              <a:rPr lang="es-BO" sz="4400" b="1" dirty="0">
                <a:latin typeface="Calibri" panose="020F0502020204030204" pitchFamily="34" charset="0"/>
                <a:cs typeface="Calibri" panose="020F0502020204030204" pitchFamily="34" charset="0"/>
              </a:rPr>
              <a:t>DESCRIPCIÓN Y FORMULACIÓN DE UNA COMPETENCIA</a:t>
            </a:r>
            <a:endParaRPr lang="es-CO" sz="4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A875EA-BAF0-435C-9A66-27C7CB7F5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2271714"/>
            <a:ext cx="11520487" cy="3452812"/>
          </a:xfrm>
        </p:spPr>
        <p:txBody>
          <a:bodyPr>
            <a:normAutofit/>
          </a:bodyPr>
          <a:lstStyle/>
          <a:p>
            <a:r>
              <a:rPr lang="es-BO" sz="3600" dirty="0"/>
              <a:t>Tobón, Pimienta y García (2010, pp. 13 a 17), presentan cómo se describe una competencia desde el </a:t>
            </a:r>
            <a:r>
              <a:rPr lang="es-B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enfoque socio-formativo. </a:t>
            </a:r>
          </a:p>
          <a:p>
            <a:r>
              <a:rPr lang="es-BO" sz="3600" dirty="0"/>
              <a:t>Diseñar adecuadamente una competencia,</a:t>
            </a:r>
            <a:r>
              <a:rPr lang="es-BO" sz="36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es uno de los problemas más destacados que tienen los docentes </a:t>
            </a:r>
            <a:r>
              <a:rPr lang="es-BO" sz="36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cuando se piensa en su elaboración</a:t>
            </a:r>
            <a:endParaRPr lang="es-CO" sz="36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780E78-7741-40DE-B938-93948821A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21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8195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5A5A1F-5DD7-497C-B1E3-9B222122A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sz="5400" b="1" dirty="0"/>
              <a:t>1. Dominio de competencia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ADCEB1-5FCE-4D40-810B-8BF215A4A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BO" sz="3600" dirty="0"/>
              <a:t>Es la </a:t>
            </a:r>
            <a:r>
              <a:rPr lang="es-BO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categoría general</a:t>
            </a:r>
            <a:r>
              <a:rPr lang="es-BO" sz="3600" dirty="0"/>
              <a:t>, en el cual se incluyen,  organizan y clasifican las competencias pertenecientes a una misma área.</a:t>
            </a:r>
            <a:endParaRPr lang="es-CO" sz="36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3DDA51A-9E75-47D7-8E4F-72C37F7D3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22</a:t>
            </a:fld>
            <a:endParaRPr lang="es-ES" noProof="0"/>
          </a:p>
        </p:txBody>
      </p:sp>
      <p:graphicFrame>
        <p:nvGraphicFramePr>
          <p:cNvPr id="6" name="Marcador de posición de imagen 5">
            <a:extLst>
              <a:ext uri="{FF2B5EF4-FFF2-40B4-BE49-F238E27FC236}">
                <a16:creationId xmlns:a16="http://schemas.microsoft.com/office/drawing/2014/main" id="{C504C082-B062-47A9-AAC1-1151A55F5F2B}"/>
              </a:ext>
            </a:extLst>
          </p:cNvPr>
          <p:cNvGraphicFramePr>
            <a:graphicFrameLocks noGrp="1"/>
          </p:cNvGraphicFramePr>
          <p:nvPr>
            <p:ph type="pic" sz="quarter" idx="13"/>
            <p:extLst>
              <p:ext uri="{D42A27DB-BD31-4B8C-83A1-F6EECF244321}">
                <p14:modId xmlns:p14="http://schemas.microsoft.com/office/powerpoint/2010/main" val="1719117880"/>
              </p:ext>
            </p:extLst>
          </p:nvPr>
        </p:nvGraphicFramePr>
        <p:xfrm>
          <a:off x="2124075" y="3248024"/>
          <a:ext cx="8448675" cy="3438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3415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481FB5-0BEF-4CD2-BFB9-8530D1DB4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sz="5400" b="1" dirty="0"/>
              <a:t>2. Formulación de la competencia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F990AA-AEB9-4FA9-A152-18FE28DAF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BO" sz="2600" dirty="0"/>
              <a:t>Se describe la competencia que se pretende contribuir a formar o evaluar a partir del </a:t>
            </a:r>
            <a:r>
              <a:rPr lang="es-BO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análisis del problema del contexto</a:t>
            </a:r>
            <a:r>
              <a:rPr lang="es-BO" sz="2600" dirty="0"/>
              <a:t>, buscando que tenga </a:t>
            </a:r>
            <a:r>
              <a:rPr lang="es-BO" sz="2600" u="sng" dirty="0">
                <a:uFill>
                  <a:solidFill>
                    <a:srgbClr val="FF0000"/>
                  </a:solidFill>
                </a:uFill>
              </a:rPr>
              <a:t>un verbo de desempeño</a:t>
            </a:r>
            <a:r>
              <a:rPr lang="es-BO" sz="2600" dirty="0"/>
              <a:t>, </a:t>
            </a:r>
            <a:r>
              <a:rPr lang="es-BO" sz="2600" u="sng" dirty="0">
                <a:uFill>
                  <a:solidFill>
                    <a:srgbClr val="00B0F0"/>
                  </a:solidFill>
                </a:uFill>
              </a:rPr>
              <a:t>un objeto conceptual</a:t>
            </a:r>
            <a:r>
              <a:rPr lang="es-BO" sz="2600" dirty="0"/>
              <a:t>, </a:t>
            </a:r>
            <a:r>
              <a:rPr lang="es-BO" sz="2600" u="sng" dirty="0">
                <a:uFill>
                  <a:solidFill>
                    <a:srgbClr val="FFC000"/>
                  </a:solidFill>
                </a:uFill>
              </a:rPr>
              <a:t>una finalidad</a:t>
            </a:r>
            <a:r>
              <a:rPr lang="es-BO" sz="2600" dirty="0">
                <a:uFill>
                  <a:solidFill>
                    <a:srgbClr val="FFC000"/>
                  </a:solidFill>
                </a:uFill>
              </a:rPr>
              <a:t> </a:t>
            </a:r>
            <a:r>
              <a:rPr lang="es-BO" sz="2600" dirty="0"/>
              <a:t>y </a:t>
            </a:r>
            <a:r>
              <a:rPr lang="es-BO" sz="2600" u="sng" dirty="0">
                <a:uFill>
                  <a:solidFill>
                    <a:srgbClr val="00B050"/>
                  </a:solidFill>
                </a:uFill>
              </a:rPr>
              <a:t>una condición de referencia</a:t>
            </a:r>
            <a:r>
              <a:rPr lang="es-BO" sz="2600" dirty="0"/>
              <a:t>.</a:t>
            </a:r>
            <a:endParaRPr lang="es-CO" sz="26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62D353-5B16-48E7-AEBE-AE54C0427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23</a:t>
            </a:fld>
            <a:endParaRPr lang="es-ES" noProof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B65EF93-B31F-43F8-B0FF-CC4093621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575" y="3295650"/>
            <a:ext cx="813435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31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DE0A30-FD17-4554-BC7D-540763627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sz="5400" b="1" dirty="0"/>
              <a:t>3. Ejes procesuales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89B50A-EEA4-401B-BB7B-E51408BDB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BO" sz="2800" dirty="0"/>
              <a:t>Son los </a:t>
            </a:r>
            <a:r>
              <a:rPr lang="es-BO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grandes desempeños de la competencia</a:t>
            </a:r>
            <a:r>
              <a:rPr lang="es-BO" sz="2800" dirty="0"/>
              <a:t> que dan cuenta de su estructura como proceso sistémico u holístico.</a:t>
            </a:r>
          </a:p>
          <a:p>
            <a:r>
              <a:rPr lang="es-BO" sz="2800" dirty="0"/>
              <a:t>Son opcionales y por lo general se explicitan para organizar los criterios.</a:t>
            </a:r>
          </a:p>
          <a:p>
            <a:endParaRPr lang="es-CO" sz="36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8837E7-DE3A-4509-832F-A5380499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24</a:t>
            </a:fld>
            <a:endParaRPr lang="es-ES" noProof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B671FFE-6F07-431E-B045-250875D34892}"/>
              </a:ext>
            </a:extLst>
          </p:cNvPr>
          <p:cNvSpPr/>
          <p:nvPr/>
        </p:nvSpPr>
        <p:spPr>
          <a:xfrm>
            <a:off x="762000" y="3552825"/>
            <a:ext cx="10756900" cy="2114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/>
              <a:t>“Establecer si se cuenta con una comprensión lectora que le permita interpretar, aprender y tomar posturas críticas frente a un texto”.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709008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9D83C7-FF69-499B-9DF6-DAA61C7D5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</a:t>
            </a:r>
            <a:r>
              <a:rPr lang="es-BO" sz="5400" b="1" dirty="0"/>
              <a:t>Criterios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8D5C8A-0477-4E6B-A3F2-304F41813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BO" sz="2400" dirty="0"/>
              <a:t>Son </a:t>
            </a:r>
            <a:r>
              <a:rPr lang="es-BO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pautas fundamentales</a:t>
            </a:r>
            <a:r>
              <a:rPr lang="es-BO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BO" sz="2400" dirty="0"/>
              <a:t>que se deben tener en cuenta en la valoración de la competencia (“qué se evalúa” y un “con qué se compara” o referente).</a:t>
            </a:r>
          </a:p>
          <a:p>
            <a:r>
              <a:rPr lang="es-BO" sz="2400" dirty="0"/>
              <a:t>Los criterios buscan considerar los diferentes saberes de la competencia (ser, hacer, conocer y convivir).</a:t>
            </a:r>
            <a:endParaRPr lang="es-ES" sz="24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1EF3BF-A632-42D8-B7EF-815C62E7D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25</a:t>
            </a:fld>
            <a:endParaRPr lang="es-ES" noProof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F4066E8-685B-410A-BD32-A833C65E4CFC}"/>
              </a:ext>
            </a:extLst>
          </p:cNvPr>
          <p:cNvSpPr/>
          <p:nvPr/>
        </p:nvSpPr>
        <p:spPr>
          <a:xfrm>
            <a:off x="942975" y="3333750"/>
            <a:ext cx="10658475" cy="25574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8872" algn="ctr"/>
            <a:r>
              <a:rPr lang="es-BO" sz="2800" b="1" dirty="0"/>
              <a:t>Los criterios son el término más usado a nivel internacional.  </a:t>
            </a:r>
          </a:p>
          <a:p>
            <a:pPr marL="118872"/>
            <a:endParaRPr lang="es-BO" sz="2800" b="1" dirty="0"/>
          </a:p>
          <a:p>
            <a:pPr algn="ctr"/>
            <a:r>
              <a:rPr lang="es-BO" sz="2800" b="1" dirty="0"/>
              <a:t>Equivalen a conceptos cercanos, </a:t>
            </a:r>
            <a:r>
              <a:rPr lang="es-BO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como resultados de aprendizaje</a:t>
            </a:r>
            <a:r>
              <a:rPr lang="es-BO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BO" sz="2800" b="1" dirty="0"/>
              <a:t>(que son mas propios en el conductismo), </a:t>
            </a:r>
            <a:r>
              <a:rPr lang="es-BO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aprendizajes esperados </a:t>
            </a:r>
            <a:r>
              <a:rPr lang="es-BO" sz="2800" b="1" dirty="0"/>
              <a:t>(más del constructivismo) e </a:t>
            </a:r>
            <a:r>
              <a:rPr lang="es-BO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indicadores</a:t>
            </a:r>
            <a:r>
              <a:rPr lang="es-BO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BO" sz="2800" b="1" dirty="0"/>
              <a:t>(más de la medición).</a:t>
            </a:r>
            <a:endParaRPr lang="es-ES" sz="2800" b="1" dirty="0"/>
          </a:p>
        </p:txBody>
      </p:sp>
    </p:spTree>
    <p:extLst>
      <p:ext uri="{BB962C8B-B14F-4D97-AF65-F5344CB8AC3E}">
        <p14:creationId xmlns:p14="http://schemas.microsoft.com/office/powerpoint/2010/main" val="3080745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BE34AC35-253B-4B7F-824B-02BC8BFD182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3544" b="13544"/>
          <a:stretch>
            <a:fillRect/>
          </a:stretch>
        </p:blipFill>
        <p:spPr/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7D5B79A-A183-4674-9544-7DB1E2FC53F9}"/>
              </a:ext>
            </a:extLst>
          </p:cNvPr>
          <p:cNvSpPr txBox="1"/>
          <p:nvPr/>
        </p:nvSpPr>
        <p:spPr>
          <a:xfrm>
            <a:off x="819149" y="879813"/>
            <a:ext cx="10829925" cy="501675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CO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EJEMPLO DE CRITERIOS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Identifica los eventos narrados de manera explícita en un texto literario, descriptivo, caricatura o comic y los personajes involucrados.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Comprende la estructura formal de un texto y la función de sus partes. 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Reconoce contenidos valorativos presentes en un texto. </a:t>
            </a:r>
            <a:endParaRPr lang="es-CO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4070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C4815F-59F2-4ACA-8CAD-A6C8349BD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sz="5400" b="1" dirty="0"/>
              <a:t>5. Evidencias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59100C-CDDF-420C-AFFD-7583DC7F2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800" dirty="0"/>
              <a:t>Se </a:t>
            </a:r>
            <a:r>
              <a:rPr lang="es-BO" sz="2800" dirty="0"/>
              <a:t>trata de </a:t>
            </a:r>
            <a:r>
              <a:rPr lang="es-BO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pruebas concretas y tangibles</a:t>
            </a:r>
            <a:r>
              <a:rPr lang="es-BO" sz="2800" dirty="0"/>
              <a:t> de la competencia que resultan esenciales para evaluar los criterios. </a:t>
            </a:r>
          </a:p>
          <a:p>
            <a:r>
              <a:rPr lang="es-BO" sz="2800" dirty="0"/>
              <a:t>Es posible considerarlas por separado o agregarlas a los criterios.</a:t>
            </a:r>
            <a:endParaRPr lang="es-ES" sz="2800" dirty="0"/>
          </a:p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866ADD-8D1A-4185-8BFB-53A1592D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27</a:t>
            </a:fld>
            <a:endParaRPr lang="es-ES" noProof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F267814-120E-4B62-8C8F-9F8C89FC9D83}"/>
              </a:ext>
            </a:extLst>
          </p:cNvPr>
          <p:cNvSpPr/>
          <p:nvPr/>
        </p:nvSpPr>
        <p:spPr>
          <a:xfrm>
            <a:off x="752476" y="3429000"/>
            <a:ext cx="10677524" cy="2752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/>
              <a:buChar char=""/>
            </a:pPr>
            <a:r>
              <a:rPr lang="es-BO" sz="2800" b="1" dirty="0">
                <a:ea typeface="Calibri"/>
                <a:cs typeface="Times New Roman"/>
              </a:rPr>
              <a:t>Carteles.</a:t>
            </a:r>
            <a:endParaRPr lang="es-ES" sz="2800" b="1" dirty="0">
              <a:ea typeface="Calibri"/>
              <a:cs typeface="Times New Roman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/>
              <a:buChar char=""/>
            </a:pPr>
            <a:r>
              <a:rPr lang="es-BO" sz="2800" b="1" dirty="0">
                <a:ea typeface="Calibri"/>
                <a:cs typeface="Times New Roman"/>
              </a:rPr>
              <a:t>Anuncios clasificados.</a:t>
            </a:r>
            <a:endParaRPr lang="es-ES" sz="2800" b="1" dirty="0">
              <a:ea typeface="Calibri"/>
              <a:cs typeface="Times New Roman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/>
              <a:buChar char=""/>
            </a:pPr>
            <a:r>
              <a:rPr lang="es-BO" sz="2800" b="1" dirty="0">
                <a:ea typeface="Calibri"/>
                <a:cs typeface="Times New Roman"/>
              </a:rPr>
              <a:t>Avisos.</a:t>
            </a:r>
            <a:endParaRPr lang="es-ES" sz="2800" b="1" dirty="0">
              <a:ea typeface="Calibri"/>
              <a:cs typeface="Times New Roman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/>
              <a:buChar char=""/>
            </a:pPr>
            <a:r>
              <a:rPr lang="es-BO" sz="2800" b="1" dirty="0">
                <a:ea typeface="Calibri"/>
                <a:cs typeface="Times New Roman"/>
              </a:rPr>
              <a:t>Exposiciones.</a:t>
            </a:r>
            <a:endParaRPr lang="es-ES" sz="2800" b="1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99555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35F6BE93-AAEB-4285-AA18-F04021B03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318446"/>
              </p:ext>
            </p:extLst>
          </p:nvPr>
        </p:nvGraphicFramePr>
        <p:xfrm>
          <a:off x="1" y="1"/>
          <a:ext cx="12192000" cy="689417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095308">
                  <a:extLst>
                    <a:ext uri="{9D8B030D-6E8A-4147-A177-3AD203B41FA5}">
                      <a16:colId xmlns:a16="http://schemas.microsoft.com/office/drawing/2014/main" val="425207187"/>
                    </a:ext>
                  </a:extLst>
                </a:gridCol>
                <a:gridCol w="6096692">
                  <a:extLst>
                    <a:ext uri="{9D8B030D-6E8A-4147-A177-3AD203B41FA5}">
                      <a16:colId xmlns:a16="http://schemas.microsoft.com/office/drawing/2014/main" val="3298203221"/>
                    </a:ext>
                  </a:extLst>
                </a:gridCol>
              </a:tblGrid>
              <a:tr h="620903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2000" b="1" u="sng" dirty="0">
                          <a:solidFill>
                            <a:schemeClr val="bg1"/>
                          </a:solidFill>
                        </a:rPr>
                        <a:t>Dominio de Competencia</a:t>
                      </a:r>
                      <a:r>
                        <a:rPr lang="es-BO" sz="2000" b="1" dirty="0">
                          <a:solidFill>
                            <a:schemeClr val="bg1"/>
                          </a:solidFill>
                        </a:rPr>
                        <a:t>:</a:t>
                      </a:r>
                      <a:r>
                        <a:rPr lang="es-BO" sz="20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BO" sz="1800" dirty="0">
                          <a:solidFill>
                            <a:schemeClr val="bg1"/>
                          </a:solidFill>
                        </a:rPr>
                        <a:t>Comunicación.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ES" sz="1800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544" marR="53544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511670"/>
                  </a:ext>
                </a:extLst>
              </a:tr>
              <a:tr h="620903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2000" b="1" u="sng" dirty="0">
                          <a:solidFill>
                            <a:schemeClr val="bg1"/>
                          </a:solidFill>
                        </a:rPr>
                        <a:t>Competencia</a:t>
                      </a:r>
                      <a:r>
                        <a:rPr lang="es-BO" sz="2000" b="1" dirty="0">
                          <a:solidFill>
                            <a:schemeClr val="bg1"/>
                          </a:solidFill>
                        </a:rPr>
                        <a:t>:</a:t>
                      </a:r>
                      <a:r>
                        <a:rPr lang="es-BO" sz="20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BO" sz="1800" dirty="0">
                          <a:solidFill>
                            <a:schemeClr val="bg1"/>
                          </a:solidFill>
                        </a:rPr>
                        <a:t>Comunica diversos mensajes en las formas oral, escrita y gráfica, para generar entendimiento, establecer relaciones colaborativas y construir conocimiento en distintos contextos sociales y culturales, con fluidez, claridad y asertividad.</a:t>
                      </a:r>
                      <a:endParaRPr lang="es-ES" sz="1800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544" marR="53544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688034"/>
                  </a:ext>
                </a:extLst>
              </a:tr>
              <a:tr h="988719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2000" b="1" u="sng" dirty="0">
                          <a:solidFill>
                            <a:schemeClr val="bg1"/>
                          </a:solidFill>
                        </a:rPr>
                        <a:t>Nivel</a:t>
                      </a:r>
                      <a:r>
                        <a:rPr lang="es-BO" sz="2000" b="1" dirty="0">
                          <a:solidFill>
                            <a:schemeClr val="bg1"/>
                          </a:solidFill>
                        </a:rPr>
                        <a:t>:</a:t>
                      </a:r>
                      <a:r>
                        <a:rPr lang="es-BO" sz="20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BO" sz="1800" dirty="0">
                          <a:solidFill>
                            <a:schemeClr val="bg1"/>
                          </a:solidFill>
                        </a:rPr>
                        <a:t>Educación Básica.</a:t>
                      </a:r>
                      <a:endParaRPr lang="es-ES" sz="1800" dirty="0">
                        <a:solidFill>
                          <a:schemeClr val="bg1"/>
                        </a:solidFill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2000" b="1" u="sng" dirty="0">
                          <a:solidFill>
                            <a:schemeClr val="bg1"/>
                          </a:solidFill>
                        </a:rPr>
                        <a:t>Grado</a:t>
                      </a:r>
                      <a:r>
                        <a:rPr lang="es-BO" sz="2000" b="1" dirty="0">
                          <a:solidFill>
                            <a:schemeClr val="bg1"/>
                          </a:solidFill>
                        </a:rPr>
                        <a:t>:</a:t>
                      </a:r>
                      <a:r>
                        <a:rPr lang="es-BO" sz="20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BO" sz="1800" dirty="0">
                          <a:solidFill>
                            <a:schemeClr val="bg1"/>
                          </a:solidFill>
                        </a:rPr>
                        <a:t>Primero</a:t>
                      </a:r>
                      <a:endParaRPr lang="es-ES" sz="1800" dirty="0">
                        <a:solidFill>
                          <a:schemeClr val="bg1"/>
                        </a:solidFill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2000" b="1" u="sng" dirty="0">
                          <a:solidFill>
                            <a:schemeClr val="bg1"/>
                          </a:solidFill>
                        </a:rPr>
                        <a:t>Asignatura</a:t>
                      </a:r>
                      <a:r>
                        <a:rPr lang="es-BO" sz="2000" b="1" dirty="0">
                          <a:solidFill>
                            <a:schemeClr val="bg1"/>
                          </a:solidFill>
                        </a:rPr>
                        <a:t>:</a:t>
                      </a:r>
                      <a:r>
                        <a:rPr lang="es-BO" sz="20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BO" sz="1800" dirty="0">
                          <a:solidFill>
                            <a:schemeClr val="bg1"/>
                          </a:solidFill>
                        </a:rPr>
                        <a:t>Español</a:t>
                      </a:r>
                      <a:endParaRPr lang="es-ES" sz="1800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544" marR="53544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279777"/>
                  </a:ext>
                </a:extLst>
              </a:tr>
              <a:tr h="620903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2000" b="1" u="sng" dirty="0">
                          <a:solidFill>
                            <a:schemeClr val="bg1"/>
                          </a:solidFill>
                        </a:rPr>
                        <a:t>Eje procesual 1</a:t>
                      </a:r>
                      <a:r>
                        <a:rPr lang="es-BO" sz="2000" b="1" dirty="0">
                          <a:solidFill>
                            <a:schemeClr val="bg1"/>
                          </a:solidFill>
                        </a:rPr>
                        <a:t>:</a:t>
                      </a:r>
                      <a:r>
                        <a:rPr lang="es-BO" sz="20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BO" sz="1800" dirty="0">
                          <a:solidFill>
                            <a:schemeClr val="bg1"/>
                          </a:solidFill>
                        </a:rPr>
                        <a:t>Comprender y emitir anuncios sobre hechos en la localidad.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ES" sz="1800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544" marR="53544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185092"/>
                  </a:ext>
                </a:extLst>
              </a:tr>
              <a:tr h="39208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2000" b="1" u="sng" dirty="0">
                          <a:solidFill>
                            <a:schemeClr val="bg1"/>
                          </a:solidFill>
                        </a:rPr>
                        <a:t>Criterios</a:t>
                      </a:r>
                      <a:r>
                        <a:rPr lang="es-BO" sz="1800" b="1" dirty="0">
                          <a:solidFill>
                            <a:schemeClr val="bg1"/>
                          </a:solidFill>
                        </a:rPr>
                        <a:t> (aprendizajes esperados/resultados de aprendizaje):</a:t>
                      </a:r>
                      <a:endParaRPr lang="es-ES" sz="1800" dirty="0">
                        <a:solidFill>
                          <a:schemeClr val="bg1"/>
                        </a:solidFill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800" b="1" dirty="0">
                          <a:solidFill>
                            <a:schemeClr val="bg1"/>
                          </a:solidFill>
                        </a:rPr>
                        <a:t>1.1 </a:t>
                      </a:r>
                      <a:r>
                        <a:rPr lang="es-BO" sz="1800" b="0" dirty="0">
                          <a:solidFill>
                            <a:schemeClr val="bg1"/>
                          </a:solidFill>
                        </a:rPr>
                        <a:t>Demuestra responsabilidad en la realización de las actividades sugeridas, lo cual se evidencia en la puntualidad de la entrega de los trabajos (saber ser).</a:t>
                      </a:r>
                      <a:endParaRPr lang="es-ES" sz="1800" b="0" dirty="0">
                        <a:solidFill>
                          <a:schemeClr val="bg1"/>
                        </a:solidFill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800" b="0" dirty="0">
                          <a:solidFill>
                            <a:schemeClr val="bg1"/>
                          </a:solidFill>
                        </a:rPr>
                        <a:t>1.2 Identifica la información principal de diferentes anuncios que hay en la comunidad considerando su naturaleza (saber hacer).</a:t>
                      </a:r>
                      <a:endParaRPr lang="es-ES" sz="1800" b="0" dirty="0">
                        <a:solidFill>
                          <a:schemeClr val="bg1"/>
                        </a:solidFill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800" b="0" dirty="0">
                          <a:solidFill>
                            <a:schemeClr val="bg1"/>
                          </a:solidFill>
                        </a:rPr>
                        <a:t>1.3 Identifica y comprende las letras pertinentes para escribir frases o palabras acorde con un determinado propósito (saber hacer y conocer).</a:t>
                      </a:r>
                      <a:endParaRPr lang="es-ES" sz="1800" b="0" dirty="0">
                        <a:solidFill>
                          <a:schemeClr val="bg1"/>
                        </a:solidFill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800" b="0" dirty="0">
                          <a:solidFill>
                            <a:schemeClr val="bg1"/>
                          </a:solidFill>
                        </a:rPr>
                        <a:t>1.4 Demuestra interés en leer y comprender diversos mensajes, lo que se verifica en la formulación de preguntas a los integrantes de la familia y en la escuela (saber ser y conocer).</a:t>
                      </a:r>
                      <a:endParaRPr lang="es-ES" sz="1800" b="0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544" marR="535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2000" b="1" u="sng" dirty="0">
                          <a:solidFill>
                            <a:schemeClr val="bg1"/>
                          </a:solidFill>
                        </a:rPr>
                        <a:t>Evidencias</a:t>
                      </a:r>
                      <a:r>
                        <a:rPr lang="es-BO" sz="2000" b="1" dirty="0">
                          <a:solidFill>
                            <a:schemeClr val="bg1"/>
                          </a:solidFill>
                        </a:rPr>
                        <a:t>:</a:t>
                      </a:r>
                      <a:endParaRPr lang="es-ES" sz="2000" dirty="0">
                        <a:solidFill>
                          <a:schemeClr val="bg1"/>
                        </a:solidFill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BO" sz="1800" dirty="0">
                          <a:solidFill>
                            <a:schemeClr val="bg1"/>
                          </a:solidFill>
                        </a:rPr>
                        <a:t>Carteles.</a:t>
                      </a:r>
                      <a:endParaRPr lang="es-ES" sz="1800" dirty="0">
                        <a:solidFill>
                          <a:schemeClr val="bg1"/>
                        </a:solidFill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BO" sz="1800" dirty="0">
                          <a:solidFill>
                            <a:schemeClr val="bg1"/>
                          </a:solidFill>
                        </a:rPr>
                        <a:t>Anuncios clasificados.</a:t>
                      </a:r>
                      <a:endParaRPr lang="es-ES" sz="1800" dirty="0">
                        <a:solidFill>
                          <a:schemeClr val="bg1"/>
                        </a:solidFill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BO" sz="1800" dirty="0">
                          <a:solidFill>
                            <a:schemeClr val="bg1"/>
                          </a:solidFill>
                        </a:rPr>
                        <a:t>Avisos.</a:t>
                      </a:r>
                      <a:endParaRPr lang="es-ES" sz="1800" dirty="0">
                        <a:solidFill>
                          <a:schemeClr val="bg1"/>
                        </a:solidFill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BO" sz="1800" dirty="0">
                          <a:solidFill>
                            <a:schemeClr val="bg1"/>
                          </a:solidFill>
                        </a:rPr>
                        <a:t>Exposiciones.</a:t>
                      </a:r>
                      <a:endParaRPr lang="es-ES" sz="1800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544" marR="53544" marT="0" marB="0"/>
                </a:tc>
                <a:extLst>
                  <a:ext uri="{0D108BD9-81ED-4DB2-BD59-A6C34878D82A}">
                    <a16:rowId xmlns:a16="http://schemas.microsoft.com/office/drawing/2014/main" val="2349809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16764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F612E28-0F65-44E0-AA3B-716D5230E5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O" b="1" dirty="0">
                <a:latin typeface="Calibri" panose="020F0502020204030204" pitchFamily="34" charset="0"/>
                <a:cs typeface="Calibri" panose="020F0502020204030204" pitchFamily="34" charset="0"/>
              </a:rPr>
              <a:t>PRINCIPIOS DEL MODELO DE COMPETENCIAS</a:t>
            </a:r>
            <a:endParaRPr lang="es-CO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DBC51B41-F1B8-4E84-A4C8-0B0311254D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s-CO" sz="2600" b="1" dirty="0"/>
              <a:t>Principios de  mayor consenso  como nuevo paradigma educativo</a:t>
            </a:r>
          </a:p>
        </p:txBody>
      </p:sp>
      <p:pic>
        <p:nvPicPr>
          <p:cNvPr id="7170" name="Picture 2" descr="Cómo la tecnología puede mejorar la productividad de una empresa? –  Corporación Daruchi">
            <a:extLst>
              <a:ext uri="{FF2B5EF4-FFF2-40B4-BE49-F238E27FC236}">
                <a16:creationId xmlns:a16="http://schemas.microsoft.com/office/drawing/2014/main" id="{0B553D10-5B46-4278-95DA-9035A1C20918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0" r="16940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64089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4">
            <a:extLst>
              <a:ext uri="{FF2B5EF4-FFF2-40B4-BE49-F238E27FC236}">
                <a16:creationId xmlns:a16="http://schemas.microsoft.com/office/drawing/2014/main" id="{BB068FF8-440B-4E52-A25A-C9A0F4EE0B0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392" b="139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477941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85586E8-CAC9-4AF2-9E48-A2DA01083D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O" b="1" dirty="0">
                <a:latin typeface="Calibri" panose="020F0502020204030204" pitchFamily="34" charset="0"/>
                <a:cs typeface="Calibri" panose="020F0502020204030204" pitchFamily="34" charset="0"/>
              </a:rPr>
              <a:t>ENFOQUES ACTUALES DE LAS COMPETENCIAS</a:t>
            </a:r>
            <a:endParaRPr lang="es-CO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360527B0-D172-45DB-83CD-C4AF0571B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6" y="4079083"/>
            <a:ext cx="4416424" cy="1607342"/>
          </a:xfrm>
        </p:spPr>
        <p:txBody>
          <a:bodyPr>
            <a:normAutofit/>
          </a:bodyPr>
          <a:lstStyle/>
          <a:p>
            <a:r>
              <a:rPr lang="es-CO" sz="2400" b="1" dirty="0"/>
              <a:t>Mediante su corpus teórico y metodológico orienta el currículo, la gestión educativa, los procesos de aprendizaje y la evaluación.</a:t>
            </a:r>
          </a:p>
        </p:txBody>
      </p:sp>
      <p:pic>
        <p:nvPicPr>
          <p:cNvPr id="8194" name="Picture 2" descr="EVALUACION DEL DESEMPEÑO EN EL NUEVO CONTEXTO EMPRESARIAL | Slide Set">
            <a:extLst>
              <a:ext uri="{FF2B5EF4-FFF2-40B4-BE49-F238E27FC236}">
                <a16:creationId xmlns:a16="http://schemas.microsoft.com/office/drawing/2014/main" id="{C3C2E5F5-4C5A-4047-A3A6-0F502EF94FFF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80" r="13080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42217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C282FB2C-54A8-468C-8F39-75405952034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392" b="139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09566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6B0F20-CB68-4407-8AE5-C2384A30F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ACTIVIDAD DE APRENDIZAJE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501CAF-CE4E-414B-8529-2E219ED702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s-CO" b="1" dirty="0"/>
              <a:t>Para la realización de este ejercicio de aplicación, requiere condicionalmente leer “Secuencias Didácticas. Aprendizaje y evaluación por competencias”,   desde las páginas 2 a la 17. Libro que se encuentra en la Unidad 2 en PDF.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54E61A-C3C5-4BD0-99E4-0B8FB8289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33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2069502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DEF48F30-BEB4-44C7-9F35-3BBB61CF8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1222475"/>
          </a:xfrm>
        </p:spPr>
        <p:txBody>
          <a:bodyPr rtlCol="0">
            <a:normAutofit/>
          </a:bodyPr>
          <a:lstStyle/>
          <a:p>
            <a:pPr rtl="0"/>
            <a:r>
              <a:rPr lang="es-ES" b="1" dirty="0"/>
              <a:t>Ejercicio de indagación analítica y planeación </a:t>
            </a:r>
            <a:br>
              <a:rPr lang="es-ES" b="1" dirty="0"/>
            </a:br>
            <a:r>
              <a:rPr lang="es-ES" b="1" dirty="0"/>
              <a:t>curricular por competencias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E60433D-E380-4571-991C-16B6CE7A4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smtClean="0"/>
              <a:t>34</a:t>
            </a:fld>
            <a:endParaRPr lang="es-ES"/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4241C871-580D-4A29-A334-0208A8E47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sz="2800" dirty="0"/>
              <a:t>Descripción de la actividad:</a:t>
            </a:r>
          </a:p>
        </p:txBody>
      </p:sp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0097C6D9-3930-4866-9E88-F1764888004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rtlCol="0">
            <a:normAutofit fontScale="92500" lnSpcReduction="10000"/>
          </a:bodyPr>
          <a:lstStyle/>
          <a:p>
            <a:pPr rtl="0"/>
            <a:r>
              <a:rPr lang="es-ES" sz="1800" dirty="0"/>
              <a:t>Desarrolle para una planeación de una clase, la descripción y formulación de competencias, considerando de manera pertinente las estrategias didácticas a utilizar.</a:t>
            </a:r>
          </a:p>
          <a:p>
            <a:pPr rtl="0"/>
            <a:r>
              <a:rPr lang="es-ES" sz="1800" dirty="0"/>
              <a:t>Exprese al lado de cada competencia su tipo (saber conocer, saber ser, saber hacer y saber convivir). </a:t>
            </a:r>
            <a:endParaRPr lang="es-ES" dirty="0"/>
          </a:p>
          <a:p>
            <a:pPr rtl="0"/>
            <a:r>
              <a:rPr lang="es-ES" sz="1800" dirty="0"/>
              <a:t>Utilice en parte, el ejemplo de una competencia, las incluida en los contenidos de la unidad.</a:t>
            </a:r>
            <a:endParaRPr lang="es-ES" dirty="0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41B8DC8C-1FD7-4773-B07E-7E4432766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sz="2800" dirty="0"/>
              <a:t>Objetivo de la actividad: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2B253683-524F-46CF-BFCD-BFF6A7A920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sz="2400" dirty="0"/>
              <a:t>Desarrollar la habilidad de aplicar la normatividad vigente en materia de evaluación a su ejercicio profesional mediante una planeación didáctica curricular.</a:t>
            </a:r>
            <a:endParaRPr lang="es-ES" sz="2400" dirty="0">
              <a:latin typeface="Arial Narrow" panose="020B0606020202030204" pitchFamily="34" charset="0"/>
            </a:endParaRPr>
          </a:p>
          <a:p>
            <a:pPr rtl="0"/>
            <a:endParaRPr lang="es-ES" dirty="0"/>
          </a:p>
        </p:txBody>
      </p:sp>
      <p:pic>
        <p:nvPicPr>
          <p:cNvPr id="17" name="Marcador de posición de imagen 16">
            <a:extLst>
              <a:ext uri="{FF2B5EF4-FFF2-40B4-BE49-F238E27FC236}">
                <a16:creationId xmlns:a16="http://schemas.microsoft.com/office/drawing/2014/main" id="{38B0024B-0AD8-4DDB-8486-A9BD3A8E9F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1476" y="1593851"/>
            <a:ext cx="5582064" cy="1929569"/>
          </a:xfrm>
        </p:spPr>
      </p:pic>
      <p:pic>
        <p:nvPicPr>
          <p:cNvPr id="19" name="Marcador de posición de imagen 18">
            <a:extLst>
              <a:ext uri="{FF2B5EF4-FFF2-40B4-BE49-F238E27FC236}">
                <a16:creationId xmlns:a16="http://schemas.microsoft.com/office/drawing/2014/main" id="{18D1195C-D9D4-4994-BAD9-68AA2C2BD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54969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DEF48F30-BEB4-44C7-9F35-3BBB61CF8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1222475"/>
          </a:xfrm>
        </p:spPr>
        <p:txBody>
          <a:bodyPr rtlCol="0">
            <a:normAutofit/>
          </a:bodyPr>
          <a:lstStyle/>
          <a:p>
            <a:pPr rtl="0"/>
            <a:r>
              <a:rPr lang="es-ES" b="1" dirty="0"/>
              <a:t>Ejercicio de indagación analítica y planeación </a:t>
            </a:r>
            <a:br>
              <a:rPr lang="es-ES" b="1" dirty="0"/>
            </a:br>
            <a:r>
              <a:rPr lang="es-ES" b="1" dirty="0"/>
              <a:t>curricular por competencias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E60433D-E380-4571-991C-16B6CE7A4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smtClean="0"/>
              <a:t>35</a:t>
            </a:fld>
            <a:endParaRPr lang="es-ES"/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4241C871-580D-4A29-A334-0208A8E47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sz="2800" dirty="0"/>
              <a:t>Criterios de evaluación:</a:t>
            </a:r>
          </a:p>
        </p:txBody>
      </p:sp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0097C6D9-3930-4866-9E88-F1764888004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rtlCol="0">
            <a:normAutofit fontScale="85000" lnSpcReduction="20000"/>
          </a:bodyPr>
          <a:lstStyle/>
          <a:p>
            <a:r>
              <a:rPr lang="es-ES" sz="2200" b="0" i="0" dirty="0">
                <a:solidFill>
                  <a:srgbClr val="333333"/>
                </a:solidFill>
                <a:effectLst/>
              </a:rPr>
              <a:t>Habilidad en el manejo de fuentes bibliográficas.</a:t>
            </a:r>
          </a:p>
          <a:p>
            <a:pPr algn="l"/>
            <a:r>
              <a:rPr lang="es-ES" sz="2200" b="0" i="0" dirty="0">
                <a:solidFill>
                  <a:srgbClr val="333333"/>
                </a:solidFill>
                <a:effectLst/>
              </a:rPr>
              <a:t>Capacidad analítica.</a:t>
            </a:r>
          </a:p>
          <a:p>
            <a:pPr algn="l"/>
            <a:r>
              <a:rPr lang="es-ES" sz="2200" b="0" i="0" dirty="0">
                <a:solidFill>
                  <a:srgbClr val="333333"/>
                </a:solidFill>
                <a:effectLst/>
              </a:rPr>
              <a:t>Deducciones lógicas y coherentes.</a:t>
            </a:r>
          </a:p>
          <a:p>
            <a:pPr algn="l"/>
            <a:r>
              <a:rPr lang="es-ES" sz="2200" b="0" i="0" dirty="0">
                <a:solidFill>
                  <a:srgbClr val="333333"/>
                </a:solidFill>
                <a:effectLst/>
              </a:rPr>
              <a:t>Habilidades para presentar la información</a:t>
            </a:r>
          </a:p>
          <a:p>
            <a:pPr algn="l"/>
            <a:r>
              <a:rPr lang="es-ES" sz="2200" b="0" i="0" dirty="0">
                <a:solidFill>
                  <a:srgbClr val="333333"/>
                </a:solidFill>
                <a:effectLst/>
              </a:rPr>
              <a:t>Buena redacción y buena ortografía.</a:t>
            </a:r>
          </a:p>
          <a:p>
            <a:pPr algn="l"/>
            <a:r>
              <a:rPr lang="es-ES" sz="2200" b="0" i="0" dirty="0">
                <a:solidFill>
                  <a:srgbClr val="333333"/>
                </a:solidFill>
                <a:effectLst/>
              </a:rPr>
              <a:t>Claridad y pertinencia de la planeación.</a:t>
            </a:r>
          </a:p>
          <a:p>
            <a:pPr marL="0" indent="0" rtl="0">
              <a:buNone/>
            </a:pPr>
            <a:endParaRPr lang="es-ES" dirty="0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41B8DC8C-1FD7-4773-B07E-7E4432766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sz="2800" dirty="0"/>
              <a:t>Advertencia: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2B253683-524F-46CF-BFCD-BFF6A7A920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sz="2000" dirty="0"/>
              <a:t>De acuerdo al contexto laboral en el cual actualmente se desempeña (Educación Preescolar, Educación Básica, Educación Media o Educación Superior), realice el ejercicio. </a:t>
            </a:r>
          </a:p>
        </p:txBody>
      </p:sp>
      <p:pic>
        <p:nvPicPr>
          <p:cNvPr id="17" name="Marcador de posición de imagen 16">
            <a:extLst>
              <a:ext uri="{FF2B5EF4-FFF2-40B4-BE49-F238E27FC236}">
                <a16:creationId xmlns:a16="http://schemas.microsoft.com/office/drawing/2014/main" id="{38B0024B-0AD8-4DDB-8486-A9BD3A8E9F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1476" y="1593851"/>
            <a:ext cx="5582064" cy="1929569"/>
          </a:xfrm>
        </p:spPr>
      </p:pic>
      <p:pic>
        <p:nvPicPr>
          <p:cNvPr id="19" name="Marcador de posición de imagen 18">
            <a:extLst>
              <a:ext uri="{FF2B5EF4-FFF2-40B4-BE49-F238E27FC236}">
                <a16:creationId xmlns:a16="http://schemas.microsoft.com/office/drawing/2014/main" id="{18D1195C-D9D4-4994-BAD9-68AA2C2BD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55031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11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C60B770E-507E-4361-9D91-5007702BFC3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7700" y="4518025"/>
            <a:ext cx="5372100" cy="100770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 sz="2400" dirty="0">
                <a:ea typeface="+mn-ea"/>
                <a:cs typeface="+mn-cs"/>
              </a:rPr>
              <a:t>Las competencias permite identificar lo que la persona sabe hacer y cómo realiza sus funciones</a:t>
            </a:r>
            <a:endParaRPr lang="es-ES" sz="2400" b="1" i="0" u="none" strike="noStrike" kern="1200" cap="none" spc="0" normalizeH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C6BEE08E-D5C0-42E2-AB73-7CCC07B72E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54749" y="1160206"/>
            <a:ext cx="5372096" cy="1193099"/>
          </a:xfrm>
        </p:spPr>
        <p:txBody>
          <a:bodyPr rtlCol="0"/>
          <a:lstStyle/>
          <a:p>
            <a:pPr rtl="0"/>
            <a:r>
              <a:rPr lang="es-ES" i="0" dirty="0">
                <a:solidFill>
                  <a:srgbClr val="202124"/>
                </a:solidFill>
                <a:effectLst/>
              </a:rPr>
              <a:t>Las competencias permite a los estudiantes tomar decisiones en base a lo que ya conocen y dominan</a:t>
            </a:r>
            <a:endParaRPr lang="es-ES" dirty="0"/>
          </a:p>
        </p:txBody>
      </p:sp>
      <p:pic>
        <p:nvPicPr>
          <p:cNvPr id="13" name="Marcador de posición de imagen 12">
            <a:extLst>
              <a:ext uri="{FF2B5EF4-FFF2-40B4-BE49-F238E27FC236}">
                <a16:creationId xmlns:a16="http://schemas.microsoft.com/office/drawing/2014/main" id="{C56F6876-F532-4396-8FC3-BEB43E626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5" name="Marcador de posición de imagen 14">
            <a:extLst>
              <a:ext uri="{FF2B5EF4-FFF2-40B4-BE49-F238E27FC236}">
                <a16:creationId xmlns:a16="http://schemas.microsoft.com/office/drawing/2014/main" id="{95339E7E-14EB-4886-A417-E9C84CA1E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D0BEB88-12D3-41F1-B6BA-706EF7480FD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18938" y="6581775"/>
            <a:ext cx="373062" cy="206375"/>
          </a:xfrm>
        </p:spPr>
        <p:txBody>
          <a:bodyPr rtlCol="0"/>
          <a:lstStyle/>
          <a:p>
            <a:pPr rtl="0"/>
            <a:fld id="{03DC2DEF-D2FE-4B45-ABA4-9F153FD1C98A}" type="slidenum">
              <a:rPr lang="es-ES" smtClean="0"/>
              <a:t>36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96707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MSFT_Color_1">
      <a:dk1>
        <a:srgbClr val="32363F"/>
      </a:dk1>
      <a:lt1>
        <a:sysClr val="window" lastClr="FFFFFF"/>
      </a:lt1>
      <a:dk2>
        <a:srgbClr val="313C41"/>
      </a:dk2>
      <a:lt2>
        <a:srgbClr val="FFFFFF"/>
      </a:lt2>
      <a:accent1>
        <a:srgbClr val="2C85AE"/>
      </a:accent1>
      <a:accent2>
        <a:srgbClr val="5E5CA2"/>
      </a:accent2>
      <a:accent3>
        <a:srgbClr val="5268A5"/>
      </a:accent3>
      <a:accent4>
        <a:srgbClr val="4276AA"/>
      </a:accent4>
      <a:accent5>
        <a:srgbClr val="1891AB"/>
      </a:accent5>
      <a:accent6>
        <a:srgbClr val="00A09D"/>
      </a:accent6>
      <a:hlink>
        <a:srgbClr val="2C85AE"/>
      </a:hlink>
      <a:folHlink>
        <a:srgbClr val="00A09D"/>
      </a:folHlink>
    </a:clrScheme>
    <a:fontScheme name="MSFT_Fon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74518973.tgt.Office_50304712_TF34126823_Win32_OJ112181013" id="{0FF25D6E-8F37-4983-A1B8-821332E0C5CC}" vid="{C69999EA-4DFF-4878-BAEC-9FBD108C09D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Presentación clásica en bloque en negrita</Template>
  <TotalTime>454</TotalTime>
  <Words>1615</Words>
  <Application>Microsoft Office PowerPoint</Application>
  <PresentationFormat>Panorámica</PresentationFormat>
  <Paragraphs>210</Paragraphs>
  <Slides>36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4" baseType="lpstr">
      <vt:lpstr>Arial</vt:lpstr>
      <vt:lpstr>Arial Narrow</vt:lpstr>
      <vt:lpstr>Arial Unicode MS</vt:lpstr>
      <vt:lpstr>Calibri</vt:lpstr>
      <vt:lpstr>Calibri Light</vt:lpstr>
      <vt:lpstr>Symbol</vt:lpstr>
      <vt:lpstr>Times New Roman</vt:lpstr>
      <vt:lpstr>Tema de Office</vt:lpstr>
      <vt:lpstr>EVALUACIÓN A NIVEL DEL SISTEMA EDUCATIVO</vt:lpstr>
      <vt:lpstr>Competencias:</vt:lpstr>
      <vt:lpstr>Contenidos de la unidad:</vt:lpstr>
      <vt:lpstr>Contenidos de la unidad:</vt:lpstr>
      <vt:lpstr>EXPLORACIÓN  DE LOS CONOCIMIENTO PREVIOS</vt:lpstr>
      <vt:lpstr>Presentación de PowerPoint</vt:lpstr>
      <vt:lpstr>¿QUÉ SE ENTIENDE POR ÁMBITOS? </vt:lpstr>
      <vt:lpstr>AMBITOS DE LA EVALUACIÓN</vt:lpstr>
      <vt:lpstr>LA EVALUACIÓN EN LOS DIFERENTES AMBITOS</vt:lpstr>
      <vt:lpstr>Evaluación por competencia</vt:lpstr>
      <vt:lpstr>Presentación de PowerPoint</vt:lpstr>
      <vt:lpstr>Presentación de PowerPoint</vt:lpstr>
      <vt:lpstr>Presentación de PowerPoint</vt:lpstr>
      <vt:lpstr>CAMBIO DE PARADIGMA</vt:lpstr>
      <vt:lpstr>CONCEPTO DE COMPETENCIA</vt:lpstr>
      <vt:lpstr>Saberes de las competencias</vt:lpstr>
      <vt:lpstr>COMPETENCIA Y CONTEXTO</vt:lpstr>
      <vt:lpstr>UNA COMPETENCIA SE CONCRETA Y SE OBSERVA</vt:lpstr>
      <vt:lpstr>Presentación de PowerPoint</vt:lpstr>
      <vt:lpstr>COMPONENTES ESTRUCTURALES  DE UNA COMPETENCIA</vt:lpstr>
      <vt:lpstr>DESCRIPCIÓN Y FORMULACIÓN DE UNA COMPETENCIA</vt:lpstr>
      <vt:lpstr>1. Dominio de competencia</vt:lpstr>
      <vt:lpstr>2. Formulación de la competencia</vt:lpstr>
      <vt:lpstr>3. Ejes procesuales</vt:lpstr>
      <vt:lpstr>4. Criterios</vt:lpstr>
      <vt:lpstr>Presentación de PowerPoint</vt:lpstr>
      <vt:lpstr>5. Evidencias</vt:lpstr>
      <vt:lpstr>Presentación de PowerPoint</vt:lpstr>
      <vt:lpstr>PRINCIPIOS DEL MODELO DE COMPETENCIAS</vt:lpstr>
      <vt:lpstr>Presentación de PowerPoint</vt:lpstr>
      <vt:lpstr>ENFOQUES ACTUALES DE LAS COMPETENCIAS</vt:lpstr>
      <vt:lpstr>Presentación de PowerPoint</vt:lpstr>
      <vt:lpstr>ACTIVIDAD DE APRENDIZAJE</vt:lpstr>
      <vt:lpstr>Ejercicio de indagación analítica y planeación  curricular por competencias</vt:lpstr>
      <vt:lpstr>Ejercicio de indagación analítica y planeación  curricular por competencias</vt:lpstr>
      <vt:lpstr>Las competencias permite identificar lo que la persona sabe hacer y cómo realiza sus funciones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título de la presentación va aquí</dc:title>
  <dc:creator>GUSTAVO ADOLFO PHEREZ GOMEZ</dc:creator>
  <cp:lastModifiedBy>GUSTAVO ADOLFO PHEREZ GOMEZ</cp:lastModifiedBy>
  <cp:revision>40</cp:revision>
  <dcterms:created xsi:type="dcterms:W3CDTF">2021-09-24T13:07:05Z</dcterms:created>
  <dcterms:modified xsi:type="dcterms:W3CDTF">2023-04-13T11:43:20Z</dcterms:modified>
</cp:coreProperties>
</file>