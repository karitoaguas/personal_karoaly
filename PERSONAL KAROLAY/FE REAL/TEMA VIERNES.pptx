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B3CB2-113A-4F61-BF96-BCDB708161F1}" v="73" dt="2026-03-21T11:43:45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8C6E5-5F98-8CA7-4A72-179ABA0D3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2A8646-6DC5-2CF7-9095-6824C2D34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039A08-DBC5-92CC-19E5-4C0EF617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6733A-5B61-4D6C-DBB9-9F23B41A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BFFE84-96FF-0180-F617-E6962ACA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465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4AB6E-9A03-E0B8-8E3D-68957266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80DFA-8781-0DD4-68E8-D827636A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6EF4CE-3024-2BAD-06D7-6521D4CC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C48985-B632-75BE-7864-709A66A7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04D23-E43A-7835-30D4-D904E1AF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999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C5757-8A69-CE01-E4F0-53450E93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23CC67-027B-595C-3AB0-7685AB2A7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932FA4-D98C-BCC8-8C65-F226E8D4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1E462B-1450-3F31-4AC1-3DA12BF5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51413F-A7A1-A380-3A67-01890E1A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091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A5028-9FA2-E781-9175-F8B78D8C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3798B-5CA2-E10F-F0E4-65E323D6F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371338-EBE8-9790-71E1-D05DD2B8E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9F3339-21A6-F85A-2F95-48E09B04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2E5D21-BC5F-BF43-A132-2E604532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1D4E88-C913-4E70-58BC-1B35DDFB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47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41AE5-F931-F65D-9EB1-5D4123D3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C0CE84-9C4D-64ED-BCBC-A84D79AB3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2A2999-DAAE-5018-BFA9-B056D6521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7E2901-4B11-3DD9-6196-3D7BEC8BD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4707FE-AEFA-F251-AA6C-4B9C028C5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B5C5CD-2AED-14DA-A551-1F7BF834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93A38-D7B8-9496-77F7-C19BDD05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46449F-1BBD-1B72-A575-3C70540D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299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2A674-B676-C1FE-5457-89CE8B11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0BECF-D474-894B-8E63-5116D9B7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7EA82A-7E10-0A44-D73C-0CC7B4E9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F1C8E9-9298-722E-2FF5-56A1863D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37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3E296E-E786-AC6F-499D-49F00D6B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5CAC9F-4A9C-F890-D572-8A6BA09C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304498-7283-42EB-91AB-B6A9A364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67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DF7A2-9C07-DCDF-6709-0DD9D550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C9B08-2F3A-E5EF-34D8-67975E99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5FA82C-2CAE-B6D7-323E-764EEF6FA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EF12CF-617B-7124-9CC3-8A8C68B4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4BEC52-FB28-5276-FF55-ADAACB30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4AD499-442D-E4D9-8BB2-75D972E5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53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0004B-7F73-3869-5185-DDB801A8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02DE3A-E160-1432-0A26-425FD6639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D7B56D-7D5C-8110-AFDB-16EE6D1E9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035D04-A44C-275A-B15C-330C0BB4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AD67C6-0AE3-81C2-EB00-7BF75C98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EEE55D-1373-8F07-2C91-CF30259A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890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D4B90-3947-5A48-ACC1-D6F8E32C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E3531A-D725-0035-B542-4BC831270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56517A-3A0F-70B7-E09F-3B99E6B2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1EE61D-C2F5-9F33-44AA-FB576155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B1674F-D0C6-72A3-838B-7B851174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339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1F9D98-FFF0-66E1-DB89-F8232F166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14213B-CD14-096B-8C58-5AE7C6CFE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74701F-9CEF-E2AA-72C6-B5E7A66C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DCC6F0-AE9C-2815-2F56-9563B944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2BFF37-A0FB-A487-3072-154B560D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189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0E5E4D-8E72-7FF4-B836-EE12FE07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9AB71E-3273-75BF-49B4-756FC311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766C4-D777-9013-1C98-A3FD308D9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E6C4F-9ACB-4EE4-8B6B-05FA5A7E0EE5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BCE950-E706-F368-02F6-662E35D69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2508B-D951-504F-2FC1-3637875B4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323D7-1437-45A6-AE69-50F7308C90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351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466B4-0E17-6B1D-BDC2-3D53B24AC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7CECA8-4098-5322-A31A-E9F440136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25CC23C8-44AC-C45E-B2FB-7440016E7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4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Patrón de fondo&#10;&#10;Descripción generada automáticamente">
            <a:extLst>
              <a:ext uri="{FF2B5EF4-FFF2-40B4-BE49-F238E27FC236}">
                <a16:creationId xmlns:a16="http://schemas.microsoft.com/office/drawing/2014/main" id="{566F89A6-6FF9-C02E-02A7-297F48E14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A8B5BD-3A83-E8BE-93EA-25EE920027BD}"/>
              </a:ext>
            </a:extLst>
          </p:cNvPr>
          <p:cNvSpPr txBox="1"/>
          <p:nvPr/>
        </p:nvSpPr>
        <p:spPr>
          <a:xfrm>
            <a:off x="186500" y="557289"/>
            <a:ext cx="1020089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COMUNIÓN EN ACCIÓN: </a:t>
            </a:r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COMUNIÓN QUE TE PREPARA </a:t>
            </a:r>
          </a:p>
          <a:p>
            <a:pPr algn="ctr"/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PARA ENCONTRARTE CARA A CARA CON JESÚS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F5834A-9A95-CA4D-878B-8EB423021E52}"/>
              </a:ext>
            </a:extLst>
          </p:cNvPr>
          <p:cNvSpPr txBox="1"/>
          <p:nvPr/>
        </p:nvSpPr>
        <p:spPr>
          <a:xfrm>
            <a:off x="382941" y="3884567"/>
            <a:ext cx="98080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Juan 15:5</a:t>
            </a:r>
          </a:p>
          <a:p>
            <a:pPr algn="ctr"/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"</a:t>
            </a:r>
            <a:r>
              <a:rPr lang="es-MX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Yo soy la vid, vosotros los pámpanos; el que permanece en mí, y yo en él, éste lleva mucho fruto</a:t>
            </a:r>
            <a:r>
              <a:rPr lang="es-MX" sz="3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; porque separados de mí nada podéis hacer"."</a:t>
            </a:r>
          </a:p>
        </p:txBody>
      </p:sp>
    </p:spTree>
    <p:extLst>
      <p:ext uri="{BB962C8B-B14F-4D97-AF65-F5344CB8AC3E}">
        <p14:creationId xmlns:p14="http://schemas.microsoft.com/office/powerpoint/2010/main" val="226172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que contiene agua, viejo, cubierto, firmar&#10;&#10;Descripción generada automáticamente">
            <a:extLst>
              <a:ext uri="{FF2B5EF4-FFF2-40B4-BE49-F238E27FC236}">
                <a16:creationId xmlns:a16="http://schemas.microsoft.com/office/drawing/2014/main" id="{6F3135FA-5BE7-EB25-1CBB-EB75FBD68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112799E-1D58-54AB-CB41-71C237D96083}"/>
              </a:ext>
            </a:extLst>
          </p:cNvPr>
          <p:cNvSpPr txBox="1"/>
          <p:nvPr/>
        </p:nvSpPr>
        <p:spPr>
          <a:xfrm>
            <a:off x="5222623" y="878854"/>
            <a:ext cx="4953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Activismo vs. Relación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E4E55E-FA06-0C05-FCF3-A98EA3B2E957}"/>
              </a:ext>
            </a:extLst>
          </p:cNvPr>
          <p:cNvSpPr txBox="1"/>
          <p:nvPr/>
        </p:nvSpPr>
        <p:spPr>
          <a:xfrm>
            <a:off x="3529941" y="2044005"/>
            <a:ext cx="8338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¿Haces cosas PARA Dios o vives CON Dios?</a:t>
            </a:r>
          </a:p>
          <a:p>
            <a:r>
              <a:rPr lang="es-MX" sz="2800" dirty="0"/>
              <a:t>Muchos jóvenes están cansados espiritualmente porque intentan ser "buenos" sin conocer a Jesús.</a:t>
            </a:r>
            <a:endParaRPr lang="es-MX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49F9D1-23EB-30CF-39FF-4F9163FF4E95}"/>
              </a:ext>
            </a:extLst>
          </p:cNvPr>
          <p:cNvSpPr txBox="1"/>
          <p:nvPr/>
        </p:nvSpPr>
        <p:spPr>
          <a:xfrm>
            <a:off x="3707931" y="4307854"/>
            <a:ext cx="72229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Jesús no hacía milagros por inercia; lo hacía porque pasaba madrugadas hablando con el Padre (Marcos 1:35).</a:t>
            </a:r>
          </a:p>
        </p:txBody>
      </p:sp>
    </p:spTree>
    <p:extLst>
      <p:ext uri="{BB962C8B-B14F-4D97-AF65-F5344CB8AC3E}">
        <p14:creationId xmlns:p14="http://schemas.microsoft.com/office/powerpoint/2010/main" val="334778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Marcador de contenido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6A29F38-8B90-D2AB-8C20-7FCA95458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-34150"/>
            <a:ext cx="12191980" cy="685671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1DCA1EE-BE15-2E88-3A02-6E849BC83624}"/>
              </a:ext>
            </a:extLst>
          </p:cNvPr>
          <p:cNvSpPr txBox="1"/>
          <p:nvPr/>
        </p:nvSpPr>
        <p:spPr>
          <a:xfrm>
            <a:off x="2779552" y="1014074"/>
            <a:ext cx="6751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Promesa del Regreso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EF11B49-FE25-EC4E-FDF3-04941A3528DE}"/>
              </a:ext>
            </a:extLst>
          </p:cNvPr>
          <p:cNvSpPr txBox="1"/>
          <p:nvPr/>
        </p:nvSpPr>
        <p:spPr>
          <a:xfrm>
            <a:off x="1696610" y="2257698"/>
            <a:ext cx="8917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Juan 14:1-3 "Vendré otra vez".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A6D13CA-2771-34D6-9DCA-8BF5E14C0EAB}"/>
              </a:ext>
            </a:extLst>
          </p:cNvPr>
          <p:cNvSpPr txBox="1"/>
          <p:nvPr/>
        </p:nvSpPr>
        <p:spPr>
          <a:xfrm>
            <a:off x="1069676" y="3805952"/>
            <a:ext cx="10472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</a:t>
            </a:r>
            <a:r>
              <a:rPr lang="es-MX" sz="3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Jesús no viene a recoger "empleados", viene a buscar "amigos".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3878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que contiene agua, viejo, cubierto, firmar&#10;&#10;Descripción generada automáticamente">
            <a:extLst>
              <a:ext uri="{FF2B5EF4-FFF2-40B4-BE49-F238E27FC236}">
                <a16:creationId xmlns:a16="http://schemas.microsoft.com/office/drawing/2014/main" id="{AC7CF6FF-F43E-E3FD-AB29-E8AAF9406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0AF2F4B-DF1B-FA09-B679-11D32524C3BF}"/>
              </a:ext>
            </a:extLst>
          </p:cNvPr>
          <p:cNvSpPr txBox="1"/>
          <p:nvPr/>
        </p:nvSpPr>
        <p:spPr>
          <a:xfrm>
            <a:off x="4144162" y="302004"/>
            <a:ext cx="6526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ESTILO DE VIDA DE CRISTO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FD50D4-C8CE-066C-8F94-926579859F5F}"/>
              </a:ext>
            </a:extLst>
          </p:cNvPr>
          <p:cNvSpPr txBox="1"/>
          <p:nvPr/>
        </p:nvSpPr>
        <p:spPr>
          <a:xfrm>
            <a:off x="3282892" y="1997200"/>
            <a:ext cx="8400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El secreto de su poder no era </a:t>
            </a:r>
            <a:r>
              <a:rPr lang="es-MX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divinidad… </a:t>
            </a:r>
          </a:p>
          <a:p>
            <a:pPr algn="ctr"/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Era su dependencia diaria del Padre.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2CF0A8-4DC6-CC47-0B87-B226A04DB528}"/>
              </a:ext>
            </a:extLst>
          </p:cNvPr>
          <p:cNvSpPr txBox="1"/>
          <p:nvPr/>
        </p:nvSpPr>
        <p:spPr>
          <a:xfrm>
            <a:off x="2987089" y="4300488"/>
            <a:ext cx="92049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Hoy el problema del joven no es que no ama a Dios. </a:t>
            </a:r>
          </a:p>
          <a:p>
            <a:pPr algn="ctr"/>
            <a:r>
              <a:rPr lang="es-MX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 que intenta vivir la vida cristiana </a:t>
            </a:r>
            <a:r>
              <a:rPr lang="es-MX" sz="28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sin comunión diaria.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8608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Marcador de contenido 8" descr="Patrón de fondo&#10;&#10;Descripción generada automáticamente">
            <a:extLst>
              <a:ext uri="{FF2B5EF4-FFF2-40B4-BE49-F238E27FC236}">
                <a16:creationId xmlns:a16="http://schemas.microsoft.com/office/drawing/2014/main" id="{D243B4E7-3CD7-6B47-A50A-0E98DDACF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370B1AE-EC35-F7DA-6DD9-FB699922ADA1}"/>
              </a:ext>
            </a:extLst>
          </p:cNvPr>
          <p:cNvSpPr txBox="1"/>
          <p:nvPr/>
        </p:nvSpPr>
        <p:spPr>
          <a:xfrm>
            <a:off x="2228300" y="442973"/>
            <a:ext cx="6529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SIN COMUNIÓN DIARIA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6D020C-3AF0-4E9A-E087-A41BF79B6DE5}"/>
              </a:ext>
            </a:extLst>
          </p:cNvPr>
          <p:cNvSpPr txBox="1"/>
          <p:nvPr/>
        </p:nvSpPr>
        <p:spPr>
          <a:xfrm>
            <a:off x="1625420" y="1530995"/>
            <a:ext cx="75194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Se produce: </a:t>
            </a:r>
          </a:p>
          <a:p>
            <a:pPr algn="ctr"/>
            <a:endParaRPr lang="es-MX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Derrotas repetidas </a:t>
            </a: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Culpa escondida </a:t>
            </a: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Doble vida </a:t>
            </a: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Cansancio espiritual </a:t>
            </a:r>
          </a:p>
          <a:p>
            <a:pPr algn="ctr"/>
            <a:r>
              <a:rPr lang="es-MX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Falta de preparación real para la Segunda Venida</a:t>
            </a:r>
          </a:p>
        </p:txBody>
      </p:sp>
    </p:spTree>
    <p:extLst>
      <p:ext uri="{BB962C8B-B14F-4D97-AF65-F5344CB8AC3E}">
        <p14:creationId xmlns:p14="http://schemas.microsoft.com/office/powerpoint/2010/main" val="69965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 descr="Patrón de fondo&#10;&#10;Descripción generada automáticamente">
            <a:extLst>
              <a:ext uri="{FF2B5EF4-FFF2-40B4-BE49-F238E27FC236}">
                <a16:creationId xmlns:a16="http://schemas.microsoft.com/office/drawing/2014/main" id="{D243B4E7-3CD7-6B47-A50A-0E98DDACF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FE89828-D513-74F6-7C42-AD82E7383012}"/>
              </a:ext>
            </a:extLst>
          </p:cNvPr>
          <p:cNvSpPr txBox="1"/>
          <p:nvPr/>
        </p:nvSpPr>
        <p:spPr>
          <a:xfrm>
            <a:off x="631292" y="888114"/>
            <a:ext cx="95382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Cuando Cristo venga, no preguntará: </a:t>
            </a:r>
          </a:p>
          <a:p>
            <a:pPr algn="ctr"/>
            <a:r>
              <a:rPr lang="es-MX" sz="3200" b="0" i="0" dirty="0">
                <a:solidFill>
                  <a:srgbClr val="0070C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¿Cuántos cultos asististe? </a:t>
            </a:r>
          </a:p>
          <a:p>
            <a:pPr algn="ctr"/>
            <a:r>
              <a:rPr lang="es-MX" sz="3200" b="0" i="0" dirty="0">
                <a:solidFill>
                  <a:srgbClr val="0070C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¿Cuántos versículos sabías? </a:t>
            </a:r>
          </a:p>
          <a:p>
            <a:pPr algn="ctr"/>
            <a:endParaRPr lang="es-MX" sz="3200" b="0" i="0" dirty="0">
              <a:solidFill>
                <a:srgbClr val="0070C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s-MX" sz="3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Preguntará algo mucho más profundo: </a:t>
            </a:r>
          </a:p>
          <a:p>
            <a:pPr algn="ctr"/>
            <a:r>
              <a:rPr lang="es-MX" sz="3200" b="0" i="0" dirty="0">
                <a:solidFill>
                  <a:srgbClr val="0070C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¿Me conocías? </a:t>
            </a:r>
          </a:p>
          <a:p>
            <a:pPr algn="ctr"/>
            <a:endParaRPr lang="es-MX" sz="3200" b="0" i="0" dirty="0">
              <a:solidFill>
                <a:srgbClr val="0070C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s-MX" sz="3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Porque la Segunda Venida no será un evento religioso. </a:t>
            </a:r>
          </a:p>
          <a:p>
            <a:pPr algn="ctr"/>
            <a:r>
              <a:rPr lang="es-MX" sz="3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Será un reencuentro relacional.</a:t>
            </a:r>
            <a:br>
              <a:rPr lang="es-MX" sz="12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s-MX" sz="2000" b="1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00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 descr="Imagen que contiene agua, viejo, cubierto, firmar&#10;&#10;Descripción generada automáticamente">
            <a:extLst>
              <a:ext uri="{FF2B5EF4-FFF2-40B4-BE49-F238E27FC236}">
                <a16:creationId xmlns:a16="http://schemas.microsoft.com/office/drawing/2014/main" id="{1BE1CE97-3355-CB75-5003-8AAAE5220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E7E5B0C-B0E7-08EC-CC08-241B268A5BBE}"/>
              </a:ext>
            </a:extLst>
          </p:cNvPr>
          <p:cNvSpPr txBox="1"/>
          <p:nvPr/>
        </p:nvSpPr>
        <p:spPr>
          <a:xfrm>
            <a:off x="3253590" y="711739"/>
            <a:ext cx="87161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¿Quieres empezar hoy una vida real de comunión con Jesús?</a:t>
            </a:r>
          </a:p>
          <a:p>
            <a:pPr algn="ctr"/>
            <a:endParaRPr lang="es-MX" sz="6000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s-MX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mejor forma de prepararte para la Segunda Venida… </a:t>
            </a:r>
          </a:p>
          <a:p>
            <a:pPr algn="ctr"/>
            <a:r>
              <a:rPr lang="es-MX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 vivir hoy en comunión con Jesús.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B47353-7B10-D92C-A3C6-121514D1B497}"/>
              </a:ext>
            </a:extLst>
          </p:cNvPr>
          <p:cNvSpPr txBox="1"/>
          <p:nvPr/>
        </p:nvSpPr>
        <p:spPr>
          <a:xfrm>
            <a:off x="5637402" y="2973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0474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276</Words>
  <Application>Microsoft Office PowerPoint</Application>
  <PresentationFormat>Panorámica</PresentationFormat>
  <Paragraphs>37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ADLaM Display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JEAN CARLOS BLANCO ROSERO</dc:creator>
  <cp:lastModifiedBy>Karolay Paola Aguas Hernández</cp:lastModifiedBy>
  <cp:revision>2</cp:revision>
  <dcterms:created xsi:type="dcterms:W3CDTF">2026-03-18T22:13:54Z</dcterms:created>
  <dcterms:modified xsi:type="dcterms:W3CDTF">2026-03-27T02:01:37Z</dcterms:modified>
</cp:coreProperties>
</file>