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1B3CB2-113A-4F61-BF96-BCDB708161F1}" v="73" dt="2026-03-21T11:43:45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 CARLOS BLANCO ROSERO" userId="1dc4a0a9-49fe-4db0-8a80-1bd329385712" providerId="ADAL" clId="{441B3CB2-113A-4F61-BF96-BCDB708161F1}"/>
    <pc:docChg chg="undo custSel addSld delSld modSld">
      <pc:chgData name="JEAN CARLOS BLANCO ROSERO" userId="1dc4a0a9-49fe-4db0-8a80-1bd329385712" providerId="ADAL" clId="{441B3CB2-113A-4F61-BF96-BCDB708161F1}" dt="2026-03-21T11:43:55.509" v="1033" actId="1076"/>
      <pc:docMkLst>
        <pc:docMk/>
      </pc:docMkLst>
      <pc:sldChg chg="addSp delSp modSp mod setBg modAnim">
        <pc:chgData name="JEAN CARLOS BLANCO ROSERO" userId="1dc4a0a9-49fe-4db0-8a80-1bd329385712" providerId="ADAL" clId="{441B3CB2-113A-4F61-BF96-BCDB708161F1}" dt="2026-03-21T10:42:39.331" v="466" actId="1076"/>
        <pc:sldMkLst>
          <pc:docMk/>
          <pc:sldMk cId="699658185" sldId="260"/>
        </pc:sldMkLst>
        <pc:spChg chg="del">
          <ac:chgData name="JEAN CARLOS BLANCO ROSERO" userId="1dc4a0a9-49fe-4db0-8a80-1bd329385712" providerId="ADAL" clId="{441B3CB2-113A-4F61-BF96-BCDB708161F1}" dt="2026-03-21T10:28:19.703" v="257" actId="26606"/>
          <ac:spMkLst>
            <pc:docMk/>
            <pc:sldMk cId="699658185" sldId="260"/>
            <ac:spMk id="2" creationId="{7ED4AFB4-57B5-C989-95EC-159E07FB7B21}"/>
          </ac:spMkLst>
        </pc:spChg>
        <pc:spChg chg="del">
          <ac:chgData name="JEAN CARLOS BLANCO ROSERO" userId="1dc4a0a9-49fe-4db0-8a80-1bd329385712" providerId="ADAL" clId="{441B3CB2-113A-4F61-BF96-BCDB708161F1}" dt="2026-03-21T10:28:01.826" v="254" actId="931"/>
          <ac:spMkLst>
            <pc:docMk/>
            <pc:sldMk cId="699658185" sldId="260"/>
            <ac:spMk id="3" creationId="{1E33FFFD-B61E-DF54-E959-3DA5CF31C4BF}"/>
          </ac:spMkLst>
        </pc:spChg>
        <pc:spChg chg="add del mod">
          <ac:chgData name="JEAN CARLOS BLANCO ROSERO" userId="1dc4a0a9-49fe-4db0-8a80-1bd329385712" providerId="ADAL" clId="{441B3CB2-113A-4F61-BF96-BCDB708161F1}" dt="2026-03-21T10:28:15.768" v="256" actId="931"/>
          <ac:spMkLst>
            <pc:docMk/>
            <pc:sldMk cId="699658185" sldId="260"/>
            <ac:spMk id="7" creationId="{627B03D5-970E-731A-E704-EC5FE1D48803}"/>
          </ac:spMkLst>
        </pc:spChg>
        <pc:spChg chg="add del mod">
          <ac:chgData name="JEAN CARLOS BLANCO ROSERO" userId="1dc4a0a9-49fe-4db0-8a80-1bd329385712" providerId="ADAL" clId="{441B3CB2-113A-4F61-BF96-BCDB708161F1}" dt="2026-03-21T10:36:18.200" v="416"/>
          <ac:spMkLst>
            <pc:docMk/>
            <pc:sldMk cId="699658185" sldId="260"/>
            <ac:spMk id="10" creationId="{36B9BBBA-20AE-2AA7-2E51-85246EB53B31}"/>
          </ac:spMkLst>
        </pc:spChg>
        <pc:spChg chg="add mod">
          <ac:chgData name="JEAN CARLOS BLANCO ROSERO" userId="1dc4a0a9-49fe-4db0-8a80-1bd329385712" providerId="ADAL" clId="{441B3CB2-113A-4F61-BF96-BCDB708161F1}" dt="2026-03-21T10:40:13.012" v="443" actId="1076"/>
          <ac:spMkLst>
            <pc:docMk/>
            <pc:sldMk cId="699658185" sldId="260"/>
            <ac:spMk id="11" creationId="{5370B1AE-EC35-F7DA-6DD9-FB699922ADA1}"/>
          </ac:spMkLst>
        </pc:spChg>
        <pc:spChg chg="add mod">
          <ac:chgData name="JEAN CARLOS BLANCO ROSERO" userId="1dc4a0a9-49fe-4db0-8a80-1bd329385712" providerId="ADAL" clId="{441B3CB2-113A-4F61-BF96-BCDB708161F1}" dt="2026-03-21T10:42:37.386" v="465" actId="1076"/>
          <ac:spMkLst>
            <pc:docMk/>
            <pc:sldMk cId="699658185" sldId="260"/>
            <ac:spMk id="12" creationId="{1C6D020C-3AF0-4E9A-E087-A41BF79B6DE5}"/>
          </ac:spMkLst>
        </pc:spChg>
        <pc:spChg chg="add mod">
          <ac:chgData name="JEAN CARLOS BLANCO ROSERO" userId="1dc4a0a9-49fe-4db0-8a80-1bd329385712" providerId="ADAL" clId="{441B3CB2-113A-4F61-BF96-BCDB708161F1}" dt="2026-03-21T10:42:39.331" v="466" actId="1076"/>
          <ac:spMkLst>
            <pc:docMk/>
            <pc:sldMk cId="699658185" sldId="260"/>
            <ac:spMk id="13" creationId="{3FE89828-D513-74F6-7C42-AD82E7383012}"/>
          </ac:spMkLst>
        </pc:spChg>
        <pc:spChg chg="add">
          <ac:chgData name="JEAN CARLOS BLANCO ROSERO" userId="1dc4a0a9-49fe-4db0-8a80-1bd329385712" providerId="ADAL" clId="{441B3CB2-113A-4F61-BF96-BCDB708161F1}" dt="2026-03-21T10:28:19.703" v="257" actId="26606"/>
          <ac:spMkLst>
            <pc:docMk/>
            <pc:sldMk cId="699658185" sldId="260"/>
            <ac:spMk id="14" creationId="{42A4FC2C-047E-45A5-965D-8E1E3BF09BC6}"/>
          </ac:spMkLst>
        </pc:spChg>
        <pc:spChg chg="add del mod">
          <ac:chgData name="JEAN CARLOS BLANCO ROSERO" userId="1dc4a0a9-49fe-4db0-8a80-1bd329385712" providerId="ADAL" clId="{441B3CB2-113A-4F61-BF96-BCDB708161F1}" dt="2026-03-21T10:41:52.635" v="447" actId="767"/>
          <ac:spMkLst>
            <pc:docMk/>
            <pc:sldMk cId="699658185" sldId="260"/>
            <ac:spMk id="15" creationId="{15EA08DD-2F29-BA01-6D36-785BE13C9B00}"/>
          </ac:spMkLst>
        </pc:spChg>
        <pc:spChg chg="add del mod">
          <ac:chgData name="JEAN CARLOS BLANCO ROSERO" userId="1dc4a0a9-49fe-4db0-8a80-1bd329385712" providerId="ADAL" clId="{441B3CB2-113A-4F61-BF96-BCDB708161F1}" dt="2026-03-21T10:42:26.370" v="462" actId="767"/>
          <ac:spMkLst>
            <pc:docMk/>
            <pc:sldMk cId="699658185" sldId="260"/>
            <ac:spMk id="16" creationId="{DB8F71B2-AE5E-5ADF-18BB-EE5F99FBAB1B}"/>
          </ac:spMkLst>
        </pc:spChg>
        <pc:spChg chg="add del mod">
          <ac:chgData name="JEAN CARLOS BLANCO ROSERO" userId="1dc4a0a9-49fe-4db0-8a80-1bd329385712" providerId="ADAL" clId="{441B3CB2-113A-4F61-BF96-BCDB708161F1}" dt="2026-03-21T10:42:25.923" v="461" actId="767"/>
          <ac:spMkLst>
            <pc:docMk/>
            <pc:sldMk cId="699658185" sldId="260"/>
            <ac:spMk id="17" creationId="{542D26BD-F0B5-7506-E8CA-18CEC09CBD9C}"/>
          </ac:spMkLst>
        </pc:spChg>
        <pc:picChg chg="add del mod">
          <ac:chgData name="JEAN CARLOS BLANCO ROSERO" userId="1dc4a0a9-49fe-4db0-8a80-1bd329385712" providerId="ADAL" clId="{441B3CB2-113A-4F61-BF96-BCDB708161F1}" dt="2026-03-21T10:28:04.109" v="255" actId="478"/>
          <ac:picMkLst>
            <pc:docMk/>
            <pc:sldMk cId="699658185" sldId="260"/>
            <ac:picMk id="5" creationId="{CCD3433F-674C-FA1D-21FB-0EFAF06021CC}"/>
          </ac:picMkLst>
        </pc:picChg>
        <pc:picChg chg="add mod">
          <ac:chgData name="JEAN CARLOS BLANCO ROSERO" userId="1dc4a0a9-49fe-4db0-8a80-1bd329385712" providerId="ADAL" clId="{441B3CB2-113A-4F61-BF96-BCDB708161F1}" dt="2026-03-21T10:36:05.330" v="411" actId="1076"/>
          <ac:picMkLst>
            <pc:docMk/>
            <pc:sldMk cId="699658185" sldId="260"/>
            <ac:picMk id="9" creationId="{D243B4E7-3CD7-6B47-A50A-0E98DDACF229}"/>
          </ac:picMkLst>
        </pc:picChg>
      </pc:sldChg>
      <pc:sldChg chg="addSp delSp modSp mod modAnim">
        <pc:chgData name="JEAN CARLOS BLANCO ROSERO" userId="1dc4a0a9-49fe-4db0-8a80-1bd329385712" providerId="ADAL" clId="{441B3CB2-113A-4F61-BF96-BCDB708161F1}" dt="2026-03-21T10:27:46.114" v="253"/>
        <pc:sldMkLst>
          <pc:docMk/>
          <pc:sldMk cId="2186088103" sldId="261"/>
        </pc:sldMkLst>
        <pc:spChg chg="add del mod">
          <ac:chgData name="JEAN CARLOS BLANCO ROSERO" userId="1dc4a0a9-49fe-4db0-8a80-1bd329385712" providerId="ADAL" clId="{441B3CB2-113A-4F61-BF96-BCDB708161F1}" dt="2026-03-21T10:27:46.114" v="253"/>
          <ac:spMkLst>
            <pc:docMk/>
            <pc:sldMk cId="2186088103" sldId="261"/>
            <ac:spMk id="2" creationId="{E48E6BE0-7911-FB0D-6177-F5FE10AE4B59}"/>
          </ac:spMkLst>
        </pc:spChg>
        <pc:spChg chg="add mod">
          <ac:chgData name="JEAN CARLOS BLANCO ROSERO" userId="1dc4a0a9-49fe-4db0-8a80-1bd329385712" providerId="ADAL" clId="{441B3CB2-113A-4F61-BF96-BCDB708161F1}" dt="2026-03-21T10:17:14.956" v="16" actId="14100"/>
          <ac:spMkLst>
            <pc:docMk/>
            <pc:sldMk cId="2186088103" sldId="261"/>
            <ac:spMk id="3" creationId="{60AF2F4B-DF1B-FA09-B679-11D32524C3BF}"/>
          </ac:spMkLst>
        </pc:spChg>
        <pc:spChg chg="add mod">
          <ac:chgData name="JEAN CARLOS BLANCO ROSERO" userId="1dc4a0a9-49fe-4db0-8a80-1bd329385712" providerId="ADAL" clId="{441B3CB2-113A-4F61-BF96-BCDB708161F1}" dt="2026-03-21T10:25:08.818" v="249" actId="1076"/>
          <ac:spMkLst>
            <pc:docMk/>
            <pc:sldMk cId="2186088103" sldId="261"/>
            <ac:spMk id="4" creationId="{84FD50D4-C8CE-066C-8F94-926579859F5F}"/>
          </ac:spMkLst>
        </pc:spChg>
        <pc:spChg chg="add mod">
          <ac:chgData name="JEAN CARLOS BLANCO ROSERO" userId="1dc4a0a9-49fe-4db0-8a80-1bd329385712" providerId="ADAL" clId="{441B3CB2-113A-4F61-BF96-BCDB708161F1}" dt="2026-03-21T10:24:52.615" v="244" actId="1076"/>
          <ac:spMkLst>
            <pc:docMk/>
            <pc:sldMk cId="2186088103" sldId="261"/>
            <ac:spMk id="6" creationId="{DE2CF0A8-4DC6-CC47-0B87-B226A04DB528}"/>
          </ac:spMkLst>
        </pc:spChg>
        <pc:picChg chg="mod">
          <ac:chgData name="JEAN CARLOS BLANCO ROSERO" userId="1dc4a0a9-49fe-4db0-8a80-1bd329385712" providerId="ADAL" clId="{441B3CB2-113A-4F61-BF96-BCDB708161F1}" dt="2026-03-21T10:25:04.491" v="248" actId="1076"/>
          <ac:picMkLst>
            <pc:docMk/>
            <pc:sldMk cId="2186088103" sldId="261"/>
            <ac:picMk id="5" creationId="{AC7CF6FF-F43E-E3FD-AB29-E8AAF94065B1}"/>
          </ac:picMkLst>
        </pc:picChg>
      </pc:sldChg>
      <pc:sldChg chg="new del">
        <pc:chgData name="JEAN CARLOS BLANCO ROSERO" userId="1dc4a0a9-49fe-4db0-8a80-1bd329385712" providerId="ADAL" clId="{441B3CB2-113A-4F61-BF96-BCDB708161F1}" dt="2026-03-21T10:42:51.011" v="472" actId="2696"/>
        <pc:sldMkLst>
          <pc:docMk/>
          <pc:sldMk cId="25809543" sldId="262"/>
        </pc:sldMkLst>
      </pc:sldChg>
      <pc:sldChg chg="add del">
        <pc:chgData name="JEAN CARLOS BLANCO ROSERO" userId="1dc4a0a9-49fe-4db0-8a80-1bd329385712" providerId="ADAL" clId="{441B3CB2-113A-4F61-BF96-BCDB708161F1}" dt="2026-03-21T10:43:04.161" v="478"/>
        <pc:sldMkLst>
          <pc:docMk/>
          <pc:sldMk cId="1484690543" sldId="262"/>
        </pc:sldMkLst>
      </pc:sldChg>
      <pc:sldChg chg="new del">
        <pc:chgData name="JEAN CARLOS BLANCO ROSERO" userId="1dc4a0a9-49fe-4db0-8a80-1bd329385712" providerId="ADAL" clId="{441B3CB2-113A-4F61-BF96-BCDB708161F1}" dt="2026-03-21T10:42:43.277" v="469" actId="680"/>
        <pc:sldMkLst>
          <pc:docMk/>
          <pc:sldMk cId="136332888" sldId="263"/>
        </pc:sldMkLst>
      </pc:sldChg>
      <pc:sldChg chg="addSp delSp modSp add mod setBg delDesignElem">
        <pc:chgData name="JEAN CARLOS BLANCO ROSERO" userId="1dc4a0a9-49fe-4db0-8a80-1bd329385712" providerId="ADAL" clId="{441B3CB2-113A-4F61-BF96-BCDB708161F1}" dt="2026-03-21T10:46:01.389" v="537" actId="1076"/>
        <pc:sldMkLst>
          <pc:docMk/>
          <pc:sldMk cId="625006391" sldId="263"/>
        </pc:sldMkLst>
        <pc:spChg chg="mod">
          <ac:chgData name="JEAN CARLOS BLANCO ROSERO" userId="1dc4a0a9-49fe-4db0-8a80-1bd329385712" providerId="ADAL" clId="{441B3CB2-113A-4F61-BF96-BCDB708161F1}" dt="2026-03-21T10:43:27.756" v="484" actId="1076"/>
          <ac:spMkLst>
            <pc:docMk/>
            <pc:sldMk cId="625006391" sldId="263"/>
            <ac:spMk id="12" creationId="{1C6D020C-3AF0-4E9A-E087-A41BF79B6DE5}"/>
          </ac:spMkLst>
        </pc:spChg>
        <pc:spChg chg="add del mod">
          <ac:chgData name="JEAN CARLOS BLANCO ROSERO" userId="1dc4a0a9-49fe-4db0-8a80-1bd329385712" providerId="ADAL" clId="{441B3CB2-113A-4F61-BF96-BCDB708161F1}" dt="2026-03-21T10:46:01.389" v="537" actId="1076"/>
          <ac:spMkLst>
            <pc:docMk/>
            <pc:sldMk cId="625006391" sldId="263"/>
            <ac:spMk id="13" creationId="{3FE89828-D513-74F6-7C42-AD82E7383012}"/>
          </ac:spMkLst>
        </pc:spChg>
        <pc:spChg chg="del">
          <ac:chgData name="JEAN CARLOS BLANCO ROSERO" userId="1dc4a0a9-49fe-4db0-8a80-1bd329385712" providerId="ADAL" clId="{441B3CB2-113A-4F61-BF96-BCDB708161F1}" dt="2026-03-21T10:42:46.938" v="471"/>
          <ac:spMkLst>
            <pc:docMk/>
            <pc:sldMk cId="625006391" sldId="263"/>
            <ac:spMk id="14" creationId="{42A4FC2C-047E-45A5-965D-8E1E3BF09BC6}"/>
          </ac:spMkLst>
        </pc:spChg>
        <pc:picChg chg="mod">
          <ac:chgData name="JEAN CARLOS BLANCO ROSERO" userId="1dc4a0a9-49fe-4db0-8a80-1bd329385712" providerId="ADAL" clId="{441B3CB2-113A-4F61-BF96-BCDB708161F1}" dt="2026-03-21T10:43:34.403" v="488" actId="1076"/>
          <ac:picMkLst>
            <pc:docMk/>
            <pc:sldMk cId="625006391" sldId="263"/>
            <ac:picMk id="9" creationId="{D243B4E7-3CD7-6B47-A50A-0E98DDACF229}"/>
          </ac:picMkLst>
        </pc:picChg>
      </pc:sldChg>
      <pc:sldChg chg="addSp delSp modSp new mod setBg modAnim">
        <pc:chgData name="JEAN CARLOS BLANCO ROSERO" userId="1dc4a0a9-49fe-4db0-8a80-1bd329385712" providerId="ADAL" clId="{441B3CB2-113A-4F61-BF96-BCDB708161F1}" dt="2026-03-21T11:09:23.213" v="845"/>
        <pc:sldMkLst>
          <pc:docMk/>
          <pc:sldMk cId="1990474364" sldId="264"/>
        </pc:sldMkLst>
        <pc:spChg chg="del">
          <ac:chgData name="JEAN CARLOS BLANCO ROSERO" userId="1dc4a0a9-49fe-4db0-8a80-1bd329385712" providerId="ADAL" clId="{441B3CB2-113A-4F61-BF96-BCDB708161F1}" dt="2026-03-21T10:47:01.541" v="540" actId="26606"/>
          <ac:spMkLst>
            <pc:docMk/>
            <pc:sldMk cId="1990474364" sldId="264"/>
            <ac:spMk id="2" creationId="{8978AA75-A05A-2AAC-7FCA-AD7C5470273F}"/>
          </ac:spMkLst>
        </pc:spChg>
        <pc:spChg chg="del">
          <ac:chgData name="JEAN CARLOS BLANCO ROSERO" userId="1dc4a0a9-49fe-4db0-8a80-1bd329385712" providerId="ADAL" clId="{441B3CB2-113A-4F61-BF96-BCDB708161F1}" dt="2026-03-21T10:46:55.661" v="539" actId="931"/>
          <ac:spMkLst>
            <pc:docMk/>
            <pc:sldMk cId="1990474364" sldId="264"/>
            <ac:spMk id="3" creationId="{082E63F2-B38B-10A2-3A1E-70CA2BD038FF}"/>
          </ac:spMkLst>
        </pc:spChg>
        <pc:spChg chg="add mod">
          <ac:chgData name="JEAN CARLOS BLANCO ROSERO" userId="1dc4a0a9-49fe-4db0-8a80-1bd329385712" providerId="ADAL" clId="{441B3CB2-113A-4F61-BF96-BCDB708161F1}" dt="2026-03-21T11:05:41.934" v="804" actId="1076"/>
          <ac:spMkLst>
            <pc:docMk/>
            <pc:sldMk cId="1990474364" sldId="264"/>
            <ac:spMk id="6" creationId="{0D882728-0ED6-8D94-2764-0662C6F1EEF5}"/>
          </ac:spMkLst>
        </pc:spChg>
        <pc:spChg chg="add mod">
          <ac:chgData name="JEAN CARLOS BLANCO ROSERO" userId="1dc4a0a9-49fe-4db0-8a80-1bd329385712" providerId="ADAL" clId="{441B3CB2-113A-4F61-BF96-BCDB708161F1}" dt="2026-03-21T11:06:12.476" v="807" actId="207"/>
          <ac:spMkLst>
            <pc:docMk/>
            <pc:sldMk cId="1990474364" sldId="264"/>
            <ac:spMk id="7" creationId="{9E7E5B0C-B0E7-08EC-CC08-241B268A5BBE}"/>
          </ac:spMkLst>
        </pc:spChg>
        <pc:spChg chg="add mod">
          <ac:chgData name="JEAN CARLOS BLANCO ROSERO" userId="1dc4a0a9-49fe-4db0-8a80-1bd329385712" providerId="ADAL" clId="{441B3CB2-113A-4F61-BF96-BCDB708161F1}" dt="2026-03-21T11:08:08.771" v="826" actId="14100"/>
          <ac:spMkLst>
            <pc:docMk/>
            <pc:sldMk cId="1990474364" sldId="264"/>
            <ac:spMk id="8" creationId="{D3400C8D-B1BA-F4D9-C683-39B61D9C1613}"/>
          </ac:spMkLst>
        </pc:spChg>
        <pc:spChg chg="add mod">
          <ac:chgData name="JEAN CARLOS BLANCO ROSERO" userId="1dc4a0a9-49fe-4db0-8a80-1bd329385712" providerId="ADAL" clId="{441B3CB2-113A-4F61-BF96-BCDB708161F1}" dt="2026-03-21T11:08:22.476" v="830" actId="1076"/>
          <ac:spMkLst>
            <pc:docMk/>
            <pc:sldMk cId="1990474364" sldId="264"/>
            <ac:spMk id="9" creationId="{B0C7E3AE-7CBD-15F4-5E56-B482832FC12C}"/>
          </ac:spMkLst>
        </pc:spChg>
        <pc:spChg chg="add">
          <ac:chgData name="JEAN CARLOS BLANCO ROSERO" userId="1dc4a0a9-49fe-4db0-8a80-1bd329385712" providerId="ADAL" clId="{441B3CB2-113A-4F61-BF96-BCDB708161F1}" dt="2026-03-21T10:47:01.541" v="540" actId="26606"/>
          <ac:spMkLst>
            <pc:docMk/>
            <pc:sldMk cId="1990474364" sldId="264"/>
            <ac:spMk id="10" creationId="{42A4FC2C-047E-45A5-965D-8E1E3BF09BC6}"/>
          </ac:spMkLst>
        </pc:spChg>
        <pc:spChg chg="add mod">
          <ac:chgData name="JEAN CARLOS BLANCO ROSERO" userId="1dc4a0a9-49fe-4db0-8a80-1bd329385712" providerId="ADAL" clId="{441B3CB2-113A-4F61-BF96-BCDB708161F1}" dt="2026-03-21T11:08:27.608" v="831" actId="767"/>
          <ac:spMkLst>
            <pc:docMk/>
            <pc:sldMk cId="1990474364" sldId="264"/>
            <ac:spMk id="11" creationId="{48B47353-7B10-D92C-A3C6-121514D1B497}"/>
          </ac:spMkLst>
        </pc:spChg>
        <pc:spChg chg="add mod">
          <ac:chgData name="JEAN CARLOS BLANCO ROSERO" userId="1dc4a0a9-49fe-4db0-8a80-1bd329385712" providerId="ADAL" clId="{441B3CB2-113A-4F61-BF96-BCDB708161F1}" dt="2026-03-21T11:09:07.469" v="842" actId="1076"/>
          <ac:spMkLst>
            <pc:docMk/>
            <pc:sldMk cId="1990474364" sldId="264"/>
            <ac:spMk id="12" creationId="{3DBA7D95-5099-67CF-6F65-CEE7922C6D72}"/>
          </ac:spMkLst>
        </pc:spChg>
        <pc:picChg chg="add mod">
          <ac:chgData name="JEAN CARLOS BLANCO ROSERO" userId="1dc4a0a9-49fe-4db0-8a80-1bd329385712" providerId="ADAL" clId="{441B3CB2-113A-4F61-BF96-BCDB708161F1}" dt="2026-03-21T10:47:49.234" v="553" actId="1076"/>
          <ac:picMkLst>
            <pc:docMk/>
            <pc:sldMk cId="1990474364" sldId="264"/>
            <ac:picMk id="5" creationId="{1BE1CE97-3355-CB75-5003-8AAAE5220054}"/>
          </ac:picMkLst>
        </pc:picChg>
      </pc:sldChg>
      <pc:sldChg chg="addSp delSp modSp new mod setBg modAnim">
        <pc:chgData name="JEAN CARLOS BLANCO ROSERO" userId="1dc4a0a9-49fe-4db0-8a80-1bd329385712" providerId="ADAL" clId="{441B3CB2-113A-4F61-BF96-BCDB708161F1}" dt="2026-03-21T11:14:04.899" v="860"/>
        <pc:sldMkLst>
          <pc:docMk/>
          <pc:sldMk cId="924084100" sldId="265"/>
        </pc:sldMkLst>
        <pc:spChg chg="del">
          <ac:chgData name="JEAN CARLOS BLANCO ROSERO" userId="1dc4a0a9-49fe-4db0-8a80-1bd329385712" providerId="ADAL" clId="{441B3CB2-113A-4F61-BF96-BCDB708161F1}" dt="2026-03-21T11:10:20.349" v="848" actId="26606"/>
          <ac:spMkLst>
            <pc:docMk/>
            <pc:sldMk cId="924084100" sldId="265"/>
            <ac:spMk id="2" creationId="{DDA2C877-E58E-DA38-06F5-1CA6F69DDAF9}"/>
          </ac:spMkLst>
        </pc:spChg>
        <pc:spChg chg="del">
          <ac:chgData name="JEAN CARLOS BLANCO ROSERO" userId="1dc4a0a9-49fe-4db0-8a80-1bd329385712" providerId="ADAL" clId="{441B3CB2-113A-4F61-BF96-BCDB708161F1}" dt="2026-03-21T11:10:10.413" v="847" actId="931"/>
          <ac:spMkLst>
            <pc:docMk/>
            <pc:sldMk cId="924084100" sldId="265"/>
            <ac:spMk id="3" creationId="{091776A0-5ECD-EB81-9E73-D30F4EC65011}"/>
          </ac:spMkLst>
        </pc:spChg>
        <pc:spChg chg="add">
          <ac:chgData name="JEAN CARLOS BLANCO ROSERO" userId="1dc4a0a9-49fe-4db0-8a80-1bd329385712" providerId="ADAL" clId="{441B3CB2-113A-4F61-BF96-BCDB708161F1}" dt="2026-03-21T11:10:20.349" v="848" actId="26606"/>
          <ac:spMkLst>
            <pc:docMk/>
            <pc:sldMk cId="924084100" sldId="265"/>
            <ac:spMk id="10" creationId="{42A4FC2C-047E-45A5-965D-8E1E3BF09BC6}"/>
          </ac:spMkLst>
        </pc:spChg>
        <pc:picChg chg="add mod">
          <ac:chgData name="JEAN CARLOS BLANCO ROSERO" userId="1dc4a0a9-49fe-4db0-8a80-1bd329385712" providerId="ADAL" clId="{441B3CB2-113A-4F61-BF96-BCDB708161F1}" dt="2026-03-21T11:10:20.349" v="848" actId="26606"/>
          <ac:picMkLst>
            <pc:docMk/>
            <pc:sldMk cId="924084100" sldId="265"/>
            <ac:picMk id="5" creationId="{E5011F9F-8142-512A-411C-8C0F25248C29}"/>
          </ac:picMkLst>
        </pc:picChg>
        <pc:picChg chg="add mod">
          <ac:chgData name="JEAN CARLOS BLANCO ROSERO" userId="1dc4a0a9-49fe-4db0-8a80-1bd329385712" providerId="ADAL" clId="{441B3CB2-113A-4F61-BF96-BCDB708161F1}" dt="2026-03-21T11:13:07.854" v="853" actId="1076"/>
          <ac:picMkLst>
            <pc:docMk/>
            <pc:sldMk cId="924084100" sldId="265"/>
            <ac:picMk id="7" creationId="{F22431FE-0B98-5B44-C3E6-96BA6ED149EB}"/>
          </ac:picMkLst>
        </pc:picChg>
        <pc:picChg chg="add mod">
          <ac:chgData name="JEAN CARLOS BLANCO ROSERO" userId="1dc4a0a9-49fe-4db0-8a80-1bd329385712" providerId="ADAL" clId="{441B3CB2-113A-4F61-BF96-BCDB708161F1}" dt="2026-03-21T11:13:21.230" v="856" actId="1076"/>
          <ac:picMkLst>
            <pc:docMk/>
            <pc:sldMk cId="924084100" sldId="265"/>
            <ac:picMk id="9" creationId="{1FE70167-9EDC-25AA-744A-E7EB1A69B517}"/>
          </ac:picMkLst>
        </pc:picChg>
        <pc:picChg chg="add del mod">
          <ac:chgData name="JEAN CARLOS BLANCO ROSERO" userId="1dc4a0a9-49fe-4db0-8a80-1bd329385712" providerId="ADAL" clId="{441B3CB2-113A-4F61-BF96-BCDB708161F1}" dt="2026-03-21T11:14:04.899" v="860"/>
          <ac:picMkLst>
            <pc:docMk/>
            <pc:sldMk cId="924084100" sldId="265"/>
            <ac:picMk id="11" creationId="{12FDAE51-AFD0-46ED-3412-DABAA3E8513F}"/>
          </ac:picMkLst>
        </pc:picChg>
      </pc:sldChg>
      <pc:sldChg chg="addSp delSp modSp add mod setBg delAnim modAnim delDesignElem">
        <pc:chgData name="JEAN CARLOS BLANCO ROSERO" userId="1dc4a0a9-49fe-4db0-8a80-1bd329385712" providerId="ADAL" clId="{441B3CB2-113A-4F61-BF96-BCDB708161F1}" dt="2026-03-21T11:17:05.848" v="879"/>
        <pc:sldMkLst>
          <pc:docMk/>
          <pc:sldMk cId="3313284947" sldId="266"/>
        </pc:sldMkLst>
        <pc:spChg chg="del">
          <ac:chgData name="JEAN CARLOS BLANCO ROSERO" userId="1dc4a0a9-49fe-4db0-8a80-1bd329385712" providerId="ADAL" clId="{441B3CB2-113A-4F61-BF96-BCDB708161F1}" dt="2026-03-21T11:14:13.529" v="862"/>
          <ac:spMkLst>
            <pc:docMk/>
            <pc:sldMk cId="3313284947" sldId="266"/>
            <ac:spMk id="10" creationId="{42A4FC2C-047E-45A5-965D-8E1E3BF09BC6}"/>
          </ac:spMkLst>
        </pc:spChg>
        <pc:picChg chg="add mod">
          <ac:chgData name="JEAN CARLOS BLANCO ROSERO" userId="1dc4a0a9-49fe-4db0-8a80-1bd329385712" providerId="ADAL" clId="{441B3CB2-113A-4F61-BF96-BCDB708161F1}" dt="2026-03-21T11:16:21.721" v="874" actId="1076"/>
          <ac:picMkLst>
            <pc:docMk/>
            <pc:sldMk cId="3313284947" sldId="266"/>
            <ac:picMk id="3" creationId="{8409307C-E00E-0645-A0C4-E19A013530C6}"/>
          </ac:picMkLst>
        </pc:picChg>
        <pc:picChg chg="add mod">
          <ac:chgData name="JEAN CARLOS BLANCO ROSERO" userId="1dc4a0a9-49fe-4db0-8a80-1bd329385712" providerId="ADAL" clId="{441B3CB2-113A-4F61-BF96-BCDB708161F1}" dt="2026-03-21T11:16:41.420" v="877" actId="1076"/>
          <ac:picMkLst>
            <pc:docMk/>
            <pc:sldMk cId="3313284947" sldId="266"/>
            <ac:picMk id="6" creationId="{9329B125-0DAF-1341-063C-B551C59661AF}"/>
          </ac:picMkLst>
        </pc:picChg>
        <pc:picChg chg="del">
          <ac:chgData name="JEAN CARLOS BLANCO ROSERO" userId="1dc4a0a9-49fe-4db0-8a80-1bd329385712" providerId="ADAL" clId="{441B3CB2-113A-4F61-BF96-BCDB708161F1}" dt="2026-03-21T11:14:16.397" v="863" actId="478"/>
          <ac:picMkLst>
            <pc:docMk/>
            <pc:sldMk cId="3313284947" sldId="266"/>
            <ac:picMk id="7" creationId="{F22431FE-0B98-5B44-C3E6-96BA6ED149EB}"/>
          </ac:picMkLst>
        </pc:picChg>
        <pc:picChg chg="del">
          <ac:chgData name="JEAN CARLOS BLANCO ROSERO" userId="1dc4a0a9-49fe-4db0-8a80-1bd329385712" providerId="ADAL" clId="{441B3CB2-113A-4F61-BF96-BCDB708161F1}" dt="2026-03-21T11:14:17.528" v="864" actId="478"/>
          <ac:picMkLst>
            <pc:docMk/>
            <pc:sldMk cId="3313284947" sldId="266"/>
            <ac:picMk id="9" creationId="{1FE70167-9EDC-25AA-744A-E7EB1A69B517}"/>
          </ac:picMkLst>
        </pc:picChg>
      </pc:sldChg>
      <pc:sldChg chg="addSp delSp modSp add mod delAnim">
        <pc:chgData name="JEAN CARLOS BLANCO ROSERO" userId="1dc4a0a9-49fe-4db0-8a80-1bd329385712" providerId="ADAL" clId="{441B3CB2-113A-4F61-BF96-BCDB708161F1}" dt="2026-03-21T11:20:02.316" v="903" actId="14100"/>
        <pc:sldMkLst>
          <pc:docMk/>
          <pc:sldMk cId="668146492" sldId="267"/>
        </pc:sldMkLst>
        <pc:picChg chg="del">
          <ac:chgData name="JEAN CARLOS BLANCO ROSERO" userId="1dc4a0a9-49fe-4db0-8a80-1bd329385712" providerId="ADAL" clId="{441B3CB2-113A-4F61-BF96-BCDB708161F1}" dt="2026-03-21T11:17:39.907" v="881" actId="478"/>
          <ac:picMkLst>
            <pc:docMk/>
            <pc:sldMk cId="668146492" sldId="267"/>
            <ac:picMk id="3" creationId="{8409307C-E00E-0645-A0C4-E19A013530C6}"/>
          </ac:picMkLst>
        </pc:picChg>
        <pc:picChg chg="add mod">
          <ac:chgData name="JEAN CARLOS BLANCO ROSERO" userId="1dc4a0a9-49fe-4db0-8a80-1bd329385712" providerId="ADAL" clId="{441B3CB2-113A-4F61-BF96-BCDB708161F1}" dt="2026-03-21T11:18:56.548" v="892" actId="1076"/>
          <ac:picMkLst>
            <pc:docMk/>
            <pc:sldMk cId="668146492" sldId="267"/>
            <ac:picMk id="4" creationId="{D9FC2E42-99EA-855F-E0A5-4AECE74D9EFB}"/>
          </ac:picMkLst>
        </pc:picChg>
        <pc:picChg chg="del">
          <ac:chgData name="JEAN CARLOS BLANCO ROSERO" userId="1dc4a0a9-49fe-4db0-8a80-1bd329385712" providerId="ADAL" clId="{441B3CB2-113A-4F61-BF96-BCDB708161F1}" dt="2026-03-21T11:17:41.091" v="882" actId="478"/>
          <ac:picMkLst>
            <pc:docMk/>
            <pc:sldMk cId="668146492" sldId="267"/>
            <ac:picMk id="6" creationId="{9329B125-0DAF-1341-063C-B551C59661AF}"/>
          </ac:picMkLst>
        </pc:picChg>
        <pc:picChg chg="add mod">
          <ac:chgData name="JEAN CARLOS BLANCO ROSERO" userId="1dc4a0a9-49fe-4db0-8a80-1bd329385712" providerId="ADAL" clId="{441B3CB2-113A-4F61-BF96-BCDB708161F1}" dt="2026-03-21T11:18:53.187" v="891" actId="1076"/>
          <ac:picMkLst>
            <pc:docMk/>
            <pc:sldMk cId="668146492" sldId="267"/>
            <ac:picMk id="8" creationId="{273E01B9-6D70-239C-2377-B0D43EE8F41B}"/>
          </ac:picMkLst>
        </pc:picChg>
        <pc:picChg chg="add mod">
          <ac:chgData name="JEAN CARLOS BLANCO ROSERO" userId="1dc4a0a9-49fe-4db0-8a80-1bd329385712" providerId="ADAL" clId="{441B3CB2-113A-4F61-BF96-BCDB708161F1}" dt="2026-03-21T11:20:02.316" v="903" actId="14100"/>
          <ac:picMkLst>
            <pc:docMk/>
            <pc:sldMk cId="668146492" sldId="267"/>
            <ac:picMk id="10" creationId="{B39E5262-7078-BEC0-0697-75E3191FF858}"/>
          </ac:picMkLst>
        </pc:picChg>
      </pc:sldChg>
      <pc:sldChg chg="new del">
        <pc:chgData name="JEAN CARLOS BLANCO ROSERO" userId="1dc4a0a9-49fe-4db0-8a80-1bd329385712" providerId="ADAL" clId="{441B3CB2-113A-4F61-BF96-BCDB708161F1}" dt="2026-03-21T11:20:47.538" v="905" actId="680"/>
        <pc:sldMkLst>
          <pc:docMk/>
          <pc:sldMk cId="1187363864" sldId="268"/>
        </pc:sldMkLst>
      </pc:sldChg>
      <pc:sldChg chg="addSp delSp modSp add mod">
        <pc:chgData name="JEAN CARLOS BLANCO ROSERO" userId="1dc4a0a9-49fe-4db0-8a80-1bd329385712" providerId="ADAL" clId="{441B3CB2-113A-4F61-BF96-BCDB708161F1}" dt="2026-03-21T11:21:41.368" v="914" actId="1076"/>
        <pc:sldMkLst>
          <pc:docMk/>
          <pc:sldMk cId="3700684472" sldId="268"/>
        </pc:sldMkLst>
        <pc:picChg chg="add mod">
          <ac:chgData name="JEAN CARLOS BLANCO ROSERO" userId="1dc4a0a9-49fe-4db0-8a80-1bd329385712" providerId="ADAL" clId="{441B3CB2-113A-4F61-BF96-BCDB708161F1}" dt="2026-03-21T11:21:41.368" v="914" actId="1076"/>
          <ac:picMkLst>
            <pc:docMk/>
            <pc:sldMk cId="3700684472" sldId="268"/>
            <ac:picMk id="3" creationId="{1AC883AC-C18F-78BC-3BE8-62FCABC9C9C2}"/>
          </ac:picMkLst>
        </pc:picChg>
        <pc:picChg chg="del mod">
          <ac:chgData name="JEAN CARLOS BLANCO ROSERO" userId="1dc4a0a9-49fe-4db0-8a80-1bd329385712" providerId="ADAL" clId="{441B3CB2-113A-4F61-BF96-BCDB708161F1}" dt="2026-03-21T11:20:56.013" v="910" actId="478"/>
          <ac:picMkLst>
            <pc:docMk/>
            <pc:sldMk cId="3700684472" sldId="268"/>
            <ac:picMk id="4" creationId="{D9FC2E42-99EA-855F-E0A5-4AECE74D9EFB}"/>
          </ac:picMkLst>
        </pc:picChg>
        <pc:picChg chg="del mod">
          <ac:chgData name="JEAN CARLOS BLANCO ROSERO" userId="1dc4a0a9-49fe-4db0-8a80-1bd329385712" providerId="ADAL" clId="{441B3CB2-113A-4F61-BF96-BCDB708161F1}" dt="2026-03-21T11:20:55.289" v="908" actId="478"/>
          <ac:picMkLst>
            <pc:docMk/>
            <pc:sldMk cId="3700684472" sldId="268"/>
            <ac:picMk id="8" creationId="{273E01B9-6D70-239C-2377-B0D43EE8F41B}"/>
          </ac:picMkLst>
        </pc:picChg>
        <pc:picChg chg="del mod">
          <ac:chgData name="JEAN CARLOS BLANCO ROSERO" userId="1dc4a0a9-49fe-4db0-8a80-1bd329385712" providerId="ADAL" clId="{441B3CB2-113A-4F61-BF96-BCDB708161F1}" dt="2026-03-21T11:20:56.803" v="912" actId="478"/>
          <ac:picMkLst>
            <pc:docMk/>
            <pc:sldMk cId="3700684472" sldId="268"/>
            <ac:picMk id="10" creationId="{B39E5262-7078-BEC0-0697-75E3191FF858}"/>
          </ac:picMkLst>
        </pc:picChg>
      </pc:sldChg>
      <pc:sldChg chg="addSp delSp modSp add del mod">
        <pc:chgData name="JEAN CARLOS BLANCO ROSERO" userId="1dc4a0a9-49fe-4db0-8a80-1bd329385712" providerId="ADAL" clId="{441B3CB2-113A-4F61-BF96-BCDB708161F1}" dt="2026-03-21T11:32:01.140" v="925" actId="14100"/>
        <pc:sldMkLst>
          <pc:docMk/>
          <pc:sldMk cId="1904882021" sldId="269"/>
        </pc:sldMkLst>
        <pc:picChg chg="del">
          <ac:chgData name="JEAN CARLOS BLANCO ROSERO" userId="1dc4a0a9-49fe-4db0-8a80-1bd329385712" providerId="ADAL" clId="{441B3CB2-113A-4F61-BF96-BCDB708161F1}" dt="2026-03-21T11:30:54.786" v="918" actId="478"/>
          <ac:picMkLst>
            <pc:docMk/>
            <pc:sldMk cId="1904882021" sldId="269"/>
            <ac:picMk id="3" creationId="{1AC883AC-C18F-78BC-3BE8-62FCABC9C9C2}"/>
          </ac:picMkLst>
        </pc:picChg>
        <pc:picChg chg="add mod">
          <ac:chgData name="JEAN CARLOS BLANCO ROSERO" userId="1dc4a0a9-49fe-4db0-8a80-1bd329385712" providerId="ADAL" clId="{441B3CB2-113A-4F61-BF96-BCDB708161F1}" dt="2026-03-21T11:31:38.175" v="921" actId="1076"/>
          <ac:picMkLst>
            <pc:docMk/>
            <pc:sldMk cId="1904882021" sldId="269"/>
            <ac:picMk id="4" creationId="{517C14DA-AEC1-B7FF-973F-90D303D03DD0}"/>
          </ac:picMkLst>
        </pc:picChg>
        <pc:picChg chg="add mod">
          <ac:chgData name="JEAN CARLOS BLANCO ROSERO" userId="1dc4a0a9-49fe-4db0-8a80-1bd329385712" providerId="ADAL" clId="{441B3CB2-113A-4F61-BF96-BCDB708161F1}" dt="2026-03-21T11:32:01.140" v="925" actId="14100"/>
          <ac:picMkLst>
            <pc:docMk/>
            <pc:sldMk cId="1904882021" sldId="269"/>
            <ac:picMk id="7" creationId="{5267EC14-00C3-DEF2-9EF7-BF99165A2280}"/>
          </ac:picMkLst>
        </pc:picChg>
      </pc:sldChg>
      <pc:sldChg chg="addSp delSp modSp add mod">
        <pc:chgData name="JEAN CARLOS BLANCO ROSERO" userId="1dc4a0a9-49fe-4db0-8a80-1bd329385712" providerId="ADAL" clId="{441B3CB2-113A-4F61-BF96-BCDB708161F1}" dt="2026-03-21T11:35:53.784" v="936" actId="14100"/>
        <pc:sldMkLst>
          <pc:docMk/>
          <pc:sldMk cId="2510204532" sldId="270"/>
        </pc:sldMkLst>
        <pc:picChg chg="add mod">
          <ac:chgData name="JEAN CARLOS BLANCO ROSERO" userId="1dc4a0a9-49fe-4db0-8a80-1bd329385712" providerId="ADAL" clId="{441B3CB2-113A-4F61-BF96-BCDB708161F1}" dt="2026-03-21T11:33:15.274" v="931" actId="1076"/>
          <ac:picMkLst>
            <pc:docMk/>
            <pc:sldMk cId="2510204532" sldId="270"/>
            <ac:picMk id="3" creationId="{44179FF5-1F43-EB0C-9363-3B8D309948B3}"/>
          </ac:picMkLst>
        </pc:picChg>
        <pc:picChg chg="del">
          <ac:chgData name="JEAN CARLOS BLANCO ROSERO" userId="1dc4a0a9-49fe-4db0-8a80-1bd329385712" providerId="ADAL" clId="{441B3CB2-113A-4F61-BF96-BCDB708161F1}" dt="2026-03-21T11:32:27.041" v="927" actId="478"/>
          <ac:picMkLst>
            <pc:docMk/>
            <pc:sldMk cId="2510204532" sldId="270"/>
            <ac:picMk id="4" creationId="{517C14DA-AEC1-B7FF-973F-90D303D03DD0}"/>
          </ac:picMkLst>
        </pc:picChg>
        <pc:picChg chg="del">
          <ac:chgData name="JEAN CARLOS BLANCO ROSERO" userId="1dc4a0a9-49fe-4db0-8a80-1bd329385712" providerId="ADAL" clId="{441B3CB2-113A-4F61-BF96-BCDB708161F1}" dt="2026-03-21T11:32:30.175" v="928" actId="478"/>
          <ac:picMkLst>
            <pc:docMk/>
            <pc:sldMk cId="2510204532" sldId="270"/>
            <ac:picMk id="7" creationId="{5267EC14-00C3-DEF2-9EF7-BF99165A2280}"/>
          </ac:picMkLst>
        </pc:picChg>
        <pc:picChg chg="add mod">
          <ac:chgData name="JEAN CARLOS BLANCO ROSERO" userId="1dc4a0a9-49fe-4db0-8a80-1bd329385712" providerId="ADAL" clId="{441B3CB2-113A-4F61-BF96-BCDB708161F1}" dt="2026-03-21T11:35:53.784" v="936" actId="14100"/>
          <ac:picMkLst>
            <pc:docMk/>
            <pc:sldMk cId="2510204532" sldId="270"/>
            <ac:picMk id="8" creationId="{CC1D947A-69A2-C263-9956-2B34619E0A18}"/>
          </ac:picMkLst>
        </pc:picChg>
      </pc:sldChg>
      <pc:sldChg chg="addSp delSp modSp new mod setBg modAnim">
        <pc:chgData name="JEAN CARLOS BLANCO ROSERO" userId="1dc4a0a9-49fe-4db0-8a80-1bd329385712" providerId="ADAL" clId="{441B3CB2-113A-4F61-BF96-BCDB708161F1}" dt="2026-03-21T11:43:55.509" v="1033" actId="1076"/>
        <pc:sldMkLst>
          <pc:docMk/>
          <pc:sldMk cId="3628402911" sldId="271"/>
        </pc:sldMkLst>
        <pc:spChg chg="del">
          <ac:chgData name="JEAN CARLOS BLANCO ROSERO" userId="1dc4a0a9-49fe-4db0-8a80-1bd329385712" providerId="ADAL" clId="{441B3CB2-113A-4F61-BF96-BCDB708161F1}" dt="2026-03-21T11:36:36.862" v="939" actId="26606"/>
          <ac:spMkLst>
            <pc:docMk/>
            <pc:sldMk cId="3628402911" sldId="271"/>
            <ac:spMk id="2" creationId="{6B0997B5-272C-BD01-F1E0-189A29E2087A}"/>
          </ac:spMkLst>
        </pc:spChg>
        <pc:spChg chg="del">
          <ac:chgData name="JEAN CARLOS BLANCO ROSERO" userId="1dc4a0a9-49fe-4db0-8a80-1bd329385712" providerId="ADAL" clId="{441B3CB2-113A-4F61-BF96-BCDB708161F1}" dt="2026-03-21T11:36:32.824" v="938" actId="931"/>
          <ac:spMkLst>
            <pc:docMk/>
            <pc:sldMk cId="3628402911" sldId="271"/>
            <ac:spMk id="3" creationId="{129A2AC4-94D8-A495-FAC3-827AEF2C26C7}"/>
          </ac:spMkLst>
        </pc:spChg>
        <pc:spChg chg="add mod">
          <ac:chgData name="JEAN CARLOS BLANCO ROSERO" userId="1dc4a0a9-49fe-4db0-8a80-1bd329385712" providerId="ADAL" clId="{441B3CB2-113A-4F61-BF96-BCDB708161F1}" dt="2026-03-21T11:43:55.509" v="1033" actId="1076"/>
          <ac:spMkLst>
            <pc:docMk/>
            <pc:sldMk cId="3628402911" sldId="271"/>
            <ac:spMk id="6" creationId="{E6FFBD2B-4240-3609-A8A6-C4A41360FC27}"/>
          </ac:spMkLst>
        </pc:spChg>
        <pc:spChg chg="add del mod">
          <ac:chgData name="JEAN CARLOS BLANCO ROSERO" userId="1dc4a0a9-49fe-4db0-8a80-1bd329385712" providerId="ADAL" clId="{441B3CB2-113A-4F61-BF96-BCDB708161F1}" dt="2026-03-21T11:40:34.921" v="992"/>
          <ac:spMkLst>
            <pc:docMk/>
            <pc:sldMk cId="3628402911" sldId="271"/>
            <ac:spMk id="7" creationId="{76762F74-53BC-0EE1-FAC6-59CEA6F01B81}"/>
          </ac:spMkLst>
        </pc:spChg>
        <pc:spChg chg="add del">
          <ac:chgData name="JEAN CARLOS BLANCO ROSERO" userId="1dc4a0a9-49fe-4db0-8a80-1bd329385712" providerId="ADAL" clId="{441B3CB2-113A-4F61-BF96-BCDB708161F1}" dt="2026-03-21T11:38:08.800" v="962"/>
          <ac:spMkLst>
            <pc:docMk/>
            <pc:sldMk cId="3628402911" sldId="271"/>
            <ac:spMk id="8" creationId="{45C6AEB7-F592-F4AE-F7C2-48CBD3FABB10}"/>
          </ac:spMkLst>
        </pc:spChg>
        <pc:spChg chg="add mod">
          <ac:chgData name="JEAN CARLOS BLANCO ROSERO" userId="1dc4a0a9-49fe-4db0-8a80-1bd329385712" providerId="ADAL" clId="{441B3CB2-113A-4F61-BF96-BCDB708161F1}" dt="2026-03-21T11:39:11.753" v="973" actId="21"/>
          <ac:spMkLst>
            <pc:docMk/>
            <pc:sldMk cId="3628402911" sldId="271"/>
            <ac:spMk id="9" creationId="{CD857201-C42A-E6DA-91EE-34EFAD581C91}"/>
          </ac:spMkLst>
        </pc:spChg>
        <pc:spChg chg="add">
          <ac:chgData name="JEAN CARLOS BLANCO ROSERO" userId="1dc4a0a9-49fe-4db0-8a80-1bd329385712" providerId="ADAL" clId="{441B3CB2-113A-4F61-BF96-BCDB708161F1}" dt="2026-03-21T11:36:36.862" v="939" actId="26606"/>
          <ac:spMkLst>
            <pc:docMk/>
            <pc:sldMk cId="3628402911" sldId="271"/>
            <ac:spMk id="10" creationId="{42A4FC2C-047E-45A5-965D-8E1E3BF09BC6}"/>
          </ac:spMkLst>
        </pc:spChg>
        <pc:spChg chg="add mod">
          <ac:chgData name="JEAN CARLOS BLANCO ROSERO" userId="1dc4a0a9-49fe-4db0-8a80-1bd329385712" providerId="ADAL" clId="{441B3CB2-113A-4F61-BF96-BCDB708161F1}" dt="2026-03-21T11:42:38.933" v="1029" actId="1076"/>
          <ac:spMkLst>
            <pc:docMk/>
            <pc:sldMk cId="3628402911" sldId="271"/>
            <ac:spMk id="11" creationId="{F12AA886-D29F-9A3F-5FF6-E72B3BC463AF}"/>
          </ac:spMkLst>
        </pc:spChg>
        <pc:spChg chg="add mod">
          <ac:chgData name="JEAN CARLOS BLANCO ROSERO" userId="1dc4a0a9-49fe-4db0-8a80-1bd329385712" providerId="ADAL" clId="{441B3CB2-113A-4F61-BF96-BCDB708161F1}" dt="2026-03-21T11:42:33.909" v="1028" actId="1076"/>
          <ac:spMkLst>
            <pc:docMk/>
            <pc:sldMk cId="3628402911" sldId="271"/>
            <ac:spMk id="12" creationId="{5F57B562-33E7-F55E-E49A-33B39981FF95}"/>
          </ac:spMkLst>
        </pc:spChg>
        <pc:spChg chg="add mod">
          <ac:chgData name="JEAN CARLOS BLANCO ROSERO" userId="1dc4a0a9-49fe-4db0-8a80-1bd329385712" providerId="ADAL" clId="{441B3CB2-113A-4F61-BF96-BCDB708161F1}" dt="2026-03-21T11:42:24.256" v="1026" actId="1076"/>
          <ac:spMkLst>
            <pc:docMk/>
            <pc:sldMk cId="3628402911" sldId="271"/>
            <ac:spMk id="13" creationId="{B0A8F6DD-6802-65C1-52DA-8434A539D1D3}"/>
          </ac:spMkLst>
        </pc:spChg>
        <pc:picChg chg="add mod">
          <ac:chgData name="JEAN CARLOS BLANCO ROSERO" userId="1dc4a0a9-49fe-4db0-8a80-1bd329385712" providerId="ADAL" clId="{441B3CB2-113A-4F61-BF96-BCDB708161F1}" dt="2026-03-21T11:43:49.808" v="1032" actId="1076"/>
          <ac:picMkLst>
            <pc:docMk/>
            <pc:sldMk cId="3628402911" sldId="271"/>
            <ac:picMk id="5" creationId="{14EFA5ED-AF87-3E57-D6FE-2BB97566EFF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8C6E5-5F98-8CA7-4A72-179ABA0D3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2A8646-6DC5-2CF7-9095-6824C2D34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039A08-DBC5-92CC-19E5-4C0EF6172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86733A-5B61-4D6C-DBB9-9F23B41A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BFFE84-96FF-0180-F617-E6962ACA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4653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4AB6E-9A03-E0B8-8E3D-68957266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480DFA-8781-0DD4-68E8-D827636A6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6EF4CE-3024-2BAD-06D7-6521D4CC0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C48985-B632-75BE-7864-709A66A7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304D23-E43A-7835-30D4-D904E1AF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9991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C5757-8A69-CE01-E4F0-53450E933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23CC67-027B-595C-3AB0-7685AB2A7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932FA4-D98C-BCC8-8C65-F226E8D4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1E462B-1450-3F31-4AC1-3DA12BF5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51413F-A7A1-A380-3A67-01890E1A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091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0A5028-9FA2-E781-9175-F8B78D8C3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23798B-5CA2-E10F-F0E4-65E323D6F3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371338-EBE8-9790-71E1-D05DD2B8E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9F3339-21A6-F85A-2F95-48E09B043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2E5D21-BC5F-BF43-A132-2E604532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1D4E88-C913-4E70-58BC-1B35DDFB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9470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41AE5-F931-F65D-9EB1-5D4123D32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C0CE84-9C4D-64ED-BCBC-A84D79AB3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2A2999-DAAE-5018-BFA9-B056D6521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67E2901-4B11-3DD9-6196-3D7BEC8BD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24707FE-AEFA-F251-AA6C-4B9C028C5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CB5C5CD-2AED-14DA-A551-1F7BF834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21/03/2026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93A38-D7B8-9496-77F7-C19BDD05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646449F-1BBD-1B72-A575-3C70540D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299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2A674-B676-C1FE-5457-89CE8B112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D0BECF-D474-894B-8E63-5116D9B7B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21/03/2026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7EA82A-7E10-0A44-D73C-0CC7B4E96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5F1C8E9-9298-722E-2FF5-56A1863DD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1378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3E296E-E786-AC6F-499D-49F00D6B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21/03/2026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C5CAC9F-4A9C-F890-D572-8A6BA09C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304498-7283-42EB-91AB-B6A9A364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867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DF7A2-9C07-DCDF-6709-0DD9D550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6C9B08-2F3A-E5EF-34D8-67975E99F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5FA82C-2CAE-B6D7-323E-764EEF6FA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EF12CF-617B-7124-9CC3-8A8C68B4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4BEC52-FB28-5276-FF55-ADAACB302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4AD499-442D-E4D9-8BB2-75D972E5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538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60004B-7F73-3869-5185-DDB801A8F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02DE3A-E160-1432-0A26-425FD6639E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D7B56D-7D5C-8110-AFDB-16EE6D1E9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035D04-A44C-275A-B15C-330C0BB4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AD67C6-0AE3-81C2-EB00-7BF75C98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EEE55D-1373-8F07-2C91-CF30259A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890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D4B90-3947-5A48-ACC1-D6F8E32C0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E3531A-D725-0035-B542-4BC831270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56517A-3A0F-70B7-E09F-3B99E6B2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1EE61D-C2F5-9F33-44AA-FB5761553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B1674F-D0C6-72A3-838B-7B8511745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339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1F9D98-FFF0-66E1-DB89-F8232F166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14213B-CD14-096B-8C58-5AE7C6CFE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74701F-9CEF-E2AA-72C6-B5E7A66C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DCC6F0-AE9C-2815-2F56-9563B9442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2BFF37-A0FB-A487-3072-154B560D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1898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0E5E4D-8E72-7FF4-B836-EE12FE07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9AB71E-3273-75BF-49B4-756FC3110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6766C4-D777-9013-1C98-A3FD308D9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E6C4F-9ACB-4EE4-8B6B-05FA5A7E0EE5}" type="datetimeFigureOut">
              <a:rPr lang="es-MX" smtClean="0"/>
              <a:t>21/03/2026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BCE950-E706-F368-02F6-662E35D69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82508B-D951-504F-2FC1-3637875B4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351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466B4-0E17-6B1D-BDC2-3D53B24ACA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7CECA8-4098-5322-A31A-E9F4401366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25CC23C8-44AC-C45E-B2FB-7440016E7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47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 descr="Patrón de fondo&#10;&#10;Descripción generada automáticamente">
            <a:extLst>
              <a:ext uri="{FF2B5EF4-FFF2-40B4-BE49-F238E27FC236}">
                <a16:creationId xmlns:a16="http://schemas.microsoft.com/office/drawing/2014/main" id="{566F89A6-6FF9-C02E-02A7-297F48E14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3A8B5BD-3A83-E8BE-93EA-25EE920027BD}"/>
              </a:ext>
            </a:extLst>
          </p:cNvPr>
          <p:cNvSpPr txBox="1"/>
          <p:nvPr/>
        </p:nvSpPr>
        <p:spPr>
          <a:xfrm>
            <a:off x="1434516" y="570451"/>
            <a:ext cx="81289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COMUNION QUE SE CONVIERTE EN ACCION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6F5834A-9A95-CA4D-878B-8EB423021E52}"/>
              </a:ext>
            </a:extLst>
          </p:cNvPr>
          <p:cNvSpPr txBox="1"/>
          <p:nvPr/>
        </p:nvSpPr>
        <p:spPr>
          <a:xfrm>
            <a:off x="1522601" y="3327421"/>
            <a:ext cx="79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 Juan 3:18</a:t>
            </a:r>
          </a:p>
          <a:p>
            <a:pPr algn="ctr"/>
            <a:r>
              <a:rPr lang="es-MX" sz="32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"Hijitos míos, no amemos </a:t>
            </a:r>
            <a:r>
              <a:rPr lang="es-MX" sz="3200" dirty="0">
                <a:solidFill>
                  <a:schemeClr val="bg2">
                    <a:lumMod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 palabra ni de lengua</a:t>
            </a:r>
            <a:r>
              <a:rPr lang="es-MX" sz="32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sino de </a:t>
            </a:r>
            <a:r>
              <a:rPr lang="es-MX" sz="3200" dirty="0">
                <a:solidFill>
                  <a:schemeClr val="bg2">
                    <a:lumMod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hecho y en verdad</a:t>
            </a:r>
            <a:r>
              <a:rPr lang="es-MX" sz="32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2261724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 descr="Imagen que contiene agua, viejo, cubierto, firmar&#10;&#10;Descripción generada automáticamente">
            <a:extLst>
              <a:ext uri="{FF2B5EF4-FFF2-40B4-BE49-F238E27FC236}">
                <a16:creationId xmlns:a16="http://schemas.microsoft.com/office/drawing/2014/main" id="{6F3135FA-5BE7-EB25-1CBB-EB75FBD68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112799E-1D58-54AB-CB41-71C237D96083}"/>
              </a:ext>
            </a:extLst>
          </p:cNvPr>
          <p:cNvSpPr txBox="1"/>
          <p:nvPr/>
        </p:nvSpPr>
        <p:spPr>
          <a:xfrm>
            <a:off x="3170292" y="385428"/>
            <a:ext cx="4307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DEFINICIÓN CLAVE: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2E4E55E-FA06-0C05-FCF3-A98EA3B2E957}"/>
              </a:ext>
            </a:extLst>
          </p:cNvPr>
          <p:cNvSpPr txBox="1"/>
          <p:nvPr/>
        </p:nvSpPr>
        <p:spPr>
          <a:xfrm>
            <a:off x="3649210" y="1354349"/>
            <a:ext cx="83386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palabra </a:t>
            </a:r>
            <a:r>
              <a:rPr lang="es-MX" sz="2800" i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comunión</a:t>
            </a:r>
            <a:r>
              <a:rPr lang="es-MX" sz="28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viene del griego </a:t>
            </a:r>
            <a:r>
              <a:rPr lang="es-MX" sz="2800" i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koinonía</a:t>
            </a:r>
            <a:r>
              <a:rPr lang="es-MX" sz="28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y significa: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Relación íntima.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Conexión profunda.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Participación activa.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F49F9D1-23EB-30CF-39FF-4F9163FF4E95}"/>
              </a:ext>
            </a:extLst>
          </p:cNvPr>
          <p:cNvSpPr txBox="1"/>
          <p:nvPr/>
        </p:nvSpPr>
        <p:spPr>
          <a:xfrm>
            <a:off x="3707931" y="4307854"/>
            <a:ext cx="72229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“Comunión no es solo venir a la iglesia…</a:t>
            </a:r>
            <a:br>
              <a:rPr lang="es-MX" sz="28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MX" sz="28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es vivir conectado con Dios todos los días.”</a:t>
            </a:r>
          </a:p>
        </p:txBody>
      </p:sp>
    </p:spTree>
    <p:extLst>
      <p:ext uri="{BB962C8B-B14F-4D97-AF65-F5344CB8AC3E}">
        <p14:creationId xmlns:p14="http://schemas.microsoft.com/office/powerpoint/2010/main" val="334778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Marcador de contenido 8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C6A29F38-8B90-D2AB-8C20-7FCA95458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-34150"/>
            <a:ext cx="12191980" cy="6856718"/>
          </a:xfrm>
          <a:prstGeom prst="rect">
            <a:avLst/>
          </a:prstGeom>
        </p:spPr>
      </p:pic>
      <p:pic>
        <p:nvPicPr>
          <p:cNvPr id="13" name="Imagen 12" descr="Icono&#10;&#10;Descripción generada automáticamente">
            <a:extLst>
              <a:ext uri="{FF2B5EF4-FFF2-40B4-BE49-F238E27FC236}">
                <a16:creationId xmlns:a16="http://schemas.microsoft.com/office/drawing/2014/main" id="{E5F43A53-EA3A-9480-911C-987FADE4B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55" y="73915"/>
            <a:ext cx="2122567" cy="1880318"/>
          </a:xfrm>
          <a:prstGeom prst="rect">
            <a:avLst/>
          </a:prstGeom>
        </p:spPr>
      </p:pic>
      <p:pic>
        <p:nvPicPr>
          <p:cNvPr id="15" name="Imagen 14" descr="Icono&#10;&#10;Descripción generada automáticamente">
            <a:extLst>
              <a:ext uri="{FF2B5EF4-FFF2-40B4-BE49-F238E27FC236}">
                <a16:creationId xmlns:a16="http://schemas.microsoft.com/office/drawing/2014/main" id="{DAC1E881-76AA-94DA-6658-7348C94FA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178" y="132638"/>
            <a:ext cx="2122567" cy="188031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1DCA1EE-BE15-2E88-3A02-6E849BC83624}"/>
              </a:ext>
            </a:extLst>
          </p:cNvPr>
          <p:cNvSpPr txBox="1"/>
          <p:nvPr/>
        </p:nvSpPr>
        <p:spPr>
          <a:xfrm>
            <a:off x="2779552" y="1014074"/>
            <a:ext cx="6751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Pero aquí está el problema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EF11B49-FE25-EC4E-FDF3-04941A3528DE}"/>
              </a:ext>
            </a:extLst>
          </p:cNvPr>
          <p:cNvSpPr txBox="1"/>
          <p:nvPr/>
        </p:nvSpPr>
        <p:spPr>
          <a:xfrm>
            <a:off x="1696610" y="2257698"/>
            <a:ext cx="89174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“Muchos tienen comunión… pero no tienen acción.</a:t>
            </a:r>
            <a:br>
              <a:rPr lang="es-MX" sz="28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MX" sz="28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Y otros quieren acción… sin tener comunión.”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A6D13CA-2771-34D6-9DCA-8BF5E14C0EAB}"/>
              </a:ext>
            </a:extLst>
          </p:cNvPr>
          <p:cNvSpPr txBox="1"/>
          <p:nvPr/>
        </p:nvSpPr>
        <p:spPr>
          <a:xfrm>
            <a:off x="1069676" y="3805952"/>
            <a:ext cx="104724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 </a:t>
            </a:r>
            <a:r>
              <a:rPr lang="es-MX" sz="3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SIN COMUNIÓN NO HAY ACCIÓN…</a:t>
            </a:r>
            <a:br>
              <a:rPr lang="es-MX" sz="3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MX" sz="3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Y SIN ACCIÓN, LA COMUNIÓN NO ES EFICAZ.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3878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 descr="Imagen que contiene agua, viejo, cubierto, firmar&#10;&#10;Descripción generada automáticamente">
            <a:extLst>
              <a:ext uri="{FF2B5EF4-FFF2-40B4-BE49-F238E27FC236}">
                <a16:creationId xmlns:a16="http://schemas.microsoft.com/office/drawing/2014/main" id="{AC7CF6FF-F43E-E3FD-AB29-E8AAF9406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0AF2F4B-DF1B-FA09-B679-11D32524C3BF}"/>
              </a:ext>
            </a:extLst>
          </p:cNvPr>
          <p:cNvSpPr txBox="1"/>
          <p:nvPr/>
        </p:nvSpPr>
        <p:spPr>
          <a:xfrm>
            <a:off x="4144162" y="302004"/>
            <a:ext cx="65266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SIN COMUNIÓN, LA ACCIÓN SE VUELVE VACÍA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FD50D4-C8CE-066C-8F94-926579859F5F}"/>
              </a:ext>
            </a:extLst>
          </p:cNvPr>
          <p:cNvSpPr txBox="1"/>
          <p:nvPr/>
        </p:nvSpPr>
        <p:spPr>
          <a:xfrm>
            <a:off x="3282892" y="1997200"/>
            <a:ext cx="8400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Juan 15:5</a:t>
            </a:r>
          </a:p>
          <a:p>
            <a:pPr algn="ctr"/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“Yo soy la vid, vosotros los pámpanos; el que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permanece en mi y yo en él</a:t>
            </a:r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este lleva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mucho fruto</a:t>
            </a:r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porque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separados</a:t>
            </a:r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de mi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nada podéis hacer</a:t>
            </a:r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”.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E2CF0A8-4DC6-CC47-0B87-B226A04DB528}"/>
              </a:ext>
            </a:extLst>
          </p:cNvPr>
          <p:cNvSpPr txBox="1"/>
          <p:nvPr/>
        </p:nvSpPr>
        <p:spPr>
          <a:xfrm>
            <a:off x="3842158" y="4580388"/>
            <a:ext cx="713064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</a:t>
            </a:r>
            <a:r>
              <a:rPr lang="es-MX" sz="28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acción sin comunión… es activismo, no cristianismo.”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8608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Marcador de contenido 8" descr="Patrón de fondo&#10;&#10;Descripción generada automáticamente">
            <a:extLst>
              <a:ext uri="{FF2B5EF4-FFF2-40B4-BE49-F238E27FC236}">
                <a16:creationId xmlns:a16="http://schemas.microsoft.com/office/drawing/2014/main" id="{D243B4E7-3CD7-6B47-A50A-0E98DDACF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370B1AE-EC35-F7DA-6DD9-FB699922ADA1}"/>
              </a:ext>
            </a:extLst>
          </p:cNvPr>
          <p:cNvSpPr txBox="1"/>
          <p:nvPr/>
        </p:nvSpPr>
        <p:spPr>
          <a:xfrm>
            <a:off x="2228300" y="442973"/>
            <a:ext cx="65298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COMUNIÓN VERDADERA PRODUCE ACCIÓN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C6D020C-3AF0-4E9A-E087-A41BF79B6DE5}"/>
              </a:ext>
            </a:extLst>
          </p:cNvPr>
          <p:cNvSpPr txBox="1"/>
          <p:nvPr/>
        </p:nvSpPr>
        <p:spPr>
          <a:xfrm>
            <a:off x="1733469" y="2292027"/>
            <a:ext cx="75194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Santiago 2:17</a:t>
            </a:r>
          </a:p>
          <a:p>
            <a:pPr algn="ctr"/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“Así también la fe, </a:t>
            </a:r>
            <a:r>
              <a:rPr lang="es-MX" sz="28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 no tiene obras</a:t>
            </a:r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esta </a:t>
            </a:r>
            <a:r>
              <a:rPr lang="es-MX" sz="28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completamente muerta</a:t>
            </a:r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”.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FE89828-D513-74F6-7C42-AD82E7383012}"/>
              </a:ext>
            </a:extLst>
          </p:cNvPr>
          <p:cNvSpPr txBox="1"/>
          <p:nvPr/>
        </p:nvSpPr>
        <p:spPr>
          <a:xfrm>
            <a:off x="1979541" y="4679829"/>
            <a:ext cx="71653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“No puedes decir que amas a Dios… cuando ignoras a las personas.”</a:t>
            </a:r>
          </a:p>
        </p:txBody>
      </p:sp>
    </p:spTree>
    <p:extLst>
      <p:ext uri="{BB962C8B-B14F-4D97-AF65-F5344CB8AC3E}">
        <p14:creationId xmlns:p14="http://schemas.microsoft.com/office/powerpoint/2010/main" val="69965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contenido 8" descr="Patrón de fondo&#10;&#10;Descripción generada automáticamente">
            <a:extLst>
              <a:ext uri="{FF2B5EF4-FFF2-40B4-BE49-F238E27FC236}">
                <a16:creationId xmlns:a16="http://schemas.microsoft.com/office/drawing/2014/main" id="{D243B4E7-3CD7-6B47-A50A-0E98DDACF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370B1AE-EC35-F7DA-6DD9-FB699922ADA1}"/>
              </a:ext>
            </a:extLst>
          </p:cNvPr>
          <p:cNvSpPr txBox="1"/>
          <p:nvPr/>
        </p:nvSpPr>
        <p:spPr>
          <a:xfrm>
            <a:off x="2228300" y="442973"/>
            <a:ext cx="65298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COMUNIÓN VERDADERA PRODUCE ACCIÓN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C6D020C-3AF0-4E9A-E087-A41BF79B6DE5}"/>
              </a:ext>
            </a:extLst>
          </p:cNvPr>
          <p:cNvSpPr txBox="1"/>
          <p:nvPr/>
        </p:nvSpPr>
        <p:spPr>
          <a:xfrm>
            <a:off x="1733469" y="1788688"/>
            <a:ext cx="75194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Santiago 2:17</a:t>
            </a:r>
          </a:p>
          <a:p>
            <a:pPr algn="ctr"/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“Así también la fe, </a:t>
            </a:r>
            <a:r>
              <a:rPr lang="es-MX" sz="28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 no tiene obras</a:t>
            </a:r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esta </a:t>
            </a:r>
            <a:r>
              <a:rPr lang="es-MX" sz="28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completamente muerta</a:t>
            </a:r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”.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FE89828-D513-74F6-7C42-AD82E7383012}"/>
              </a:ext>
            </a:extLst>
          </p:cNvPr>
          <p:cNvSpPr txBox="1"/>
          <p:nvPr/>
        </p:nvSpPr>
        <p:spPr>
          <a:xfrm>
            <a:off x="724058" y="3418514"/>
            <a:ext cx="95382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0" i="0" dirty="0">
                <a:solidFill>
                  <a:schemeClr val="accent1">
                    <a:lumMod val="7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“Mi hermano usted que dice ser cristiano</a:t>
            </a:r>
            <a:br>
              <a:rPr lang="es-MX" sz="20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MX" sz="20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¿</a:t>
            </a:r>
            <a:r>
              <a:rPr lang="es-MX" sz="2000" b="0" i="0" dirty="0">
                <a:solidFill>
                  <a:schemeClr val="accent1">
                    <a:lumMod val="7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Cuando ves un vagabundo por que no le das la mano?</a:t>
            </a:r>
            <a:br>
              <a:rPr lang="es-MX" sz="20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MX" sz="2000" b="0" i="0" dirty="0">
                <a:solidFill>
                  <a:schemeClr val="accent1">
                    <a:lumMod val="7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 dices de lejitos Dios te bendiga</a:t>
            </a:r>
            <a:br>
              <a:rPr lang="es-MX" sz="20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MX" sz="2000" b="0" i="0" dirty="0">
                <a:solidFill>
                  <a:schemeClr val="accent1">
                    <a:lumMod val="7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Pero no sacas ni un pesito pa' llenarles la barriga</a:t>
            </a:r>
            <a:br>
              <a:rPr lang="es-MX" sz="20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MX" sz="2000" b="0" i="0" dirty="0">
                <a:solidFill>
                  <a:schemeClr val="accent1">
                    <a:lumMod val="7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Mira! Te están mirando desde arriba</a:t>
            </a:r>
            <a:br>
              <a:rPr lang="es-MX" sz="20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MX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 evangelio no se trata de gastar saliva</a:t>
            </a:r>
            <a:br>
              <a:rPr lang="es-MX" sz="20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MX" sz="2000" b="0" i="0" dirty="0">
                <a:solidFill>
                  <a:schemeClr val="accent1">
                    <a:lumMod val="7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 quieres que te escuchen tienes que darles vida</a:t>
            </a:r>
            <a:br>
              <a:rPr lang="es-MX" sz="20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MX" sz="2000" b="0" i="0" dirty="0">
                <a:solidFill>
                  <a:schemeClr val="accent1">
                    <a:lumMod val="7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Y darle un buen abrazo aunque esté muriendo de sida”</a:t>
            </a:r>
            <a:r>
              <a:rPr lang="es-MX" sz="1200" b="0" i="0" dirty="0">
                <a:solidFill>
                  <a:schemeClr val="accent1">
                    <a:lumMod val="7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(Vico C)</a:t>
            </a:r>
            <a:br>
              <a:rPr lang="es-MX" sz="12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s-MX" sz="2000" b="1" dirty="0">
              <a:solidFill>
                <a:schemeClr val="accent1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00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 descr="Imagen que contiene agua, viejo, cubierto, firmar&#10;&#10;Descripción generada automáticamente">
            <a:extLst>
              <a:ext uri="{FF2B5EF4-FFF2-40B4-BE49-F238E27FC236}">
                <a16:creationId xmlns:a16="http://schemas.microsoft.com/office/drawing/2014/main" id="{1BE1CE97-3355-CB75-5003-8AAAE5220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D882728-0ED6-8D94-2764-0662C6F1EEF5}"/>
              </a:ext>
            </a:extLst>
          </p:cNvPr>
          <p:cNvSpPr txBox="1"/>
          <p:nvPr/>
        </p:nvSpPr>
        <p:spPr>
          <a:xfrm>
            <a:off x="3685564" y="306199"/>
            <a:ext cx="7572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JESÚS ES EL MODELO PERFECTO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7E5B0C-B0E7-08EC-CC08-241B268A5BBE}"/>
              </a:ext>
            </a:extLst>
          </p:cNvPr>
          <p:cNvSpPr txBox="1"/>
          <p:nvPr/>
        </p:nvSpPr>
        <p:spPr>
          <a:xfrm>
            <a:off x="3280095" y="1257447"/>
            <a:ext cx="87161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Hechos 10:38</a:t>
            </a:r>
          </a:p>
          <a:p>
            <a:pPr algn="ctr"/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“Cómo Dios ungió con el Espíritu Santo y con poder a Jesús de Nazaret, y cómo este anduvo </a:t>
            </a:r>
            <a:r>
              <a:rPr lang="es-MX" sz="2400" dirty="0">
                <a:solidFill>
                  <a:schemeClr val="bg2">
                    <a:lumMod val="1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haciendo bienes </a:t>
            </a:r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y </a:t>
            </a:r>
            <a:r>
              <a:rPr lang="es-MX" sz="2400" dirty="0">
                <a:solidFill>
                  <a:schemeClr val="bg2">
                    <a:lumMod val="1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sanando a todos los oprimidos por el diablo</a:t>
            </a:r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porque </a:t>
            </a:r>
            <a:r>
              <a:rPr lang="es-MX" sz="2400" dirty="0">
                <a:solidFill>
                  <a:schemeClr val="bg2">
                    <a:lumMod val="1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Dios estaba con él</a:t>
            </a:r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”.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3400C8D-B1BA-F4D9-C683-39B61D9C1613}"/>
              </a:ext>
            </a:extLst>
          </p:cNvPr>
          <p:cNvSpPr txBox="1"/>
          <p:nvPr/>
        </p:nvSpPr>
        <p:spPr>
          <a:xfrm>
            <a:off x="3717721" y="3178190"/>
            <a:ext cx="7942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“Jesús oraba… pero también sanaba.</a:t>
            </a:r>
            <a:br>
              <a:rPr lang="es-MX" sz="20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MX" sz="20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Jesús buscaba al Padre… pero también buscaba al necesitado.”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0C7E3AE-7CBD-15F4-5E56-B482832FC12C}"/>
              </a:ext>
            </a:extLst>
          </p:cNvPr>
          <p:cNvSpPr txBox="1"/>
          <p:nvPr/>
        </p:nvSpPr>
        <p:spPr>
          <a:xfrm>
            <a:off x="4676863" y="4052494"/>
            <a:ext cx="5589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“Él nunca separó la comunión de la acción.”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B47353-7B10-D92C-A3C6-121514D1B497}"/>
              </a:ext>
            </a:extLst>
          </p:cNvPr>
          <p:cNvSpPr txBox="1"/>
          <p:nvPr/>
        </p:nvSpPr>
        <p:spPr>
          <a:xfrm>
            <a:off x="5637402" y="297389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DBA7D95-5099-67CF-6F65-CEE7922C6D72}"/>
              </a:ext>
            </a:extLst>
          </p:cNvPr>
          <p:cNvSpPr txBox="1"/>
          <p:nvPr/>
        </p:nvSpPr>
        <p:spPr>
          <a:xfrm>
            <a:off x="4286774" y="4912889"/>
            <a:ext cx="7180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solidFill>
                  <a:schemeClr val="accent1">
                    <a:lumMod val="75000"/>
                  </a:schemeClr>
                </a:solidFill>
              </a:rPr>
              <a:t>“El que está con Jesús… actúa como Jesús.”</a:t>
            </a:r>
          </a:p>
        </p:txBody>
      </p:sp>
    </p:spTree>
    <p:extLst>
      <p:ext uri="{BB962C8B-B14F-4D97-AF65-F5344CB8AC3E}">
        <p14:creationId xmlns:p14="http://schemas.microsoft.com/office/powerpoint/2010/main" val="199047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E5011F9F-8142-512A-411C-8C0F25248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7" name="Imagen 6" descr="Un grupo de personas sentadas en el suelo&#10;&#10;Descripción generada automáticamente con confianza media">
            <a:extLst>
              <a:ext uri="{FF2B5EF4-FFF2-40B4-BE49-F238E27FC236}">
                <a16:creationId xmlns:a16="http://schemas.microsoft.com/office/drawing/2014/main" id="{F22431FE-0B98-5B44-C3E6-96BA6ED14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60" y="687070"/>
            <a:ext cx="6273800" cy="4610100"/>
          </a:xfrm>
          <a:prstGeom prst="rect">
            <a:avLst/>
          </a:prstGeom>
        </p:spPr>
      </p:pic>
      <p:pic>
        <p:nvPicPr>
          <p:cNvPr id="9" name="Imagen 8" descr="Grupo de personas posando para una foto&#10;&#10;Descripción generada automáticamente">
            <a:extLst>
              <a:ext uri="{FF2B5EF4-FFF2-40B4-BE49-F238E27FC236}">
                <a16:creationId xmlns:a16="http://schemas.microsoft.com/office/drawing/2014/main" id="{1FE70167-9EDC-25AA-744A-E7EB1A69B5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846" y="518953"/>
            <a:ext cx="5023074" cy="494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8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E5011F9F-8142-512A-411C-8C0F25248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Imagen 2" descr="Un grupo de personas sentadas&#10;&#10;Descripción generada automáticamente">
            <a:extLst>
              <a:ext uri="{FF2B5EF4-FFF2-40B4-BE49-F238E27FC236}">
                <a16:creationId xmlns:a16="http://schemas.microsoft.com/office/drawing/2014/main" id="{8409307C-E00E-0645-A0C4-E19A01353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55" y="741680"/>
            <a:ext cx="5262879" cy="4481747"/>
          </a:xfrm>
          <a:prstGeom prst="rect">
            <a:avLst/>
          </a:prstGeom>
        </p:spPr>
      </p:pic>
      <p:pic>
        <p:nvPicPr>
          <p:cNvPr id="6" name="Imagen 5" descr="Grupo de personas posando para una foto&#10;&#10;Descripción generada automáticamente">
            <a:extLst>
              <a:ext uri="{FF2B5EF4-FFF2-40B4-BE49-F238E27FC236}">
                <a16:creationId xmlns:a16="http://schemas.microsoft.com/office/drawing/2014/main" id="{9329B125-0DAF-1341-063C-B551C59661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851" y="893600"/>
            <a:ext cx="5640446" cy="423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8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E5011F9F-8142-512A-411C-8C0F25248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Imagen 3" descr="Imagen que contiene interior, perro, hombre, tabla&#10;&#10;Descripción generada automáticamente">
            <a:extLst>
              <a:ext uri="{FF2B5EF4-FFF2-40B4-BE49-F238E27FC236}">
                <a16:creationId xmlns:a16="http://schemas.microsoft.com/office/drawing/2014/main" id="{D9FC2E42-99EA-855F-E0A5-4AECE74D9E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83939" y="989330"/>
            <a:ext cx="5476238" cy="4107178"/>
          </a:xfrm>
          <a:prstGeom prst="rect">
            <a:avLst/>
          </a:prstGeom>
        </p:spPr>
      </p:pic>
      <p:pic>
        <p:nvPicPr>
          <p:cNvPr id="8" name="Imagen 7" descr="Imagen que contiene interior, ventana, edificio, cuarto&#10;&#10;Descripción generada automáticamente">
            <a:extLst>
              <a:ext uri="{FF2B5EF4-FFF2-40B4-BE49-F238E27FC236}">
                <a16:creationId xmlns:a16="http://schemas.microsoft.com/office/drawing/2014/main" id="{273E01B9-6D70-239C-2377-B0D43EE8F4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23240" y="989330"/>
            <a:ext cx="5476239" cy="4107179"/>
          </a:xfrm>
          <a:prstGeom prst="rect">
            <a:avLst/>
          </a:prstGeom>
        </p:spPr>
      </p:pic>
      <p:pic>
        <p:nvPicPr>
          <p:cNvPr id="10" name="Imagen 9" descr="Imagen que contiene interior, pequeño, abrir, refrigerador&#10;&#10;Descripción generada automáticamente">
            <a:extLst>
              <a:ext uri="{FF2B5EF4-FFF2-40B4-BE49-F238E27FC236}">
                <a16:creationId xmlns:a16="http://schemas.microsoft.com/office/drawing/2014/main" id="{B39E5262-7078-BEC0-0697-75E3191FF8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572373" y="1148079"/>
            <a:ext cx="5476241" cy="378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146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E5011F9F-8142-512A-411C-8C0F25248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Imagen 2" descr="Grupo de personas posando delante de una pared&#10;&#10;Descripción generada automáticamente con confianza media">
            <a:extLst>
              <a:ext uri="{FF2B5EF4-FFF2-40B4-BE49-F238E27FC236}">
                <a16:creationId xmlns:a16="http://schemas.microsoft.com/office/drawing/2014/main" id="{1AC883AC-C18F-78BC-3BE8-62FCABC9C9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" y="0"/>
            <a:ext cx="12192000" cy="592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84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E5011F9F-8142-512A-411C-8C0F25248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Imagen 3" descr="Un grupo de personas en un salón de clases&#10;&#10;Descripción generada automáticamente con confianza media">
            <a:extLst>
              <a:ext uri="{FF2B5EF4-FFF2-40B4-BE49-F238E27FC236}">
                <a16:creationId xmlns:a16="http://schemas.microsoft.com/office/drawing/2014/main" id="{517C14DA-AEC1-B7FF-973F-90D303D03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03" y="580938"/>
            <a:ext cx="6087611" cy="4565708"/>
          </a:xfrm>
          <a:prstGeom prst="rect">
            <a:avLst/>
          </a:prstGeom>
        </p:spPr>
      </p:pic>
      <p:pic>
        <p:nvPicPr>
          <p:cNvPr id="7" name="Imagen 6" descr="Personas sentadas en una mesa&#10;&#10;Descripción generada automáticamente">
            <a:extLst>
              <a:ext uri="{FF2B5EF4-FFF2-40B4-BE49-F238E27FC236}">
                <a16:creationId xmlns:a16="http://schemas.microsoft.com/office/drawing/2014/main" id="{5267EC14-00C3-DEF2-9EF7-BF99165A22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614" y="580938"/>
            <a:ext cx="5567680" cy="456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82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E5011F9F-8142-512A-411C-8C0F25248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Imagen 2" descr="Grupo de personas posando por un foto&#10;&#10;Descripción generada automáticamente">
            <a:extLst>
              <a:ext uri="{FF2B5EF4-FFF2-40B4-BE49-F238E27FC236}">
                <a16:creationId xmlns:a16="http://schemas.microsoft.com/office/drawing/2014/main" id="{44179FF5-1F43-EB0C-9363-3B8D30994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3" y="0"/>
            <a:ext cx="5908040" cy="5727517"/>
          </a:xfrm>
          <a:prstGeom prst="rect">
            <a:avLst/>
          </a:prstGeom>
        </p:spPr>
      </p:pic>
      <p:pic>
        <p:nvPicPr>
          <p:cNvPr id="8" name="Imagen 7" descr="Un grupo de personas posando por un foto&#10;&#10;Descripción generada automáticamente">
            <a:extLst>
              <a:ext uri="{FF2B5EF4-FFF2-40B4-BE49-F238E27FC236}">
                <a16:creationId xmlns:a16="http://schemas.microsoft.com/office/drawing/2014/main" id="{CC1D947A-69A2-C263-9956-2B34619E0A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013" y="1"/>
            <a:ext cx="6425967" cy="557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04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 descr="Patrón de fondo&#10;&#10;Descripción generada automáticamente">
            <a:extLst>
              <a:ext uri="{FF2B5EF4-FFF2-40B4-BE49-F238E27FC236}">
                <a16:creationId xmlns:a16="http://schemas.microsoft.com/office/drawing/2014/main" id="{14EFA5ED-AF87-3E57-D6FE-2BB97566EF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6FFBD2B-4240-3609-A8A6-C4A41360FC27}"/>
              </a:ext>
            </a:extLst>
          </p:cNvPr>
          <p:cNvSpPr txBox="1"/>
          <p:nvPr/>
        </p:nvSpPr>
        <p:spPr>
          <a:xfrm>
            <a:off x="2928154" y="497323"/>
            <a:ext cx="5608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D857201-C42A-E6DA-91EE-34EFAD581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659" y="1599795"/>
            <a:ext cx="543931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Hoy entendimos algo claro…”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“No es comunión o acción…</a:t>
            </a:r>
            <a:b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kumimoji="0" lang="es-MX" altLang="es-MX" sz="2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2AA886-D29F-9A3F-5FF6-E72B3BC463AF}"/>
              </a:ext>
            </a:extLst>
          </p:cNvPr>
          <p:cNvSpPr txBox="1"/>
          <p:nvPr/>
        </p:nvSpPr>
        <p:spPr>
          <a:xfrm>
            <a:off x="2716509" y="2740848"/>
            <a:ext cx="6570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“Es comunión que produce acción”</a:t>
            </a:r>
            <a:endParaRPr lang="es-MX" sz="28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F57B562-33E7-F55E-E49A-33B39981FF95}"/>
              </a:ext>
            </a:extLst>
          </p:cNvPr>
          <p:cNvSpPr txBox="1"/>
          <p:nvPr/>
        </p:nvSpPr>
        <p:spPr>
          <a:xfrm>
            <a:off x="1602434" y="3447847"/>
            <a:ext cx="8629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“Una comunión que no se ve… no está completa.”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0A8F6DD-6802-65C1-52DA-8434A539D1D3}"/>
              </a:ext>
            </a:extLst>
          </p:cNvPr>
          <p:cNvSpPr txBox="1"/>
          <p:nvPr/>
        </p:nvSpPr>
        <p:spPr>
          <a:xfrm>
            <a:off x="1935807" y="4719596"/>
            <a:ext cx="75333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 </a:t>
            </a:r>
            <a:r>
              <a:rPr lang="es-MX" sz="32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“¡MENOS PALABRAS… MÁS ACCIÓN!”</a:t>
            </a:r>
            <a:br>
              <a:rPr lang="es-MX" sz="32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MX" sz="32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“¡MENOS RELIGIÓN… MÁS AMOR!”</a:t>
            </a:r>
            <a:endParaRPr lang="es-MX" b="1" dirty="0">
              <a:solidFill>
                <a:schemeClr val="accent1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40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451</Words>
  <Application>Microsoft Office PowerPoint</Application>
  <PresentationFormat>Panorámica</PresentationFormat>
  <Paragraphs>36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ADLaM Display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JEAN CARLOS BLANCO ROSERO</dc:creator>
  <cp:lastModifiedBy>JEAN CARLOS BLANCO ROSERO</cp:lastModifiedBy>
  <cp:revision>1</cp:revision>
  <dcterms:created xsi:type="dcterms:W3CDTF">2026-03-18T22:13:54Z</dcterms:created>
  <dcterms:modified xsi:type="dcterms:W3CDTF">2026-03-21T11:44:06Z</dcterms:modified>
</cp:coreProperties>
</file>