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loo" charset="1" panose="03080902040302020200"/>
      <p:regular r:id="rId16"/>
    </p:embeddedFont>
    <p:embeddedFont>
      <p:font typeface="Muli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31.jpeg" Type="http://schemas.openxmlformats.org/officeDocument/2006/relationships/image"/><Relationship Id="rId14" Target="../media/image32.jpe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5.jpe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36.pn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39.jpe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44.jpeg" Type="http://schemas.openxmlformats.org/officeDocument/2006/relationships/image"/><Relationship Id="rId12" Target="../media/image45.jpe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19" Target="../media/image33.png" Type="http://schemas.openxmlformats.org/officeDocument/2006/relationships/image"/><Relationship Id="rId2" Target="../media/image1.jpeg" Type="http://schemas.openxmlformats.org/officeDocument/2006/relationships/image"/><Relationship Id="rId20" Target="../media/image34.sv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36144">
            <a:off x="52356" y="-920411"/>
            <a:ext cx="3001605" cy="3249769"/>
          </a:xfrm>
          <a:custGeom>
            <a:avLst/>
            <a:gdLst/>
            <a:ahLst/>
            <a:cxnLst/>
            <a:rect r="r" b="b" t="t" l="l"/>
            <a:pathLst>
              <a:path h="3249769" w="3001605">
                <a:moveTo>
                  <a:pt x="3001605" y="0"/>
                </a:moveTo>
                <a:lnTo>
                  <a:pt x="0" y="0"/>
                </a:lnTo>
                <a:lnTo>
                  <a:pt x="0" y="3249769"/>
                </a:lnTo>
                <a:lnTo>
                  <a:pt x="3001605" y="3249769"/>
                </a:lnTo>
                <a:lnTo>
                  <a:pt x="30016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9062" y="8488157"/>
            <a:ext cx="3398050" cy="2205643"/>
          </a:xfrm>
          <a:custGeom>
            <a:avLst/>
            <a:gdLst/>
            <a:ahLst/>
            <a:cxnLst/>
            <a:rect r="r" b="b" t="t" l="l"/>
            <a:pathLst>
              <a:path h="2205643" w="3398050">
                <a:moveTo>
                  <a:pt x="0" y="0"/>
                </a:moveTo>
                <a:lnTo>
                  <a:pt x="3398051" y="0"/>
                </a:lnTo>
                <a:lnTo>
                  <a:pt x="3398051" y="2205643"/>
                </a:lnTo>
                <a:lnTo>
                  <a:pt x="0" y="2205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66741">
            <a:off x="12197913" y="7950884"/>
            <a:ext cx="2796023" cy="3343071"/>
          </a:xfrm>
          <a:custGeom>
            <a:avLst/>
            <a:gdLst/>
            <a:ahLst/>
            <a:cxnLst/>
            <a:rect r="r" b="b" t="t" l="l"/>
            <a:pathLst>
              <a:path h="3343071" w="2796023">
                <a:moveTo>
                  <a:pt x="0" y="0"/>
                </a:moveTo>
                <a:lnTo>
                  <a:pt x="2796023" y="0"/>
                </a:lnTo>
                <a:lnTo>
                  <a:pt x="2796023" y="3343071"/>
                </a:lnTo>
                <a:lnTo>
                  <a:pt x="0" y="3343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94638">
            <a:off x="15314449" y="8547677"/>
            <a:ext cx="3062736" cy="2149484"/>
          </a:xfrm>
          <a:custGeom>
            <a:avLst/>
            <a:gdLst/>
            <a:ahLst/>
            <a:cxnLst/>
            <a:rect r="r" b="b" t="t" l="l"/>
            <a:pathLst>
              <a:path h="2149484" w="3062736">
                <a:moveTo>
                  <a:pt x="0" y="0"/>
                </a:moveTo>
                <a:lnTo>
                  <a:pt x="3062735" y="0"/>
                </a:lnTo>
                <a:lnTo>
                  <a:pt x="3062735" y="2149484"/>
                </a:lnTo>
                <a:lnTo>
                  <a:pt x="0" y="21494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19062" y="-1164484"/>
            <a:ext cx="3207431" cy="3266828"/>
          </a:xfrm>
          <a:custGeom>
            <a:avLst/>
            <a:gdLst/>
            <a:ahLst/>
            <a:cxnLst/>
            <a:rect r="r" b="b" t="t" l="l"/>
            <a:pathLst>
              <a:path h="3266828" w="3207431">
                <a:moveTo>
                  <a:pt x="0" y="0"/>
                </a:moveTo>
                <a:lnTo>
                  <a:pt x="3207432" y="0"/>
                </a:lnTo>
                <a:lnTo>
                  <a:pt x="3207432" y="3266828"/>
                </a:lnTo>
                <a:lnTo>
                  <a:pt x="0" y="32668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19134">
            <a:off x="15409474" y="-765298"/>
            <a:ext cx="3001605" cy="3249769"/>
          </a:xfrm>
          <a:custGeom>
            <a:avLst/>
            <a:gdLst/>
            <a:ahLst/>
            <a:cxnLst/>
            <a:rect r="r" b="b" t="t" l="l"/>
            <a:pathLst>
              <a:path h="3249769" w="3001605">
                <a:moveTo>
                  <a:pt x="0" y="0"/>
                </a:moveTo>
                <a:lnTo>
                  <a:pt x="3001605" y="0"/>
                </a:lnTo>
                <a:lnTo>
                  <a:pt x="3001605" y="3249769"/>
                </a:lnTo>
                <a:lnTo>
                  <a:pt x="0" y="3249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979568">
            <a:off x="7968467" y="-1075990"/>
            <a:ext cx="2752138" cy="3528382"/>
          </a:xfrm>
          <a:custGeom>
            <a:avLst/>
            <a:gdLst/>
            <a:ahLst/>
            <a:cxnLst/>
            <a:rect r="r" b="b" t="t" l="l"/>
            <a:pathLst>
              <a:path h="3528382" w="2752138">
                <a:moveTo>
                  <a:pt x="0" y="0"/>
                </a:moveTo>
                <a:lnTo>
                  <a:pt x="2752138" y="0"/>
                </a:lnTo>
                <a:lnTo>
                  <a:pt x="2752138" y="3528382"/>
                </a:lnTo>
                <a:lnTo>
                  <a:pt x="0" y="3528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890091">
            <a:off x="15661621" y="5337108"/>
            <a:ext cx="3195358" cy="2858393"/>
          </a:xfrm>
          <a:custGeom>
            <a:avLst/>
            <a:gdLst/>
            <a:ahLst/>
            <a:cxnLst/>
            <a:rect r="r" b="b" t="t" l="l"/>
            <a:pathLst>
              <a:path h="2858393" w="3195358">
                <a:moveTo>
                  <a:pt x="3195358" y="0"/>
                </a:moveTo>
                <a:lnTo>
                  <a:pt x="0" y="0"/>
                </a:lnTo>
                <a:lnTo>
                  <a:pt x="0" y="2858393"/>
                </a:lnTo>
                <a:lnTo>
                  <a:pt x="3195358" y="2858393"/>
                </a:lnTo>
                <a:lnTo>
                  <a:pt x="3195358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122922">
            <a:off x="15150971" y="1831567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735997">
            <a:off x="-1147315" y="165997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3421646">
            <a:off x="-158657" y="8708286"/>
            <a:ext cx="3062736" cy="2149484"/>
          </a:xfrm>
          <a:custGeom>
            <a:avLst/>
            <a:gdLst/>
            <a:ahLst/>
            <a:cxnLst/>
            <a:rect r="r" b="b" t="t" l="l"/>
            <a:pathLst>
              <a:path h="2149484" w="3062736">
                <a:moveTo>
                  <a:pt x="3062736" y="0"/>
                </a:moveTo>
                <a:lnTo>
                  <a:pt x="0" y="0"/>
                </a:lnTo>
                <a:lnTo>
                  <a:pt x="0" y="2149484"/>
                </a:lnTo>
                <a:lnTo>
                  <a:pt x="3062736" y="2149484"/>
                </a:lnTo>
                <a:lnTo>
                  <a:pt x="30627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700000">
            <a:off x="11857318" y="-524238"/>
            <a:ext cx="2944307" cy="2767648"/>
          </a:xfrm>
          <a:custGeom>
            <a:avLst/>
            <a:gdLst/>
            <a:ahLst/>
            <a:cxnLst/>
            <a:rect r="r" b="b" t="t" l="l"/>
            <a:pathLst>
              <a:path h="2767648" w="2944307">
                <a:moveTo>
                  <a:pt x="0" y="0"/>
                </a:moveTo>
                <a:lnTo>
                  <a:pt x="2944307" y="0"/>
                </a:lnTo>
                <a:lnTo>
                  <a:pt x="2944307" y="2767648"/>
                </a:lnTo>
                <a:lnTo>
                  <a:pt x="0" y="276764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7712417">
            <a:off x="2598264" y="4658135"/>
            <a:ext cx="1172861" cy="1301371"/>
          </a:xfrm>
          <a:custGeom>
            <a:avLst/>
            <a:gdLst/>
            <a:ahLst/>
            <a:cxnLst/>
            <a:rect r="r" b="b" t="t" l="l"/>
            <a:pathLst>
              <a:path h="1301371" w="1172861">
                <a:moveTo>
                  <a:pt x="0" y="0"/>
                </a:moveTo>
                <a:lnTo>
                  <a:pt x="1172860" y="0"/>
                </a:lnTo>
                <a:lnTo>
                  <a:pt x="1172860" y="1301371"/>
                </a:lnTo>
                <a:lnTo>
                  <a:pt x="0" y="13013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3759861">
            <a:off x="14452623" y="4492815"/>
            <a:ext cx="1172861" cy="1301371"/>
          </a:xfrm>
          <a:custGeom>
            <a:avLst/>
            <a:gdLst/>
            <a:ahLst/>
            <a:cxnLst/>
            <a:rect r="r" b="b" t="t" l="l"/>
            <a:pathLst>
              <a:path h="1301371" w="1172861">
                <a:moveTo>
                  <a:pt x="0" y="1301370"/>
                </a:moveTo>
                <a:lnTo>
                  <a:pt x="1172861" y="1301370"/>
                </a:lnTo>
                <a:lnTo>
                  <a:pt x="1172861" y="0"/>
                </a:lnTo>
                <a:lnTo>
                  <a:pt x="0" y="0"/>
                </a:lnTo>
                <a:lnTo>
                  <a:pt x="0" y="130137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41684">
            <a:off x="3862968" y="2694806"/>
            <a:ext cx="10343124" cy="2388321"/>
          </a:xfrm>
          <a:custGeom>
            <a:avLst/>
            <a:gdLst/>
            <a:ahLst/>
            <a:cxnLst/>
            <a:rect r="r" b="b" t="t" l="l"/>
            <a:pathLst>
              <a:path h="2388321" w="10343124">
                <a:moveTo>
                  <a:pt x="0" y="0"/>
                </a:moveTo>
                <a:lnTo>
                  <a:pt x="10343125" y="0"/>
                </a:lnTo>
                <a:lnTo>
                  <a:pt x="10343125" y="2388321"/>
                </a:lnTo>
                <a:lnTo>
                  <a:pt x="0" y="23883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60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19362" y="7000394"/>
            <a:ext cx="8554853" cy="920260"/>
          </a:xfrm>
          <a:custGeom>
            <a:avLst/>
            <a:gdLst/>
            <a:ahLst/>
            <a:cxnLst/>
            <a:rect r="r" b="b" t="t" l="l"/>
            <a:pathLst>
              <a:path h="920260" w="8554853">
                <a:moveTo>
                  <a:pt x="0" y="0"/>
                </a:moveTo>
                <a:lnTo>
                  <a:pt x="8554852" y="0"/>
                </a:lnTo>
                <a:lnTo>
                  <a:pt x="8554852" y="920259"/>
                </a:lnTo>
                <a:lnTo>
                  <a:pt x="0" y="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663952" y="4836136"/>
            <a:ext cx="11055422" cy="251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3"/>
              </a:lnSpc>
            </a:pPr>
            <a:r>
              <a:rPr lang="en-US" sz="10119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y nuestra relación con Dios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21825" y="2815714"/>
            <a:ext cx="9612041" cy="162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37"/>
              </a:lnSpc>
            </a:pPr>
            <a:r>
              <a:rPr lang="en-US" sz="9526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La alimentación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700000">
            <a:off x="8078790" y="8546676"/>
            <a:ext cx="2944307" cy="2767648"/>
          </a:xfrm>
          <a:custGeom>
            <a:avLst/>
            <a:gdLst/>
            <a:ahLst/>
            <a:cxnLst/>
            <a:rect r="r" b="b" t="t" l="l"/>
            <a:pathLst>
              <a:path h="2767648" w="2944307">
                <a:moveTo>
                  <a:pt x="0" y="0"/>
                </a:moveTo>
                <a:lnTo>
                  <a:pt x="2944307" y="0"/>
                </a:lnTo>
                <a:lnTo>
                  <a:pt x="2944307" y="2767649"/>
                </a:lnTo>
                <a:lnTo>
                  <a:pt x="0" y="276764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664698">
            <a:off x="-710038" y="5256049"/>
            <a:ext cx="3195358" cy="2858393"/>
          </a:xfrm>
          <a:custGeom>
            <a:avLst/>
            <a:gdLst/>
            <a:ahLst/>
            <a:cxnLst/>
            <a:rect r="r" b="b" t="t" l="l"/>
            <a:pathLst>
              <a:path h="2858393" w="3195358">
                <a:moveTo>
                  <a:pt x="3195358" y="0"/>
                </a:moveTo>
                <a:lnTo>
                  <a:pt x="0" y="0"/>
                </a:lnTo>
                <a:lnTo>
                  <a:pt x="0" y="2858393"/>
                </a:lnTo>
                <a:lnTo>
                  <a:pt x="3195358" y="2858393"/>
                </a:lnTo>
                <a:lnTo>
                  <a:pt x="3195358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4192" y="1599512"/>
            <a:ext cx="7731163" cy="196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4"/>
              </a:lnSpc>
            </a:pPr>
            <a:r>
              <a:rPr lang="en-US" sz="9005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La Creación y el Edén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76549" y="3720037"/>
            <a:ext cx="7168943" cy="771175"/>
          </a:xfrm>
          <a:custGeom>
            <a:avLst/>
            <a:gdLst/>
            <a:ahLst/>
            <a:cxnLst/>
            <a:rect r="r" b="b" t="t" l="l"/>
            <a:pathLst>
              <a:path h="771175" w="7168943">
                <a:moveTo>
                  <a:pt x="0" y="0"/>
                </a:moveTo>
                <a:lnTo>
                  <a:pt x="7168943" y="0"/>
                </a:lnTo>
                <a:lnTo>
                  <a:pt x="7168943" y="771175"/>
                </a:lnTo>
                <a:lnTo>
                  <a:pt x="0" y="771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374560" y="1979097"/>
            <a:ext cx="6884740" cy="688474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4460" y="124460"/>
              <a:ext cx="6101080" cy="6101080"/>
            </a:xfrm>
            <a:custGeom>
              <a:avLst/>
              <a:gdLst/>
              <a:ahLst/>
              <a:cxnLst/>
              <a:rect r="r" b="b" t="t" l="l"/>
              <a:pathLst>
                <a:path h="6101080" w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668E3E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646487">
            <a:off x="9269777" y="1252604"/>
            <a:ext cx="2669218" cy="2889902"/>
          </a:xfrm>
          <a:custGeom>
            <a:avLst/>
            <a:gdLst/>
            <a:ahLst/>
            <a:cxnLst/>
            <a:rect r="r" b="b" t="t" l="l"/>
            <a:pathLst>
              <a:path h="2889902" w="2669218">
                <a:moveTo>
                  <a:pt x="0" y="0"/>
                </a:moveTo>
                <a:lnTo>
                  <a:pt x="2669219" y="0"/>
                </a:lnTo>
                <a:lnTo>
                  <a:pt x="2669219" y="2889902"/>
                </a:lnTo>
                <a:lnTo>
                  <a:pt x="0" y="2889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654702">
            <a:off x="9039026" y="1132023"/>
            <a:ext cx="937875" cy="1040638"/>
          </a:xfrm>
          <a:custGeom>
            <a:avLst/>
            <a:gdLst/>
            <a:ahLst/>
            <a:cxnLst/>
            <a:rect r="r" b="b" t="t" l="l"/>
            <a:pathLst>
              <a:path h="1040638" w="937875">
                <a:moveTo>
                  <a:pt x="0" y="0"/>
                </a:moveTo>
                <a:lnTo>
                  <a:pt x="937875" y="0"/>
                </a:lnTo>
                <a:lnTo>
                  <a:pt x="937875" y="1040638"/>
                </a:lnTo>
                <a:lnTo>
                  <a:pt x="0" y="1040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3208" y="642668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4" y="0"/>
                </a:lnTo>
                <a:lnTo>
                  <a:pt x="970984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4380737">
            <a:off x="15360951" y="-398881"/>
            <a:ext cx="2658956" cy="3644089"/>
          </a:xfrm>
          <a:custGeom>
            <a:avLst/>
            <a:gdLst/>
            <a:ahLst/>
            <a:cxnLst/>
            <a:rect r="r" b="b" t="t" l="l"/>
            <a:pathLst>
              <a:path h="3644089" w="2658956">
                <a:moveTo>
                  <a:pt x="2658956" y="0"/>
                </a:moveTo>
                <a:lnTo>
                  <a:pt x="0" y="0"/>
                </a:lnTo>
                <a:lnTo>
                  <a:pt x="0" y="3644089"/>
                </a:lnTo>
                <a:lnTo>
                  <a:pt x="2658956" y="3644089"/>
                </a:lnTo>
                <a:lnTo>
                  <a:pt x="265895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4192" y="4560935"/>
            <a:ext cx="7636009" cy="469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6"/>
              </a:lnSpc>
            </a:pPr>
            <a:r>
              <a:rPr lang="en-US" sz="4461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Génesis 1:29, "He aquí que os he dado toda planta que da semilla... y todo árbol en que hay fruto de árbol que da semilla; os serán para comer.”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3078" y="3295102"/>
            <a:ext cx="7961845" cy="856469"/>
          </a:xfrm>
          <a:custGeom>
            <a:avLst/>
            <a:gdLst/>
            <a:ahLst/>
            <a:cxnLst/>
            <a:rect r="r" b="b" t="t" l="l"/>
            <a:pathLst>
              <a:path h="856469" w="7961845">
                <a:moveTo>
                  <a:pt x="0" y="0"/>
                </a:moveTo>
                <a:lnTo>
                  <a:pt x="7961844" y="0"/>
                </a:lnTo>
                <a:lnTo>
                  <a:pt x="7961844" y="856469"/>
                </a:lnTo>
                <a:lnTo>
                  <a:pt x="0" y="856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8927">
            <a:off x="676695" y="811620"/>
            <a:ext cx="2356043" cy="3020568"/>
          </a:xfrm>
          <a:custGeom>
            <a:avLst/>
            <a:gdLst/>
            <a:ahLst/>
            <a:cxnLst/>
            <a:rect r="r" b="b" t="t" l="l"/>
            <a:pathLst>
              <a:path h="3020568" w="2356043">
                <a:moveTo>
                  <a:pt x="0" y="0"/>
                </a:moveTo>
                <a:lnTo>
                  <a:pt x="2356043" y="0"/>
                </a:lnTo>
                <a:lnTo>
                  <a:pt x="2356043" y="3020568"/>
                </a:lnTo>
                <a:lnTo>
                  <a:pt x="0" y="30205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81237">
            <a:off x="481283" y="3671639"/>
            <a:ext cx="2911608" cy="2943721"/>
          </a:xfrm>
          <a:custGeom>
            <a:avLst/>
            <a:gdLst/>
            <a:ahLst/>
            <a:cxnLst/>
            <a:rect r="r" b="b" t="t" l="l"/>
            <a:pathLst>
              <a:path h="2943721" w="2911608">
                <a:moveTo>
                  <a:pt x="0" y="0"/>
                </a:moveTo>
                <a:lnTo>
                  <a:pt x="2911608" y="0"/>
                </a:lnTo>
                <a:lnTo>
                  <a:pt x="2911608" y="2943722"/>
                </a:lnTo>
                <a:lnTo>
                  <a:pt x="0" y="2943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0156" y="6452103"/>
            <a:ext cx="2779144" cy="3008915"/>
          </a:xfrm>
          <a:custGeom>
            <a:avLst/>
            <a:gdLst/>
            <a:ahLst/>
            <a:cxnLst/>
            <a:rect r="r" b="b" t="t" l="l"/>
            <a:pathLst>
              <a:path h="3008915" w="2779144">
                <a:moveTo>
                  <a:pt x="0" y="0"/>
                </a:moveTo>
                <a:lnTo>
                  <a:pt x="2779143" y="0"/>
                </a:lnTo>
                <a:lnTo>
                  <a:pt x="2779143" y="3008916"/>
                </a:lnTo>
                <a:lnTo>
                  <a:pt x="0" y="30089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4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21109">
            <a:off x="15251208" y="833205"/>
            <a:ext cx="2356043" cy="3020568"/>
          </a:xfrm>
          <a:custGeom>
            <a:avLst/>
            <a:gdLst/>
            <a:ahLst/>
            <a:cxnLst/>
            <a:rect r="r" b="b" t="t" l="l"/>
            <a:pathLst>
              <a:path h="3020568" w="2356043">
                <a:moveTo>
                  <a:pt x="0" y="0"/>
                </a:moveTo>
                <a:lnTo>
                  <a:pt x="2356043" y="0"/>
                </a:lnTo>
                <a:lnTo>
                  <a:pt x="2356043" y="3020568"/>
                </a:lnTo>
                <a:lnTo>
                  <a:pt x="0" y="30205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413796">
            <a:off x="14862449" y="3887497"/>
            <a:ext cx="2911608" cy="2943721"/>
          </a:xfrm>
          <a:custGeom>
            <a:avLst/>
            <a:gdLst/>
            <a:ahLst/>
            <a:cxnLst/>
            <a:rect r="r" b="b" t="t" l="l"/>
            <a:pathLst>
              <a:path h="2943721" w="2911608">
                <a:moveTo>
                  <a:pt x="2911608" y="0"/>
                </a:moveTo>
                <a:lnTo>
                  <a:pt x="0" y="0"/>
                </a:lnTo>
                <a:lnTo>
                  <a:pt x="0" y="2943721"/>
                </a:lnTo>
                <a:lnTo>
                  <a:pt x="2911608" y="2943721"/>
                </a:lnTo>
                <a:lnTo>
                  <a:pt x="2911608" y="0"/>
                </a:lnTo>
                <a:close/>
              </a:path>
            </a:pathLst>
          </a:custGeom>
          <a:blipFill>
            <a:blip r:embed="rId7">
              <a:alphaModFix amt="3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39658" y="6452103"/>
            <a:ext cx="2779144" cy="3008915"/>
          </a:xfrm>
          <a:custGeom>
            <a:avLst/>
            <a:gdLst/>
            <a:ahLst/>
            <a:cxnLst/>
            <a:rect r="r" b="b" t="t" l="l"/>
            <a:pathLst>
              <a:path h="3008915" w="2779144">
                <a:moveTo>
                  <a:pt x="2779144" y="0"/>
                </a:moveTo>
                <a:lnTo>
                  <a:pt x="0" y="0"/>
                </a:lnTo>
                <a:lnTo>
                  <a:pt x="0" y="3008916"/>
                </a:lnTo>
                <a:lnTo>
                  <a:pt x="2779144" y="3008916"/>
                </a:lnTo>
                <a:lnTo>
                  <a:pt x="2779144" y="0"/>
                </a:lnTo>
                <a:close/>
              </a:path>
            </a:pathLst>
          </a:custGeom>
          <a:blipFill>
            <a:blip r:embed="rId9">
              <a:alphaModFix amt="3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072069">
            <a:off x="3552739" y="960894"/>
            <a:ext cx="944230" cy="1047690"/>
          </a:xfrm>
          <a:custGeom>
            <a:avLst/>
            <a:gdLst/>
            <a:ahLst/>
            <a:cxnLst/>
            <a:rect r="r" b="b" t="t" l="l"/>
            <a:pathLst>
              <a:path h="1047690" w="944230">
                <a:moveTo>
                  <a:pt x="0" y="0"/>
                </a:moveTo>
                <a:lnTo>
                  <a:pt x="944231" y="0"/>
                </a:lnTo>
                <a:lnTo>
                  <a:pt x="944231" y="1047690"/>
                </a:lnTo>
                <a:lnTo>
                  <a:pt x="0" y="1047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24855" y="851786"/>
            <a:ext cx="9663754" cy="217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4"/>
              </a:lnSpc>
            </a:pPr>
            <a:r>
              <a:rPr lang="en-US" sz="8592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El Pecado y sus Consecuencias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4917506">
            <a:off x="13239198" y="936767"/>
            <a:ext cx="944230" cy="1047690"/>
          </a:xfrm>
          <a:custGeom>
            <a:avLst/>
            <a:gdLst/>
            <a:ahLst/>
            <a:cxnLst/>
            <a:rect r="r" b="b" t="t" l="l"/>
            <a:pathLst>
              <a:path h="1047690" w="944230">
                <a:moveTo>
                  <a:pt x="944231" y="0"/>
                </a:moveTo>
                <a:lnTo>
                  <a:pt x="0" y="0"/>
                </a:lnTo>
                <a:lnTo>
                  <a:pt x="0" y="1047690"/>
                </a:lnTo>
                <a:lnTo>
                  <a:pt x="944231" y="1047690"/>
                </a:lnTo>
                <a:lnTo>
                  <a:pt x="94423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37087" y="310406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56732" y="310406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44924" y="3470311"/>
            <a:ext cx="7961845" cy="856469"/>
          </a:xfrm>
          <a:custGeom>
            <a:avLst/>
            <a:gdLst/>
            <a:ahLst/>
            <a:cxnLst/>
            <a:rect r="r" b="b" t="t" l="l"/>
            <a:pathLst>
              <a:path h="856469" w="7961845">
                <a:moveTo>
                  <a:pt x="0" y="0"/>
                </a:moveTo>
                <a:lnTo>
                  <a:pt x="7961845" y="0"/>
                </a:lnTo>
                <a:lnTo>
                  <a:pt x="7961845" y="856469"/>
                </a:lnTo>
                <a:lnTo>
                  <a:pt x="0" y="856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41563" y="211980"/>
            <a:ext cx="2701272" cy="2539195"/>
          </a:xfrm>
          <a:custGeom>
            <a:avLst/>
            <a:gdLst/>
            <a:ahLst/>
            <a:cxnLst/>
            <a:rect r="r" b="b" t="t" l="l"/>
            <a:pathLst>
              <a:path h="2539195" w="2701272">
                <a:moveTo>
                  <a:pt x="0" y="0"/>
                </a:moveTo>
                <a:lnTo>
                  <a:pt x="2701271" y="0"/>
                </a:lnTo>
                <a:lnTo>
                  <a:pt x="2701271" y="2539195"/>
                </a:lnTo>
                <a:lnTo>
                  <a:pt x="0" y="2539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51970">
            <a:off x="255556" y="338740"/>
            <a:ext cx="2876265" cy="2984803"/>
          </a:xfrm>
          <a:custGeom>
            <a:avLst/>
            <a:gdLst/>
            <a:ahLst/>
            <a:cxnLst/>
            <a:rect r="r" b="b" t="t" l="l"/>
            <a:pathLst>
              <a:path h="2984803" w="2876265">
                <a:moveTo>
                  <a:pt x="0" y="0"/>
                </a:moveTo>
                <a:lnTo>
                  <a:pt x="2876264" y="0"/>
                </a:lnTo>
                <a:lnTo>
                  <a:pt x="2876264" y="2984803"/>
                </a:lnTo>
                <a:lnTo>
                  <a:pt x="0" y="2984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9288" y="1934455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4" y="0"/>
                </a:lnTo>
                <a:lnTo>
                  <a:pt x="970984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42834" y="1438275"/>
            <a:ext cx="10387113" cy="163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4"/>
              </a:lnSpc>
            </a:pPr>
            <a:r>
              <a:rPr lang="en-US" sz="8535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El Maná en el Desierto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487284" y="4326780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5" y="0"/>
                </a:lnTo>
                <a:lnTo>
                  <a:pt x="970985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191835">
            <a:off x="6052045" y="822671"/>
            <a:ext cx="1299720" cy="1442131"/>
          </a:xfrm>
          <a:custGeom>
            <a:avLst/>
            <a:gdLst/>
            <a:ahLst/>
            <a:cxnLst/>
            <a:rect r="r" b="b" t="t" l="l"/>
            <a:pathLst>
              <a:path h="1442131" w="1299720">
                <a:moveTo>
                  <a:pt x="0" y="0"/>
                </a:moveTo>
                <a:lnTo>
                  <a:pt x="1299720" y="0"/>
                </a:lnTo>
                <a:lnTo>
                  <a:pt x="1299720" y="1442131"/>
                </a:lnTo>
                <a:lnTo>
                  <a:pt x="0" y="1442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4195882">
            <a:off x="15186714" y="-470511"/>
            <a:ext cx="2785586" cy="3817635"/>
          </a:xfrm>
          <a:custGeom>
            <a:avLst/>
            <a:gdLst/>
            <a:ahLst/>
            <a:cxnLst/>
            <a:rect r="r" b="b" t="t" l="l"/>
            <a:pathLst>
              <a:path h="3817635" w="2785586">
                <a:moveTo>
                  <a:pt x="2785586" y="0"/>
                </a:moveTo>
                <a:lnTo>
                  <a:pt x="0" y="0"/>
                </a:lnTo>
                <a:lnTo>
                  <a:pt x="0" y="3817636"/>
                </a:lnTo>
                <a:lnTo>
                  <a:pt x="2785586" y="3817636"/>
                </a:lnTo>
                <a:lnTo>
                  <a:pt x="2785586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4780" y="3567895"/>
            <a:ext cx="6051236" cy="6051236"/>
          </a:xfrm>
          <a:custGeom>
            <a:avLst/>
            <a:gdLst/>
            <a:ahLst/>
            <a:cxnLst/>
            <a:rect r="r" b="b" t="t" l="l"/>
            <a:pathLst>
              <a:path h="6051236" w="6051236">
                <a:moveTo>
                  <a:pt x="0" y="0"/>
                </a:moveTo>
                <a:lnTo>
                  <a:pt x="6051236" y="0"/>
                </a:lnTo>
                <a:lnTo>
                  <a:pt x="6051236" y="6051236"/>
                </a:lnTo>
                <a:lnTo>
                  <a:pt x="0" y="60512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4822325"/>
            <a:ext cx="6922999" cy="403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5"/>
              </a:lnSpc>
            </a:pPr>
            <a:r>
              <a:rPr lang="en-US" sz="3811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En Éxodo 16:4, Dios le dice a Moisés: "He aquí, yo haré llover pan del cielo para vosotros; y el pueblo saldrá y recogerá diariamente la porción de un día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12196" y="1908936"/>
            <a:ext cx="6450141" cy="693852"/>
          </a:xfrm>
          <a:custGeom>
            <a:avLst/>
            <a:gdLst/>
            <a:ahLst/>
            <a:cxnLst/>
            <a:rect r="r" b="b" t="t" l="l"/>
            <a:pathLst>
              <a:path h="693852" w="6450141">
                <a:moveTo>
                  <a:pt x="0" y="0"/>
                </a:moveTo>
                <a:lnTo>
                  <a:pt x="6450141" y="0"/>
                </a:lnTo>
                <a:lnTo>
                  <a:pt x="6450141" y="693853"/>
                </a:lnTo>
                <a:lnTo>
                  <a:pt x="0" y="6938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10062">
            <a:off x="15588602" y="828002"/>
            <a:ext cx="2012031" cy="2579526"/>
          </a:xfrm>
          <a:custGeom>
            <a:avLst/>
            <a:gdLst/>
            <a:ahLst/>
            <a:cxnLst/>
            <a:rect r="r" b="b" t="t" l="l"/>
            <a:pathLst>
              <a:path h="2579526" w="2012031">
                <a:moveTo>
                  <a:pt x="0" y="0"/>
                </a:moveTo>
                <a:lnTo>
                  <a:pt x="2012031" y="0"/>
                </a:lnTo>
                <a:lnTo>
                  <a:pt x="2012031" y="2579526"/>
                </a:lnTo>
                <a:lnTo>
                  <a:pt x="0" y="2579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55159">
            <a:off x="14815075" y="292874"/>
            <a:ext cx="1043130" cy="1157426"/>
          </a:xfrm>
          <a:custGeom>
            <a:avLst/>
            <a:gdLst/>
            <a:ahLst/>
            <a:cxnLst/>
            <a:rect r="r" b="b" t="t" l="l"/>
            <a:pathLst>
              <a:path h="1157426" w="1043130">
                <a:moveTo>
                  <a:pt x="0" y="0"/>
                </a:moveTo>
                <a:lnTo>
                  <a:pt x="1043129" y="0"/>
                </a:lnTo>
                <a:lnTo>
                  <a:pt x="1043129" y="1157425"/>
                </a:lnTo>
                <a:lnTo>
                  <a:pt x="0" y="1157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09941" y="249841"/>
            <a:ext cx="617345" cy="929264"/>
          </a:xfrm>
          <a:custGeom>
            <a:avLst/>
            <a:gdLst/>
            <a:ahLst/>
            <a:cxnLst/>
            <a:rect r="r" b="b" t="t" l="l"/>
            <a:pathLst>
              <a:path h="929264" w="617345">
                <a:moveTo>
                  <a:pt x="0" y="0"/>
                </a:moveTo>
                <a:lnTo>
                  <a:pt x="617344" y="0"/>
                </a:lnTo>
                <a:lnTo>
                  <a:pt x="617344" y="929264"/>
                </a:lnTo>
                <a:lnTo>
                  <a:pt x="0" y="9292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4227" r="-92367" b="-51546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457125" y="3021889"/>
            <a:ext cx="11723951" cy="9413056"/>
            <a:chOff x="0" y="0"/>
            <a:chExt cx="7467600" cy="5995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1"/>
              <a:stretch>
                <a:fillRect l="0" t="-82" r="0" b="-8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364751" y="581123"/>
            <a:ext cx="11207065" cy="132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95"/>
              </a:lnSpc>
            </a:pPr>
            <a:r>
              <a:rPr lang="en-US" sz="7838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El Mensaje de Salud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59296">
            <a:off x="-772603" y="-10030"/>
            <a:ext cx="3059084" cy="3092824"/>
          </a:xfrm>
          <a:custGeom>
            <a:avLst/>
            <a:gdLst/>
            <a:ahLst/>
            <a:cxnLst/>
            <a:rect r="r" b="b" t="t" l="l"/>
            <a:pathLst>
              <a:path h="3092824" w="3059084">
                <a:moveTo>
                  <a:pt x="0" y="0"/>
                </a:moveTo>
                <a:lnTo>
                  <a:pt x="3059084" y="0"/>
                </a:lnTo>
                <a:lnTo>
                  <a:pt x="3059084" y="3092824"/>
                </a:lnTo>
                <a:lnTo>
                  <a:pt x="0" y="3092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20471">
            <a:off x="-748091" y="2388393"/>
            <a:ext cx="2630997" cy="2848520"/>
          </a:xfrm>
          <a:custGeom>
            <a:avLst/>
            <a:gdLst/>
            <a:ahLst/>
            <a:cxnLst/>
            <a:rect r="r" b="b" t="t" l="l"/>
            <a:pathLst>
              <a:path h="2848520" w="2630997">
                <a:moveTo>
                  <a:pt x="0" y="0"/>
                </a:moveTo>
                <a:lnTo>
                  <a:pt x="2630997" y="0"/>
                </a:lnTo>
                <a:lnTo>
                  <a:pt x="2630997" y="2848520"/>
                </a:lnTo>
                <a:lnTo>
                  <a:pt x="0" y="284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0661" y="8979221"/>
            <a:ext cx="3100338" cy="2615558"/>
          </a:xfrm>
          <a:custGeom>
            <a:avLst/>
            <a:gdLst/>
            <a:ahLst/>
            <a:cxnLst/>
            <a:rect r="r" b="b" t="t" l="l"/>
            <a:pathLst>
              <a:path h="2615558" w="3100338">
                <a:moveTo>
                  <a:pt x="0" y="0"/>
                </a:moveTo>
                <a:lnTo>
                  <a:pt x="3100339" y="0"/>
                </a:lnTo>
                <a:lnTo>
                  <a:pt x="3100339" y="2615558"/>
                </a:lnTo>
                <a:lnTo>
                  <a:pt x="0" y="26155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15002" y="9003464"/>
            <a:ext cx="2726129" cy="1769505"/>
          </a:xfrm>
          <a:custGeom>
            <a:avLst/>
            <a:gdLst/>
            <a:ahLst/>
            <a:cxnLst/>
            <a:rect r="r" b="b" t="t" l="l"/>
            <a:pathLst>
              <a:path h="1769505" w="2726129">
                <a:moveTo>
                  <a:pt x="0" y="0"/>
                </a:moveTo>
                <a:lnTo>
                  <a:pt x="2726128" y="0"/>
                </a:lnTo>
                <a:lnTo>
                  <a:pt x="2726128" y="1769505"/>
                </a:lnTo>
                <a:lnTo>
                  <a:pt x="0" y="17695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62820" y="3048194"/>
            <a:ext cx="7362359" cy="791981"/>
          </a:xfrm>
          <a:custGeom>
            <a:avLst/>
            <a:gdLst/>
            <a:ahLst/>
            <a:cxnLst/>
            <a:rect r="r" b="b" t="t" l="l"/>
            <a:pathLst>
              <a:path h="791981" w="7362359">
                <a:moveTo>
                  <a:pt x="0" y="0"/>
                </a:moveTo>
                <a:lnTo>
                  <a:pt x="7362360" y="0"/>
                </a:lnTo>
                <a:lnTo>
                  <a:pt x="7362360" y="791982"/>
                </a:lnTo>
                <a:lnTo>
                  <a:pt x="0" y="791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978" y="4128939"/>
            <a:ext cx="17980045" cy="435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1</a:t>
            </a:r>
            <a:r>
              <a:rPr lang="en-US" sz="4332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Corintios 6:19-20 </a:t>
            </a:r>
          </a:p>
          <a:p>
            <a:pPr algn="ctr">
              <a:lnSpc>
                <a:spcPts val="6065"/>
              </a:lnSpc>
            </a:pPr>
          </a:p>
          <a:p>
            <a:pPr algn="ctr" marL="0" indent="0" lvl="0">
              <a:lnSpc>
                <a:spcPts val="6065"/>
              </a:lnSpc>
            </a:pPr>
            <a:r>
              <a:rPr lang="en-US" b="true" sz="4332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¿C</a:t>
            </a:r>
            <a:r>
              <a:rPr lang="en-US" b="true" sz="4332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ómo el cuidado de nuestro cuerpo es un acto de honra a Dios? </a:t>
            </a:r>
          </a:p>
          <a:p>
            <a:pPr algn="ctr">
              <a:lnSpc>
                <a:spcPts val="6065"/>
              </a:lnSpc>
            </a:pPr>
            <a:r>
              <a:rPr lang="en-US" sz="4332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¿Cómo nuestras elecciones alimentarias pueden glorificar o deshonrar a Dios?</a:t>
            </a:r>
          </a:p>
          <a:p>
            <a:pPr algn="ctr">
              <a:lnSpc>
                <a:spcPts val="438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-875276">
            <a:off x="16111446" y="2492159"/>
            <a:ext cx="2630997" cy="2848520"/>
          </a:xfrm>
          <a:custGeom>
            <a:avLst/>
            <a:gdLst/>
            <a:ahLst/>
            <a:cxnLst/>
            <a:rect r="r" b="b" t="t" l="l"/>
            <a:pathLst>
              <a:path h="2848520" w="2630997">
                <a:moveTo>
                  <a:pt x="2630996" y="0"/>
                </a:moveTo>
                <a:lnTo>
                  <a:pt x="0" y="0"/>
                </a:lnTo>
                <a:lnTo>
                  <a:pt x="0" y="2848520"/>
                </a:lnTo>
                <a:lnTo>
                  <a:pt x="2630996" y="2848520"/>
                </a:lnTo>
                <a:lnTo>
                  <a:pt x="263099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725551">
            <a:off x="15680898" y="79774"/>
            <a:ext cx="3059084" cy="3092824"/>
          </a:xfrm>
          <a:custGeom>
            <a:avLst/>
            <a:gdLst/>
            <a:ahLst/>
            <a:cxnLst/>
            <a:rect r="r" b="b" t="t" l="l"/>
            <a:pathLst>
              <a:path h="3092824" w="3059084">
                <a:moveTo>
                  <a:pt x="3059084" y="0"/>
                </a:moveTo>
                <a:lnTo>
                  <a:pt x="0" y="0"/>
                </a:lnTo>
                <a:lnTo>
                  <a:pt x="0" y="3092824"/>
                </a:lnTo>
                <a:lnTo>
                  <a:pt x="3059084" y="3092824"/>
                </a:lnTo>
                <a:lnTo>
                  <a:pt x="305908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82151" y="793559"/>
            <a:ext cx="12243393" cy="18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97"/>
              </a:lnSpc>
            </a:pPr>
            <a:r>
              <a:rPr lang="en-US" sz="7838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Nuestro Cuerpo como Templo del Espíritu Santo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9228" y="2853239"/>
            <a:ext cx="7259531" cy="780920"/>
          </a:xfrm>
          <a:custGeom>
            <a:avLst/>
            <a:gdLst/>
            <a:ahLst/>
            <a:cxnLst/>
            <a:rect r="r" b="b" t="t" l="l"/>
            <a:pathLst>
              <a:path h="780920" w="7259531">
                <a:moveTo>
                  <a:pt x="0" y="0"/>
                </a:moveTo>
                <a:lnTo>
                  <a:pt x="7259531" y="0"/>
                </a:lnTo>
                <a:lnTo>
                  <a:pt x="7259531" y="780920"/>
                </a:lnTo>
                <a:lnTo>
                  <a:pt x="0" y="780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939308" y="4204132"/>
            <a:ext cx="4876269" cy="487626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4460" y="124460"/>
              <a:ext cx="6101080" cy="6101080"/>
            </a:xfrm>
            <a:custGeom>
              <a:avLst/>
              <a:gdLst/>
              <a:ahLst/>
              <a:cxnLst/>
              <a:rect r="r" b="b" t="t" l="l"/>
              <a:pathLst>
                <a:path h="6101080" w="6101080">
                  <a:moveTo>
                    <a:pt x="0" y="0"/>
                  </a:moveTo>
                  <a:lnTo>
                    <a:pt x="6101080" y="0"/>
                  </a:lnTo>
                  <a:lnTo>
                    <a:pt x="6101080" y="6101080"/>
                  </a:lnTo>
                  <a:lnTo>
                    <a:pt x="0" y="6101080"/>
                  </a:lnTo>
                  <a:close/>
                </a:path>
              </a:pathLst>
            </a:custGeom>
            <a:blipFill>
              <a:blip r:embed="rId5"/>
              <a:stretch>
                <a:fillRect l="-24906" t="0" r="-2490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6350000"/>
                  </a:moveTo>
                  <a:lnTo>
                    <a:pt x="0" y="6350000"/>
                  </a:lnTo>
                  <a:lnTo>
                    <a:pt x="0" y="0"/>
                  </a:lnTo>
                  <a:lnTo>
                    <a:pt x="6350000" y="0"/>
                  </a:lnTo>
                  <a:lnTo>
                    <a:pt x="6350000" y="6350000"/>
                  </a:lnTo>
                  <a:close/>
                  <a:moveTo>
                    <a:pt x="248920" y="6101080"/>
                  </a:moveTo>
                  <a:lnTo>
                    <a:pt x="6099810" y="6101080"/>
                  </a:lnTo>
                  <a:lnTo>
                    <a:pt x="6099810" y="248920"/>
                  </a:lnTo>
                  <a:lnTo>
                    <a:pt x="248920" y="248920"/>
                  </a:lnTo>
                  <a:lnTo>
                    <a:pt x="248920" y="6101080"/>
                  </a:lnTo>
                  <a:close/>
                </a:path>
              </a:pathLst>
            </a:custGeom>
            <a:solidFill>
              <a:srgbClr val="668E3E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2125345">
            <a:off x="-1293344" y="305946"/>
            <a:ext cx="3808060" cy="4114800"/>
          </a:xfrm>
          <a:custGeom>
            <a:avLst/>
            <a:gdLst/>
            <a:ahLst/>
            <a:cxnLst/>
            <a:rect r="r" b="b" t="t" l="l"/>
            <a:pathLst>
              <a:path h="4114800" w="3808060">
                <a:moveTo>
                  <a:pt x="0" y="0"/>
                </a:moveTo>
                <a:lnTo>
                  <a:pt x="3808060" y="0"/>
                </a:lnTo>
                <a:lnTo>
                  <a:pt x="3808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858978">
            <a:off x="15886695" y="342086"/>
            <a:ext cx="3808060" cy="4114800"/>
          </a:xfrm>
          <a:custGeom>
            <a:avLst/>
            <a:gdLst/>
            <a:ahLst/>
            <a:cxnLst/>
            <a:rect r="r" b="b" t="t" l="l"/>
            <a:pathLst>
              <a:path h="4114800" w="3808060">
                <a:moveTo>
                  <a:pt x="3808060" y="0"/>
                </a:moveTo>
                <a:lnTo>
                  <a:pt x="0" y="0"/>
                </a:lnTo>
                <a:lnTo>
                  <a:pt x="0" y="4114800"/>
                </a:lnTo>
                <a:lnTo>
                  <a:pt x="3808060" y="4114800"/>
                </a:lnTo>
                <a:lnTo>
                  <a:pt x="38080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83664" y="845749"/>
            <a:ext cx="617345" cy="929264"/>
          </a:xfrm>
          <a:custGeom>
            <a:avLst/>
            <a:gdLst/>
            <a:ahLst/>
            <a:cxnLst/>
            <a:rect r="r" b="b" t="t" l="l"/>
            <a:pathLst>
              <a:path h="929264" w="617345">
                <a:moveTo>
                  <a:pt x="0" y="0"/>
                </a:moveTo>
                <a:lnTo>
                  <a:pt x="617344" y="0"/>
                </a:lnTo>
                <a:lnTo>
                  <a:pt x="617344" y="929264"/>
                </a:lnTo>
                <a:lnTo>
                  <a:pt x="0" y="9292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227" r="-92367" b="-5154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42269" y="99436"/>
            <a:ext cx="617345" cy="929264"/>
          </a:xfrm>
          <a:custGeom>
            <a:avLst/>
            <a:gdLst/>
            <a:ahLst/>
            <a:cxnLst/>
            <a:rect r="r" b="b" t="t" l="l"/>
            <a:pathLst>
              <a:path h="929264" w="617345">
                <a:moveTo>
                  <a:pt x="0" y="0"/>
                </a:moveTo>
                <a:lnTo>
                  <a:pt x="617344" y="0"/>
                </a:lnTo>
                <a:lnTo>
                  <a:pt x="617344" y="929264"/>
                </a:lnTo>
                <a:lnTo>
                  <a:pt x="0" y="9292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227" r="-92367" b="-5154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435279">
            <a:off x="16946177" y="6505643"/>
            <a:ext cx="1072685" cy="1190219"/>
          </a:xfrm>
          <a:custGeom>
            <a:avLst/>
            <a:gdLst/>
            <a:ahLst/>
            <a:cxnLst/>
            <a:rect r="r" b="b" t="t" l="l"/>
            <a:pathLst>
              <a:path h="1190219" w="1072685">
                <a:moveTo>
                  <a:pt x="0" y="0"/>
                </a:moveTo>
                <a:lnTo>
                  <a:pt x="1072685" y="0"/>
                </a:lnTo>
                <a:lnTo>
                  <a:pt x="1072685" y="1190219"/>
                </a:lnTo>
                <a:lnTo>
                  <a:pt x="0" y="1190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518346">
            <a:off x="13993116" y="2857158"/>
            <a:ext cx="1072685" cy="1190219"/>
          </a:xfrm>
          <a:custGeom>
            <a:avLst/>
            <a:gdLst/>
            <a:ahLst/>
            <a:cxnLst/>
            <a:rect r="r" b="b" t="t" l="l"/>
            <a:pathLst>
              <a:path h="1190219" w="1072685">
                <a:moveTo>
                  <a:pt x="0" y="0"/>
                </a:moveTo>
                <a:lnTo>
                  <a:pt x="1072685" y="0"/>
                </a:lnTo>
                <a:lnTo>
                  <a:pt x="1072685" y="1190219"/>
                </a:lnTo>
                <a:lnTo>
                  <a:pt x="0" y="1190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0686" y="4527993"/>
            <a:ext cx="10582309" cy="417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5"/>
              </a:lnSpc>
            </a:pPr>
            <a:r>
              <a:rPr lang="en-US" sz="3396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Una mente sana y una vida espiritual  están íntimamente  conectadas.</a:t>
            </a:r>
          </a:p>
          <a:p>
            <a:pPr algn="just">
              <a:lnSpc>
                <a:spcPts val="4755"/>
              </a:lnSpc>
            </a:pPr>
            <a:r>
              <a:rPr lang="en-US" sz="3396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El bienestar mental a menudo se traduce en mejores hábitos físicos, creando una base sólida para la vida espiritual. En esencia, una mente sana es un vehículo para una experiencia espiritual más profunda y plena.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1008" y="1025139"/>
            <a:ext cx="13319177" cy="17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4"/>
              </a:lnSpc>
            </a:pPr>
            <a:r>
              <a:rPr lang="en-US" sz="7802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Alimentando Nuestra Mente para Conectar con Dios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47681" y="3259759"/>
            <a:ext cx="8592638" cy="924324"/>
          </a:xfrm>
          <a:custGeom>
            <a:avLst/>
            <a:gdLst/>
            <a:ahLst/>
            <a:cxnLst/>
            <a:rect r="r" b="b" t="t" l="l"/>
            <a:pathLst>
              <a:path h="924324" w="8592638">
                <a:moveTo>
                  <a:pt x="0" y="0"/>
                </a:moveTo>
                <a:lnTo>
                  <a:pt x="8592638" y="0"/>
                </a:lnTo>
                <a:lnTo>
                  <a:pt x="8592638" y="924324"/>
                </a:lnTo>
                <a:lnTo>
                  <a:pt x="0" y="92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93812">
            <a:off x="-966651" y="886457"/>
            <a:ext cx="3785478" cy="3827229"/>
          </a:xfrm>
          <a:custGeom>
            <a:avLst/>
            <a:gdLst/>
            <a:ahLst/>
            <a:cxnLst/>
            <a:rect r="r" b="b" t="t" l="l"/>
            <a:pathLst>
              <a:path h="3827229" w="3785478">
                <a:moveTo>
                  <a:pt x="0" y="0"/>
                </a:moveTo>
                <a:lnTo>
                  <a:pt x="3785478" y="0"/>
                </a:lnTo>
                <a:lnTo>
                  <a:pt x="3785478" y="3827230"/>
                </a:lnTo>
                <a:lnTo>
                  <a:pt x="0" y="3827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58831">
            <a:off x="-625582" y="4015548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75270" y="1476375"/>
            <a:ext cx="13104868" cy="1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8"/>
              </a:lnSpc>
            </a:pPr>
            <a:r>
              <a:rPr lang="en-US" sz="11592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Desafíos Comunes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506687">
            <a:off x="15911271" y="3624576"/>
            <a:ext cx="3785478" cy="3827229"/>
          </a:xfrm>
          <a:custGeom>
            <a:avLst/>
            <a:gdLst/>
            <a:ahLst/>
            <a:cxnLst/>
            <a:rect r="r" b="b" t="t" l="l"/>
            <a:pathLst>
              <a:path h="3827229" w="3785478">
                <a:moveTo>
                  <a:pt x="3785478" y="0"/>
                </a:moveTo>
                <a:lnTo>
                  <a:pt x="0" y="0"/>
                </a:lnTo>
                <a:lnTo>
                  <a:pt x="0" y="3827229"/>
                </a:lnTo>
                <a:lnTo>
                  <a:pt x="3785478" y="3827229"/>
                </a:lnTo>
                <a:lnTo>
                  <a:pt x="378547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913770">
            <a:off x="16349652" y="169535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2364140" y="0"/>
                </a:moveTo>
                <a:lnTo>
                  <a:pt x="0" y="0"/>
                </a:lnTo>
                <a:lnTo>
                  <a:pt x="0" y="4114800"/>
                </a:lnTo>
                <a:lnTo>
                  <a:pt x="2364140" y="4114800"/>
                </a:lnTo>
                <a:lnTo>
                  <a:pt x="236414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16739" y="2443039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5" y="0"/>
                </a:lnTo>
                <a:lnTo>
                  <a:pt x="970985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13057" y="2550643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4" y="0"/>
                </a:lnTo>
                <a:lnTo>
                  <a:pt x="970984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474695"/>
            <a:ext cx="6776228" cy="4523132"/>
          </a:xfrm>
          <a:custGeom>
            <a:avLst/>
            <a:gdLst/>
            <a:ahLst/>
            <a:cxnLst/>
            <a:rect r="r" b="b" t="t" l="l"/>
            <a:pathLst>
              <a:path h="4523132" w="6776228">
                <a:moveTo>
                  <a:pt x="0" y="0"/>
                </a:moveTo>
                <a:lnTo>
                  <a:pt x="6776228" y="0"/>
                </a:lnTo>
                <a:lnTo>
                  <a:pt x="6776228" y="4523133"/>
                </a:lnTo>
                <a:lnTo>
                  <a:pt x="0" y="45231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97539" y="4268443"/>
            <a:ext cx="7098514" cy="4729385"/>
          </a:xfrm>
          <a:custGeom>
            <a:avLst/>
            <a:gdLst/>
            <a:ahLst/>
            <a:cxnLst/>
            <a:rect r="r" b="b" t="t" l="l"/>
            <a:pathLst>
              <a:path h="4729385" w="7098514">
                <a:moveTo>
                  <a:pt x="0" y="0"/>
                </a:moveTo>
                <a:lnTo>
                  <a:pt x="7098514" y="0"/>
                </a:lnTo>
                <a:lnTo>
                  <a:pt x="7098514" y="4729385"/>
                </a:lnTo>
                <a:lnTo>
                  <a:pt x="0" y="47293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9428" y="3054467"/>
            <a:ext cx="7259531" cy="780920"/>
          </a:xfrm>
          <a:custGeom>
            <a:avLst/>
            <a:gdLst/>
            <a:ahLst/>
            <a:cxnLst/>
            <a:rect r="r" b="b" t="t" l="l"/>
            <a:pathLst>
              <a:path h="780920" w="7259531">
                <a:moveTo>
                  <a:pt x="0" y="0"/>
                </a:moveTo>
                <a:lnTo>
                  <a:pt x="7259531" y="0"/>
                </a:lnTo>
                <a:lnTo>
                  <a:pt x="7259531" y="780920"/>
                </a:lnTo>
                <a:lnTo>
                  <a:pt x="0" y="780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63942" y="535334"/>
            <a:ext cx="3195358" cy="2858393"/>
          </a:xfrm>
          <a:custGeom>
            <a:avLst/>
            <a:gdLst/>
            <a:ahLst/>
            <a:cxnLst/>
            <a:rect r="r" b="b" t="t" l="l"/>
            <a:pathLst>
              <a:path h="2858393" w="3195358">
                <a:moveTo>
                  <a:pt x="0" y="0"/>
                </a:moveTo>
                <a:lnTo>
                  <a:pt x="3195358" y="0"/>
                </a:lnTo>
                <a:lnTo>
                  <a:pt x="3195358" y="2858393"/>
                </a:lnTo>
                <a:lnTo>
                  <a:pt x="0" y="285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6626" y="4102099"/>
            <a:ext cx="13831998" cy="563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8"/>
              </a:lnSpc>
            </a:pPr>
            <a:r>
              <a:rPr lang="en-US" sz="3548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La Biblia nos anima a cuidar nuestro cuerpo como templo del Espíritu Santo, lo que incluye una alimentación nutritiva.</a:t>
            </a:r>
          </a:p>
          <a:p>
            <a:pPr algn="just">
              <a:lnSpc>
                <a:spcPts val="4968"/>
              </a:lnSpc>
            </a:pPr>
            <a:r>
              <a:rPr lang="en-US" sz="3548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Una buena nutrición impacta positivamente la salud física, mental y espiritual, favoreciendo la concentración, el aprendizaje y el bienestar general.</a:t>
            </a:r>
          </a:p>
          <a:p>
            <a:pPr algn="just">
              <a:lnSpc>
                <a:spcPts val="4968"/>
              </a:lnSpc>
            </a:pPr>
            <a:r>
              <a:rPr lang="en-US" sz="3548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Adaptar los principios nutricionales a las diferentes culturas y circunstancias individuales, sin comprometer los fundamentos de una dieta saludable.</a:t>
            </a:r>
          </a:p>
          <a:p>
            <a:pPr algn="just">
              <a:lnSpc>
                <a:spcPts val="496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16626" y="1199471"/>
            <a:ext cx="9406099" cy="185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82"/>
              </a:lnSpc>
            </a:pPr>
            <a:r>
              <a:rPr lang="en-US" sz="10922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Conclusión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39768" y="211980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4" y="0"/>
                </a:lnTo>
                <a:lnTo>
                  <a:pt x="970984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81935" y="3924313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4" y="0"/>
                </a:lnTo>
                <a:lnTo>
                  <a:pt x="970984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2919" y="8441580"/>
            <a:ext cx="970984" cy="1633440"/>
          </a:xfrm>
          <a:custGeom>
            <a:avLst/>
            <a:gdLst/>
            <a:ahLst/>
            <a:cxnLst/>
            <a:rect r="r" b="b" t="t" l="l"/>
            <a:pathLst>
              <a:path h="1633440" w="970984">
                <a:moveTo>
                  <a:pt x="0" y="0"/>
                </a:moveTo>
                <a:lnTo>
                  <a:pt x="970985" y="0"/>
                </a:lnTo>
                <a:lnTo>
                  <a:pt x="970985" y="1633440"/>
                </a:lnTo>
                <a:lnTo>
                  <a:pt x="0" y="1633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90121" b="-4660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4827653">
            <a:off x="-98711" y="55713"/>
            <a:ext cx="2785586" cy="3817635"/>
          </a:xfrm>
          <a:custGeom>
            <a:avLst/>
            <a:gdLst/>
            <a:ahLst/>
            <a:cxnLst/>
            <a:rect r="r" b="b" t="t" l="l"/>
            <a:pathLst>
              <a:path h="3817635" w="2785586">
                <a:moveTo>
                  <a:pt x="2785586" y="3817635"/>
                </a:moveTo>
                <a:lnTo>
                  <a:pt x="0" y="3817635"/>
                </a:lnTo>
                <a:lnTo>
                  <a:pt x="0" y="0"/>
                </a:lnTo>
                <a:lnTo>
                  <a:pt x="2785586" y="0"/>
                </a:lnTo>
                <a:lnTo>
                  <a:pt x="2785586" y="381763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3930" y="6414187"/>
            <a:ext cx="9180139" cy="987523"/>
          </a:xfrm>
          <a:custGeom>
            <a:avLst/>
            <a:gdLst/>
            <a:ahLst/>
            <a:cxnLst/>
            <a:rect r="r" b="b" t="t" l="l"/>
            <a:pathLst>
              <a:path h="987523" w="9180139">
                <a:moveTo>
                  <a:pt x="0" y="0"/>
                </a:moveTo>
                <a:lnTo>
                  <a:pt x="9180140" y="0"/>
                </a:lnTo>
                <a:lnTo>
                  <a:pt x="9180140" y="987523"/>
                </a:lnTo>
                <a:lnTo>
                  <a:pt x="0" y="987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6499" y="5116588"/>
            <a:ext cx="1190068" cy="1791360"/>
          </a:xfrm>
          <a:custGeom>
            <a:avLst/>
            <a:gdLst/>
            <a:ahLst/>
            <a:cxnLst/>
            <a:rect r="r" b="b" t="t" l="l"/>
            <a:pathLst>
              <a:path h="1791360" w="1190068">
                <a:moveTo>
                  <a:pt x="0" y="0"/>
                </a:moveTo>
                <a:lnTo>
                  <a:pt x="1190067" y="0"/>
                </a:lnTo>
                <a:lnTo>
                  <a:pt x="1190067" y="1791361"/>
                </a:lnTo>
                <a:lnTo>
                  <a:pt x="0" y="1791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227" r="-92367" b="-515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12021" y="5116588"/>
            <a:ext cx="1190068" cy="1791360"/>
          </a:xfrm>
          <a:custGeom>
            <a:avLst/>
            <a:gdLst/>
            <a:ahLst/>
            <a:cxnLst/>
            <a:rect r="r" b="b" t="t" l="l"/>
            <a:pathLst>
              <a:path h="1791360" w="1190068">
                <a:moveTo>
                  <a:pt x="0" y="0"/>
                </a:moveTo>
                <a:lnTo>
                  <a:pt x="1190067" y="0"/>
                </a:lnTo>
                <a:lnTo>
                  <a:pt x="1190067" y="1791361"/>
                </a:lnTo>
                <a:lnTo>
                  <a:pt x="0" y="1791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227" r="-92367" b="-515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5782" y="2475715"/>
            <a:ext cx="10376435" cy="393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8"/>
              </a:lnSpc>
            </a:pPr>
            <a:r>
              <a:rPr lang="en-US" sz="23156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Gracias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4666606">
            <a:off x="15235585" y="2219004"/>
            <a:ext cx="2785586" cy="3817635"/>
          </a:xfrm>
          <a:custGeom>
            <a:avLst/>
            <a:gdLst/>
            <a:ahLst/>
            <a:cxnLst/>
            <a:rect r="r" b="b" t="t" l="l"/>
            <a:pathLst>
              <a:path h="3817635" w="2785586">
                <a:moveTo>
                  <a:pt x="2785586" y="0"/>
                </a:moveTo>
                <a:lnTo>
                  <a:pt x="0" y="0"/>
                </a:lnTo>
                <a:lnTo>
                  <a:pt x="0" y="3817635"/>
                </a:lnTo>
                <a:lnTo>
                  <a:pt x="2785586" y="3817635"/>
                </a:lnTo>
                <a:lnTo>
                  <a:pt x="278558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787045">
            <a:off x="-76489" y="2219004"/>
            <a:ext cx="2785586" cy="3817635"/>
          </a:xfrm>
          <a:custGeom>
            <a:avLst/>
            <a:gdLst/>
            <a:ahLst/>
            <a:cxnLst/>
            <a:rect r="r" b="b" t="t" l="l"/>
            <a:pathLst>
              <a:path h="3817635" w="2785586">
                <a:moveTo>
                  <a:pt x="0" y="0"/>
                </a:moveTo>
                <a:lnTo>
                  <a:pt x="2785587" y="0"/>
                </a:lnTo>
                <a:lnTo>
                  <a:pt x="2785587" y="3817635"/>
                </a:lnTo>
                <a:lnTo>
                  <a:pt x="0" y="38176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187588" y="-960461"/>
            <a:ext cx="3207431" cy="3266828"/>
          </a:xfrm>
          <a:custGeom>
            <a:avLst/>
            <a:gdLst/>
            <a:ahLst/>
            <a:cxnLst/>
            <a:rect r="r" b="b" t="t" l="l"/>
            <a:pathLst>
              <a:path h="3266828" w="3207431">
                <a:moveTo>
                  <a:pt x="0" y="0"/>
                </a:moveTo>
                <a:lnTo>
                  <a:pt x="3207431" y="0"/>
                </a:lnTo>
                <a:lnTo>
                  <a:pt x="3207431" y="3266828"/>
                </a:lnTo>
                <a:lnTo>
                  <a:pt x="0" y="32668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08876" y="-387761"/>
            <a:ext cx="2921708" cy="2613600"/>
          </a:xfrm>
          <a:custGeom>
            <a:avLst/>
            <a:gdLst/>
            <a:ahLst/>
            <a:cxnLst/>
            <a:rect r="r" b="b" t="t" l="l"/>
            <a:pathLst>
              <a:path h="2613600" w="2921708">
                <a:moveTo>
                  <a:pt x="0" y="0"/>
                </a:moveTo>
                <a:lnTo>
                  <a:pt x="2921708" y="0"/>
                </a:lnTo>
                <a:lnTo>
                  <a:pt x="2921708" y="2613601"/>
                </a:lnTo>
                <a:lnTo>
                  <a:pt x="0" y="261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23420" y="-583534"/>
            <a:ext cx="2669218" cy="2889902"/>
          </a:xfrm>
          <a:custGeom>
            <a:avLst/>
            <a:gdLst/>
            <a:ahLst/>
            <a:cxnLst/>
            <a:rect r="r" b="b" t="t" l="l"/>
            <a:pathLst>
              <a:path h="2889902" w="2669218">
                <a:moveTo>
                  <a:pt x="0" y="0"/>
                </a:moveTo>
                <a:lnTo>
                  <a:pt x="2669218" y="0"/>
                </a:lnTo>
                <a:lnTo>
                  <a:pt x="2669218" y="2889901"/>
                </a:lnTo>
                <a:lnTo>
                  <a:pt x="0" y="2889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701606">
            <a:off x="12953691" y="-488871"/>
            <a:ext cx="2757053" cy="2591630"/>
          </a:xfrm>
          <a:custGeom>
            <a:avLst/>
            <a:gdLst/>
            <a:ahLst/>
            <a:cxnLst/>
            <a:rect r="r" b="b" t="t" l="l"/>
            <a:pathLst>
              <a:path h="2591630" w="2757053">
                <a:moveTo>
                  <a:pt x="0" y="0"/>
                </a:moveTo>
                <a:lnTo>
                  <a:pt x="2757053" y="0"/>
                </a:lnTo>
                <a:lnTo>
                  <a:pt x="2757053" y="2591630"/>
                </a:lnTo>
                <a:lnTo>
                  <a:pt x="0" y="2591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31940" y="-470246"/>
            <a:ext cx="3293565" cy="2778571"/>
          </a:xfrm>
          <a:custGeom>
            <a:avLst/>
            <a:gdLst/>
            <a:ahLst/>
            <a:cxnLst/>
            <a:rect r="r" b="b" t="t" l="l"/>
            <a:pathLst>
              <a:path h="2778571" w="3293565">
                <a:moveTo>
                  <a:pt x="0" y="0"/>
                </a:moveTo>
                <a:lnTo>
                  <a:pt x="3293566" y="0"/>
                </a:lnTo>
                <a:lnTo>
                  <a:pt x="3293566" y="2778571"/>
                </a:lnTo>
                <a:lnTo>
                  <a:pt x="0" y="2778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11478">
            <a:off x="9467200" y="-651829"/>
            <a:ext cx="2876265" cy="2984803"/>
          </a:xfrm>
          <a:custGeom>
            <a:avLst/>
            <a:gdLst/>
            <a:ahLst/>
            <a:cxnLst/>
            <a:rect r="r" b="b" t="t" l="l"/>
            <a:pathLst>
              <a:path h="2984803" w="2876265">
                <a:moveTo>
                  <a:pt x="0" y="0"/>
                </a:moveTo>
                <a:lnTo>
                  <a:pt x="2876265" y="0"/>
                </a:lnTo>
                <a:lnTo>
                  <a:pt x="2876265" y="2984803"/>
                </a:lnTo>
                <a:lnTo>
                  <a:pt x="0" y="298480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87588" y="8020991"/>
            <a:ext cx="3207431" cy="3266828"/>
          </a:xfrm>
          <a:custGeom>
            <a:avLst/>
            <a:gdLst/>
            <a:ahLst/>
            <a:cxnLst/>
            <a:rect r="r" b="b" t="t" l="l"/>
            <a:pathLst>
              <a:path h="3266828" w="3207431">
                <a:moveTo>
                  <a:pt x="0" y="0"/>
                </a:moveTo>
                <a:lnTo>
                  <a:pt x="3207431" y="0"/>
                </a:lnTo>
                <a:lnTo>
                  <a:pt x="3207431" y="3266829"/>
                </a:lnTo>
                <a:lnTo>
                  <a:pt x="0" y="32668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79392" y="8020991"/>
            <a:ext cx="2921708" cy="2613600"/>
          </a:xfrm>
          <a:custGeom>
            <a:avLst/>
            <a:gdLst/>
            <a:ahLst/>
            <a:cxnLst/>
            <a:rect r="r" b="b" t="t" l="l"/>
            <a:pathLst>
              <a:path h="2613600" w="2921708">
                <a:moveTo>
                  <a:pt x="0" y="0"/>
                </a:moveTo>
                <a:lnTo>
                  <a:pt x="2921708" y="0"/>
                </a:lnTo>
                <a:lnTo>
                  <a:pt x="2921708" y="2613601"/>
                </a:lnTo>
                <a:lnTo>
                  <a:pt x="0" y="261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31145">
            <a:off x="2524939" y="8075395"/>
            <a:ext cx="2669218" cy="2889902"/>
          </a:xfrm>
          <a:custGeom>
            <a:avLst/>
            <a:gdLst/>
            <a:ahLst/>
            <a:cxnLst/>
            <a:rect r="r" b="b" t="t" l="l"/>
            <a:pathLst>
              <a:path h="2889902" w="2669218">
                <a:moveTo>
                  <a:pt x="0" y="0"/>
                </a:moveTo>
                <a:lnTo>
                  <a:pt x="2669219" y="0"/>
                </a:lnTo>
                <a:lnTo>
                  <a:pt x="2669219" y="2889902"/>
                </a:lnTo>
                <a:lnTo>
                  <a:pt x="0" y="2889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701606">
            <a:off x="13089423" y="8298541"/>
            <a:ext cx="2757053" cy="2591630"/>
          </a:xfrm>
          <a:custGeom>
            <a:avLst/>
            <a:gdLst/>
            <a:ahLst/>
            <a:cxnLst/>
            <a:rect r="r" b="b" t="t" l="l"/>
            <a:pathLst>
              <a:path h="2591630" w="2757053">
                <a:moveTo>
                  <a:pt x="0" y="0"/>
                </a:moveTo>
                <a:lnTo>
                  <a:pt x="2757053" y="0"/>
                </a:lnTo>
                <a:lnTo>
                  <a:pt x="2757053" y="2591630"/>
                </a:lnTo>
                <a:lnTo>
                  <a:pt x="0" y="2591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308001">
            <a:off x="16349641" y="8095506"/>
            <a:ext cx="3293565" cy="2778571"/>
          </a:xfrm>
          <a:custGeom>
            <a:avLst/>
            <a:gdLst/>
            <a:ahLst/>
            <a:cxnLst/>
            <a:rect r="r" b="b" t="t" l="l"/>
            <a:pathLst>
              <a:path h="2778571" w="3293565">
                <a:moveTo>
                  <a:pt x="0" y="0"/>
                </a:moveTo>
                <a:lnTo>
                  <a:pt x="3293565" y="0"/>
                </a:lnTo>
                <a:lnTo>
                  <a:pt x="3293565" y="2778572"/>
                </a:lnTo>
                <a:lnTo>
                  <a:pt x="0" y="2778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211478">
            <a:off x="9467200" y="8039325"/>
            <a:ext cx="2876265" cy="2984803"/>
          </a:xfrm>
          <a:custGeom>
            <a:avLst/>
            <a:gdLst/>
            <a:ahLst/>
            <a:cxnLst/>
            <a:rect r="r" b="b" t="t" l="l"/>
            <a:pathLst>
              <a:path h="2984803" w="2876265">
                <a:moveTo>
                  <a:pt x="0" y="0"/>
                </a:moveTo>
                <a:lnTo>
                  <a:pt x="2876265" y="0"/>
                </a:lnTo>
                <a:lnTo>
                  <a:pt x="2876265" y="2984803"/>
                </a:lnTo>
                <a:lnTo>
                  <a:pt x="0" y="298480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DAGlspkx4NM</dc:identifier>
  <dcterms:modified xsi:type="dcterms:W3CDTF">2011-08-01T06:04:30Z</dcterms:modified>
  <cp:revision>1</cp:revision>
  <dc:title>Presentación Biología Nutrición Ilustrado Verde.</dc:title>
</cp:coreProperties>
</file>