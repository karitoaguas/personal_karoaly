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 id="2147483700" r:id="rId2"/>
    <p:sldMasterId id="2147483712" r:id="rId3"/>
    <p:sldMasterId id="2147483724" r:id="rId4"/>
    <p:sldMasterId id="2147483736" r:id="rId5"/>
    <p:sldMasterId id="2147483748" r:id="rId6"/>
    <p:sldMasterId id="2147483760" r:id="rId7"/>
  </p:sldMasterIdLst>
  <p:sldIdLst>
    <p:sldId id="256" r:id="rId8"/>
    <p:sldId id="312" r:id="rId9"/>
    <p:sldId id="257" r:id="rId10"/>
    <p:sldId id="258" r:id="rId11"/>
    <p:sldId id="259" r:id="rId12"/>
    <p:sldId id="260" r:id="rId13"/>
    <p:sldId id="262" r:id="rId14"/>
    <p:sldId id="261" r:id="rId15"/>
    <p:sldId id="263" r:id="rId16"/>
    <p:sldId id="264" r:id="rId17"/>
    <p:sldId id="265" r:id="rId18"/>
    <p:sldId id="266" r:id="rId19"/>
    <p:sldId id="267" r:id="rId20"/>
    <p:sldId id="280" r:id="rId21"/>
    <p:sldId id="281" r:id="rId22"/>
    <p:sldId id="282" r:id="rId23"/>
    <p:sldId id="283" r:id="rId24"/>
    <p:sldId id="284" r:id="rId25"/>
    <p:sldId id="274" r:id="rId26"/>
    <p:sldId id="275" r:id="rId27"/>
    <p:sldId id="276" r:id="rId28"/>
    <p:sldId id="277" r:id="rId29"/>
    <p:sldId id="278" r:id="rId30"/>
    <p:sldId id="279" r:id="rId31"/>
    <p:sldId id="296" r:id="rId32"/>
    <p:sldId id="297" r:id="rId33"/>
    <p:sldId id="298" r:id="rId34"/>
    <p:sldId id="299" r:id="rId35"/>
    <p:sldId id="300" r:id="rId36"/>
    <p:sldId id="301" r:id="rId37"/>
    <p:sldId id="302" r:id="rId38"/>
    <p:sldId id="268" r:id="rId39"/>
    <p:sldId id="303" r:id="rId40"/>
    <p:sldId id="269" r:id="rId41"/>
    <p:sldId id="285" r:id="rId42"/>
    <p:sldId id="286" r:id="rId43"/>
    <p:sldId id="287" r:id="rId44"/>
    <p:sldId id="288" r:id="rId45"/>
    <p:sldId id="289" r:id="rId46"/>
    <p:sldId id="290" r:id="rId47"/>
    <p:sldId id="291" r:id="rId48"/>
    <p:sldId id="292" r:id="rId49"/>
    <p:sldId id="293" r:id="rId50"/>
    <p:sldId id="294" r:id="rId51"/>
    <p:sldId id="295" r:id="rId52"/>
    <p:sldId id="304" r:id="rId53"/>
    <p:sldId id="305" r:id="rId54"/>
    <p:sldId id="306" r:id="rId55"/>
    <p:sldId id="307" r:id="rId56"/>
    <p:sldId id="308" r:id="rId57"/>
    <p:sldId id="309" r:id="rId58"/>
    <p:sldId id="310" r:id="rId59"/>
    <p:sldId id="311" r:id="rId60"/>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C6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horzBarState="maximized">
    <p:restoredLeft sz="0" autoAdjust="0"/>
    <p:restoredTop sz="94434" autoAdjust="0"/>
  </p:normalViewPr>
  <p:slideViewPr>
    <p:cSldViewPr snapToGrid="0">
      <p:cViewPr varScale="1">
        <p:scale>
          <a:sx n="61" d="100"/>
          <a:sy n="61" d="100"/>
        </p:scale>
        <p:origin x="1120" y="56"/>
      </p:cViewPr>
      <p:guideLst/>
    </p:cSldViewPr>
  </p:slideViewPr>
  <p:outlineViewPr>
    <p:cViewPr>
      <p:scale>
        <a:sx n="33" d="100"/>
        <a:sy n="33" d="100"/>
      </p:scale>
      <p:origin x="0" y="-156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5" Type="http://schemas.openxmlformats.org/officeDocument/2006/relationships/slideMaster" Target="slideMasters/slideMaster5.xml"/><Relationship Id="rId61" Type="http://schemas.openxmlformats.org/officeDocument/2006/relationships/presProps" Target="presProps.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tableStyles" Target="tableStyles.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4" Type="http://schemas.openxmlformats.org/officeDocument/2006/relationships/slideMaster" Target="slideMasters/slideMaster4.xml"/><Relationship Id="rId9"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C81A0-FB7A-4357-8B37-1EC930D1E098}"/>
              </a:ext>
            </a:extLst>
          </p:cNvPr>
          <p:cNvSpPr>
            <a:spLocks noGrp="1"/>
          </p:cNvSpPr>
          <p:nvPr>
            <p:ph type="ctrTitle"/>
          </p:nvPr>
        </p:nvSpPr>
        <p:spPr>
          <a:xfrm>
            <a:off x="762000" y="1523999"/>
            <a:ext cx="10668000" cy="1985963"/>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D3C075C-7238-4F43-87E7-63A35BE6900C}"/>
              </a:ext>
            </a:extLst>
          </p:cNvPr>
          <p:cNvSpPr>
            <a:spLocks noGrp="1"/>
          </p:cNvSpPr>
          <p:nvPr>
            <p:ph type="subTitle" idx="1"/>
          </p:nvPr>
        </p:nvSpPr>
        <p:spPr>
          <a:xfrm>
            <a:off x="762000" y="3809999"/>
            <a:ext cx="10667998" cy="198596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AB67EEB-ABA8-4DA9-803B-0C6CD8A1284C}"/>
              </a:ext>
            </a:extLst>
          </p:cNvPr>
          <p:cNvSpPr>
            <a:spLocks noGrp="1"/>
          </p:cNvSpPr>
          <p:nvPr>
            <p:ph type="dt" sz="half" idx="10"/>
          </p:nvPr>
        </p:nvSpPr>
        <p:spPr/>
        <p:txBody>
          <a:bodyPr anchor="b" anchorCtr="0"/>
          <a:lstStyle/>
          <a:p>
            <a:fld id="{F4D57BDD-E64A-4D27-8978-82FFCA18A12C}" type="datetimeFigureOut">
              <a:rPr lang="en-US" smtClean="0"/>
              <a:t>5/17/2022</a:t>
            </a:fld>
            <a:endParaRPr lang="en-US"/>
          </a:p>
        </p:txBody>
      </p:sp>
      <p:sp>
        <p:nvSpPr>
          <p:cNvPr id="5" name="Footer Placeholder 4">
            <a:extLst>
              <a:ext uri="{FF2B5EF4-FFF2-40B4-BE49-F238E27FC236}">
                <a16:creationId xmlns:a16="http://schemas.microsoft.com/office/drawing/2014/main" id="{0FCFD314-1E75-41B9-A585-4F4A32A347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0CC8E8-C649-4A81-BF53-F078B2A98453}"/>
              </a:ext>
            </a:extLst>
          </p:cNvPr>
          <p:cNvSpPr>
            <a:spLocks noGrp="1"/>
          </p:cNvSpPr>
          <p:nvPr>
            <p:ph type="sldNum" sz="quarter" idx="12"/>
          </p:nvPr>
        </p:nvSpPr>
        <p:spPr/>
        <p:txBody>
          <a:bodyPr/>
          <a:lstStyle/>
          <a:p>
            <a:fld id="{D643A852-0206-46AC-B0EB-645612933129}" type="slidenum">
              <a:rPr lang="en-US" smtClean="0"/>
              <a:t>‹Nº›</a:t>
            </a:fld>
            <a:endParaRPr lang="en-US" dirty="0"/>
          </a:p>
        </p:txBody>
      </p:sp>
    </p:spTree>
    <p:extLst>
      <p:ext uri="{BB962C8B-B14F-4D97-AF65-F5344CB8AC3E}">
        <p14:creationId xmlns:p14="http://schemas.microsoft.com/office/powerpoint/2010/main" val="4152229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6A6A6-C260-4F8B-99DF-249C907BE5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36F8CB-5C97-4437-A672-4E43D0E5AE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90C990-05C1-4ECD-A899-722057AEA630}"/>
              </a:ext>
            </a:extLst>
          </p:cNvPr>
          <p:cNvSpPr>
            <a:spLocks noGrp="1"/>
          </p:cNvSpPr>
          <p:nvPr>
            <p:ph type="dt" sz="half" idx="10"/>
          </p:nvPr>
        </p:nvSpPr>
        <p:spPr/>
        <p:txBody>
          <a:bodyPr/>
          <a:lstStyle/>
          <a:p>
            <a:fld id="{F4D57BDD-E64A-4D27-8978-82FFCA18A12C}" type="datetimeFigureOut">
              <a:rPr lang="en-US" smtClean="0"/>
              <a:t>5/17/2022</a:t>
            </a:fld>
            <a:endParaRPr lang="en-US"/>
          </a:p>
        </p:txBody>
      </p:sp>
      <p:sp>
        <p:nvSpPr>
          <p:cNvPr id="5" name="Footer Placeholder 4">
            <a:extLst>
              <a:ext uri="{FF2B5EF4-FFF2-40B4-BE49-F238E27FC236}">
                <a16:creationId xmlns:a16="http://schemas.microsoft.com/office/drawing/2014/main" id="{C5E9811C-37A0-4DD1-8607-EFD4226E5D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CAB506-9570-4D3E-804F-A184A73DBCE6}"/>
              </a:ext>
            </a:extLst>
          </p:cNvPr>
          <p:cNvSpPr>
            <a:spLocks noGrp="1"/>
          </p:cNvSpPr>
          <p:nvPr>
            <p:ph type="sldNum" sz="quarter" idx="12"/>
          </p:nvPr>
        </p:nvSpPr>
        <p:spPr/>
        <p:txBody>
          <a:bodyPr/>
          <a:lstStyle/>
          <a:p>
            <a:fld id="{D643A852-0206-46AC-B0EB-645612933129}" type="slidenum">
              <a:rPr lang="en-US" smtClean="0"/>
              <a:t>‹Nº›</a:t>
            </a:fld>
            <a:endParaRPr lang="en-US"/>
          </a:p>
        </p:txBody>
      </p:sp>
    </p:spTree>
    <p:extLst>
      <p:ext uri="{BB962C8B-B14F-4D97-AF65-F5344CB8AC3E}">
        <p14:creationId xmlns:p14="http://schemas.microsoft.com/office/powerpoint/2010/main" val="3591546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569B8-DEA4-4F12-9078-ECD731F2AC92}"/>
              </a:ext>
            </a:extLst>
          </p:cNvPr>
          <p:cNvSpPr>
            <a:spLocks noGrp="1"/>
          </p:cNvSpPr>
          <p:nvPr>
            <p:ph type="title"/>
          </p:nvPr>
        </p:nvSpPr>
        <p:spPr>
          <a:xfrm>
            <a:off x="762000" y="1530351"/>
            <a:ext cx="10668000" cy="2279650"/>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A0D1F3B-E79C-4822-999D-205B0E76C66F}"/>
              </a:ext>
            </a:extLst>
          </p:cNvPr>
          <p:cNvSpPr>
            <a:spLocks noGrp="1"/>
          </p:cNvSpPr>
          <p:nvPr>
            <p:ph type="body" idx="1"/>
          </p:nvPr>
        </p:nvSpPr>
        <p:spPr>
          <a:xfrm>
            <a:off x="762000" y="4589464"/>
            <a:ext cx="10668000" cy="1183184"/>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145166-621E-4C71-A40F-64E514536729}"/>
              </a:ext>
            </a:extLst>
          </p:cNvPr>
          <p:cNvSpPr>
            <a:spLocks noGrp="1"/>
          </p:cNvSpPr>
          <p:nvPr>
            <p:ph type="dt" sz="half" idx="10"/>
          </p:nvPr>
        </p:nvSpPr>
        <p:spPr/>
        <p:txBody>
          <a:bodyPr/>
          <a:lstStyle/>
          <a:p>
            <a:fld id="{F4D57BDD-E64A-4D27-8978-82FFCA18A12C}" type="datetimeFigureOut">
              <a:rPr lang="en-US" smtClean="0"/>
              <a:t>5/17/2022</a:t>
            </a:fld>
            <a:endParaRPr lang="en-US"/>
          </a:p>
        </p:txBody>
      </p:sp>
      <p:sp>
        <p:nvSpPr>
          <p:cNvPr id="5" name="Footer Placeholder 4">
            <a:extLst>
              <a:ext uri="{FF2B5EF4-FFF2-40B4-BE49-F238E27FC236}">
                <a16:creationId xmlns:a16="http://schemas.microsoft.com/office/drawing/2014/main" id="{44B8A175-E39F-477F-997B-99FF8677A5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69115F-5456-4FA3-8484-B1806E7C48C7}"/>
              </a:ext>
            </a:extLst>
          </p:cNvPr>
          <p:cNvSpPr>
            <a:spLocks noGrp="1"/>
          </p:cNvSpPr>
          <p:nvPr>
            <p:ph type="sldNum" sz="quarter" idx="12"/>
          </p:nvPr>
        </p:nvSpPr>
        <p:spPr/>
        <p:txBody>
          <a:bodyPr/>
          <a:lstStyle/>
          <a:p>
            <a:fld id="{D643A852-0206-46AC-B0EB-645612933129}" type="slidenum">
              <a:rPr lang="en-US" smtClean="0"/>
              <a:t>‹Nº›</a:t>
            </a:fld>
            <a:endParaRPr lang="en-US"/>
          </a:p>
        </p:txBody>
      </p:sp>
    </p:spTree>
    <p:extLst>
      <p:ext uri="{BB962C8B-B14F-4D97-AF65-F5344CB8AC3E}">
        <p14:creationId xmlns:p14="http://schemas.microsoft.com/office/powerpoint/2010/main" val="2630493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8BC5C-CCF0-4BA5-B102-213AC6FD5A48}"/>
              </a:ext>
            </a:extLst>
          </p:cNvPr>
          <p:cNvSpPr>
            <a:spLocks noGrp="1"/>
          </p:cNvSpPr>
          <p:nvPr>
            <p:ph type="title"/>
          </p:nvPr>
        </p:nvSpPr>
        <p:spPr>
          <a:xfrm>
            <a:off x="762000" y="1524000"/>
            <a:ext cx="9144000" cy="126364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2237E63-3B4F-4C2F-A87C-9533227EB684}"/>
              </a:ext>
            </a:extLst>
          </p:cNvPr>
          <p:cNvSpPr>
            <a:spLocks noGrp="1"/>
          </p:cNvSpPr>
          <p:nvPr>
            <p:ph sz="half" idx="1"/>
          </p:nvPr>
        </p:nvSpPr>
        <p:spPr>
          <a:xfrm>
            <a:off x="762000" y="3048000"/>
            <a:ext cx="4572000"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78ACE3E-2FED-4289-B138-3EC2826909F5}"/>
              </a:ext>
            </a:extLst>
          </p:cNvPr>
          <p:cNvSpPr>
            <a:spLocks noGrp="1"/>
          </p:cNvSpPr>
          <p:nvPr>
            <p:ph sz="half" idx="2"/>
          </p:nvPr>
        </p:nvSpPr>
        <p:spPr>
          <a:xfrm>
            <a:off x="6858000" y="3048000"/>
            <a:ext cx="4572000"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55DB51-20DA-4BEF-90BA-DDD37DC080CF}"/>
              </a:ext>
            </a:extLst>
          </p:cNvPr>
          <p:cNvSpPr>
            <a:spLocks noGrp="1"/>
          </p:cNvSpPr>
          <p:nvPr>
            <p:ph type="dt" sz="half" idx="10"/>
          </p:nvPr>
        </p:nvSpPr>
        <p:spPr/>
        <p:txBody>
          <a:bodyPr/>
          <a:lstStyle/>
          <a:p>
            <a:fld id="{F4D57BDD-E64A-4D27-8978-82FFCA18A12C}" type="datetimeFigureOut">
              <a:rPr lang="en-US" smtClean="0"/>
              <a:t>5/17/2022</a:t>
            </a:fld>
            <a:endParaRPr lang="en-US"/>
          </a:p>
        </p:txBody>
      </p:sp>
      <p:sp>
        <p:nvSpPr>
          <p:cNvPr id="6" name="Footer Placeholder 5">
            <a:extLst>
              <a:ext uri="{FF2B5EF4-FFF2-40B4-BE49-F238E27FC236}">
                <a16:creationId xmlns:a16="http://schemas.microsoft.com/office/drawing/2014/main" id="{506D22E1-F0DB-4CB7-B2E3-D578EEAA6E5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C29146B-54D6-4291-8EA2-6430024824AE}"/>
              </a:ext>
            </a:extLst>
          </p:cNvPr>
          <p:cNvSpPr>
            <a:spLocks noGrp="1"/>
          </p:cNvSpPr>
          <p:nvPr>
            <p:ph type="sldNum" sz="quarter" idx="12"/>
          </p:nvPr>
        </p:nvSpPr>
        <p:spPr/>
        <p:txBody>
          <a:bodyPr/>
          <a:lstStyle/>
          <a:p>
            <a:fld id="{D643A852-0206-46AC-B0EB-645612933129}" type="slidenum">
              <a:rPr lang="en-US" smtClean="0"/>
              <a:t>‹Nº›</a:t>
            </a:fld>
            <a:endParaRPr lang="en-US"/>
          </a:p>
        </p:txBody>
      </p:sp>
    </p:spTree>
    <p:extLst>
      <p:ext uri="{BB962C8B-B14F-4D97-AF65-F5344CB8AC3E}">
        <p14:creationId xmlns:p14="http://schemas.microsoft.com/office/powerpoint/2010/main" val="3021334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B4AE7-507A-4E14-96E2-5412FF8EA283}"/>
              </a:ext>
            </a:extLst>
          </p:cNvPr>
          <p:cNvSpPr>
            <a:spLocks noGrp="1"/>
          </p:cNvSpPr>
          <p:nvPr>
            <p:ph type="title"/>
          </p:nvPr>
        </p:nvSpPr>
        <p:spPr>
          <a:xfrm>
            <a:off x="762000" y="1527048"/>
            <a:ext cx="10668000" cy="75895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EDEEE83-2945-4C22-9597-57F1F1262841}"/>
              </a:ext>
            </a:extLst>
          </p:cNvPr>
          <p:cNvSpPr>
            <a:spLocks noGrp="1"/>
          </p:cNvSpPr>
          <p:nvPr>
            <p:ph type="body" idx="1"/>
          </p:nvPr>
        </p:nvSpPr>
        <p:spPr>
          <a:xfrm>
            <a:off x="762000" y="2285999"/>
            <a:ext cx="4572001"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C2494D-AD1D-4CB7-A17C-B69079113D71}"/>
              </a:ext>
            </a:extLst>
          </p:cNvPr>
          <p:cNvSpPr>
            <a:spLocks noGrp="1"/>
          </p:cNvSpPr>
          <p:nvPr>
            <p:ph sz="half" idx="2"/>
          </p:nvPr>
        </p:nvSpPr>
        <p:spPr>
          <a:xfrm>
            <a:off x="762001" y="3059113"/>
            <a:ext cx="4572000" cy="3036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B23E4950-830D-4EE3-9F51-DD730255E0CD}"/>
              </a:ext>
            </a:extLst>
          </p:cNvPr>
          <p:cNvSpPr>
            <a:spLocks noGrp="1"/>
          </p:cNvSpPr>
          <p:nvPr>
            <p:ph type="body" sz="quarter" idx="3"/>
          </p:nvPr>
        </p:nvSpPr>
        <p:spPr>
          <a:xfrm>
            <a:off x="6857998" y="2286000"/>
            <a:ext cx="4572001"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F244AA-BDAA-4FDD-B742-449DF905730C}"/>
              </a:ext>
            </a:extLst>
          </p:cNvPr>
          <p:cNvSpPr>
            <a:spLocks noGrp="1"/>
          </p:cNvSpPr>
          <p:nvPr>
            <p:ph sz="quarter" idx="4"/>
          </p:nvPr>
        </p:nvSpPr>
        <p:spPr>
          <a:xfrm>
            <a:off x="6858000" y="3059113"/>
            <a:ext cx="4571998" cy="3036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6B78494-ECE0-41D2-97E2-CFAC0434A8B8}"/>
              </a:ext>
            </a:extLst>
          </p:cNvPr>
          <p:cNvSpPr>
            <a:spLocks noGrp="1"/>
          </p:cNvSpPr>
          <p:nvPr>
            <p:ph type="dt" sz="half" idx="10"/>
          </p:nvPr>
        </p:nvSpPr>
        <p:spPr/>
        <p:txBody>
          <a:bodyPr/>
          <a:lstStyle/>
          <a:p>
            <a:fld id="{F4D57BDD-E64A-4D27-8978-82FFCA18A12C}" type="datetimeFigureOut">
              <a:rPr lang="en-US" smtClean="0"/>
              <a:t>5/17/2022</a:t>
            </a:fld>
            <a:endParaRPr lang="en-US"/>
          </a:p>
        </p:txBody>
      </p:sp>
      <p:sp>
        <p:nvSpPr>
          <p:cNvPr id="8" name="Footer Placeholder 7">
            <a:extLst>
              <a:ext uri="{FF2B5EF4-FFF2-40B4-BE49-F238E27FC236}">
                <a16:creationId xmlns:a16="http://schemas.microsoft.com/office/drawing/2014/main" id="{185E4C20-6CC5-4259-B554-B19F1A7AA0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B09AB13-CCCC-4074-9B66-CE0B37902E3F}"/>
              </a:ext>
            </a:extLst>
          </p:cNvPr>
          <p:cNvSpPr>
            <a:spLocks noGrp="1"/>
          </p:cNvSpPr>
          <p:nvPr>
            <p:ph type="sldNum" sz="quarter" idx="12"/>
          </p:nvPr>
        </p:nvSpPr>
        <p:spPr/>
        <p:txBody>
          <a:bodyPr/>
          <a:lstStyle/>
          <a:p>
            <a:fld id="{D643A852-0206-46AC-B0EB-645612933129}" type="slidenum">
              <a:rPr lang="en-US" smtClean="0"/>
              <a:t>‹Nº›</a:t>
            </a:fld>
            <a:endParaRPr lang="en-US"/>
          </a:p>
        </p:txBody>
      </p:sp>
    </p:spTree>
    <p:extLst>
      <p:ext uri="{BB962C8B-B14F-4D97-AF65-F5344CB8AC3E}">
        <p14:creationId xmlns:p14="http://schemas.microsoft.com/office/powerpoint/2010/main" val="3149756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FB5FF-4FD1-4CE4-BBC5-E6402FE06F0C}"/>
              </a:ext>
            </a:extLst>
          </p:cNvPr>
          <p:cNvSpPr>
            <a:spLocks noGrp="1"/>
          </p:cNvSpPr>
          <p:nvPr>
            <p:ph type="title"/>
          </p:nvPr>
        </p:nvSpPr>
        <p:spPr>
          <a:xfrm>
            <a:off x="762000" y="1524000"/>
            <a:ext cx="9144000" cy="381000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9E71AAD-C5B9-485B-84DD-60DAFD5F18BC}"/>
              </a:ext>
            </a:extLst>
          </p:cNvPr>
          <p:cNvSpPr>
            <a:spLocks noGrp="1"/>
          </p:cNvSpPr>
          <p:nvPr>
            <p:ph type="dt" sz="half" idx="10"/>
          </p:nvPr>
        </p:nvSpPr>
        <p:spPr/>
        <p:txBody>
          <a:bodyPr/>
          <a:lstStyle/>
          <a:p>
            <a:fld id="{F4D57BDD-E64A-4D27-8978-82FFCA18A12C}" type="datetimeFigureOut">
              <a:rPr lang="en-US" smtClean="0"/>
              <a:t>5/17/2022</a:t>
            </a:fld>
            <a:endParaRPr lang="en-US"/>
          </a:p>
        </p:txBody>
      </p:sp>
      <p:sp>
        <p:nvSpPr>
          <p:cNvPr id="4" name="Footer Placeholder 3">
            <a:extLst>
              <a:ext uri="{FF2B5EF4-FFF2-40B4-BE49-F238E27FC236}">
                <a16:creationId xmlns:a16="http://schemas.microsoft.com/office/drawing/2014/main" id="{9B7CACFF-0406-4EE2-9E8F-F594B952C2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52A47E-1990-4B6B-BCCB-75B6F213A8ED}"/>
              </a:ext>
            </a:extLst>
          </p:cNvPr>
          <p:cNvSpPr>
            <a:spLocks noGrp="1"/>
          </p:cNvSpPr>
          <p:nvPr>
            <p:ph type="sldNum" sz="quarter" idx="12"/>
          </p:nvPr>
        </p:nvSpPr>
        <p:spPr/>
        <p:txBody>
          <a:bodyPr/>
          <a:lstStyle/>
          <a:p>
            <a:fld id="{D643A852-0206-46AC-B0EB-645612933129}" type="slidenum">
              <a:rPr lang="en-US" smtClean="0"/>
              <a:t>‹Nº›</a:t>
            </a:fld>
            <a:endParaRPr lang="en-US"/>
          </a:p>
        </p:txBody>
      </p:sp>
    </p:spTree>
    <p:extLst>
      <p:ext uri="{BB962C8B-B14F-4D97-AF65-F5344CB8AC3E}">
        <p14:creationId xmlns:p14="http://schemas.microsoft.com/office/powerpoint/2010/main" val="2717261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C8FE4C-64F1-4C88-9D30-17F8131ED627}"/>
              </a:ext>
            </a:extLst>
          </p:cNvPr>
          <p:cNvSpPr>
            <a:spLocks noGrp="1"/>
          </p:cNvSpPr>
          <p:nvPr>
            <p:ph type="dt" sz="half" idx="10"/>
          </p:nvPr>
        </p:nvSpPr>
        <p:spPr/>
        <p:txBody>
          <a:bodyPr/>
          <a:lstStyle/>
          <a:p>
            <a:fld id="{F4D57BDD-E64A-4D27-8978-82FFCA18A12C}" type="datetimeFigureOut">
              <a:rPr lang="en-US" smtClean="0"/>
              <a:t>5/17/2022</a:t>
            </a:fld>
            <a:endParaRPr lang="en-US"/>
          </a:p>
        </p:txBody>
      </p:sp>
      <p:sp>
        <p:nvSpPr>
          <p:cNvPr id="3" name="Footer Placeholder 2">
            <a:extLst>
              <a:ext uri="{FF2B5EF4-FFF2-40B4-BE49-F238E27FC236}">
                <a16:creationId xmlns:a16="http://schemas.microsoft.com/office/drawing/2014/main" id="{D25D8FB3-6FA4-40A7-BDBF-76CD0F22FE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649F41-A021-4490-BB80-C89DF0293708}"/>
              </a:ext>
            </a:extLst>
          </p:cNvPr>
          <p:cNvSpPr>
            <a:spLocks noGrp="1"/>
          </p:cNvSpPr>
          <p:nvPr>
            <p:ph type="sldNum" sz="quarter" idx="12"/>
          </p:nvPr>
        </p:nvSpPr>
        <p:spPr/>
        <p:txBody>
          <a:bodyPr/>
          <a:lstStyle/>
          <a:p>
            <a:fld id="{D643A852-0206-46AC-B0EB-645612933129}" type="slidenum">
              <a:rPr lang="en-US" smtClean="0"/>
              <a:t>‹Nº›</a:t>
            </a:fld>
            <a:endParaRPr lang="en-US"/>
          </a:p>
        </p:txBody>
      </p:sp>
    </p:spTree>
    <p:extLst>
      <p:ext uri="{BB962C8B-B14F-4D97-AF65-F5344CB8AC3E}">
        <p14:creationId xmlns:p14="http://schemas.microsoft.com/office/powerpoint/2010/main" val="1602177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CEF60-874B-45DE-BF65-CF0D08577588}"/>
              </a:ext>
            </a:extLst>
          </p:cNvPr>
          <p:cNvSpPr>
            <a:spLocks noGrp="1"/>
          </p:cNvSpPr>
          <p:nvPr>
            <p:ph type="title"/>
          </p:nvPr>
        </p:nvSpPr>
        <p:spPr>
          <a:xfrm>
            <a:off x="762000" y="1524000"/>
            <a:ext cx="3821113" cy="1524000"/>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CD757B0-722D-425F-8BD4-9CD9093BCBF5}"/>
              </a:ext>
            </a:extLst>
          </p:cNvPr>
          <p:cNvSpPr>
            <a:spLocks noGrp="1"/>
          </p:cNvSpPr>
          <p:nvPr>
            <p:ph idx="1"/>
          </p:nvPr>
        </p:nvSpPr>
        <p:spPr>
          <a:xfrm>
            <a:off x="5334000" y="1524000"/>
            <a:ext cx="6096000" cy="3810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DB0F60-AADF-41C3-8BFC-B405E0A3F9AC}"/>
              </a:ext>
            </a:extLst>
          </p:cNvPr>
          <p:cNvSpPr>
            <a:spLocks noGrp="1"/>
          </p:cNvSpPr>
          <p:nvPr>
            <p:ph type="body" sz="half" idx="2"/>
          </p:nvPr>
        </p:nvSpPr>
        <p:spPr>
          <a:xfrm>
            <a:off x="762000" y="3048000"/>
            <a:ext cx="3821113" cy="3048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AB1E11-97B6-42FD-9F45-6EDC3B83FABD}"/>
              </a:ext>
            </a:extLst>
          </p:cNvPr>
          <p:cNvSpPr>
            <a:spLocks noGrp="1"/>
          </p:cNvSpPr>
          <p:nvPr>
            <p:ph type="dt" sz="half" idx="10"/>
          </p:nvPr>
        </p:nvSpPr>
        <p:spPr/>
        <p:txBody>
          <a:bodyPr/>
          <a:lstStyle/>
          <a:p>
            <a:fld id="{F4D57BDD-E64A-4D27-8978-82FFCA18A12C}" type="datetimeFigureOut">
              <a:rPr lang="en-US" smtClean="0"/>
              <a:t>5/17/2022</a:t>
            </a:fld>
            <a:endParaRPr lang="en-US"/>
          </a:p>
        </p:txBody>
      </p:sp>
      <p:sp>
        <p:nvSpPr>
          <p:cNvPr id="6" name="Footer Placeholder 5">
            <a:extLst>
              <a:ext uri="{FF2B5EF4-FFF2-40B4-BE49-F238E27FC236}">
                <a16:creationId xmlns:a16="http://schemas.microsoft.com/office/drawing/2014/main" id="{E14D7DA9-F910-4337-99A2-91F4EA3612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93A2F2-339E-4406-9A90-534A38C5A069}"/>
              </a:ext>
            </a:extLst>
          </p:cNvPr>
          <p:cNvSpPr>
            <a:spLocks noGrp="1"/>
          </p:cNvSpPr>
          <p:nvPr>
            <p:ph type="sldNum" sz="quarter" idx="12"/>
          </p:nvPr>
        </p:nvSpPr>
        <p:spPr/>
        <p:txBody>
          <a:bodyPr/>
          <a:lstStyle/>
          <a:p>
            <a:fld id="{D643A852-0206-46AC-B0EB-645612933129}" type="slidenum">
              <a:rPr lang="en-US" smtClean="0"/>
              <a:t>‹Nº›</a:t>
            </a:fld>
            <a:endParaRPr lang="en-US"/>
          </a:p>
        </p:txBody>
      </p:sp>
    </p:spTree>
    <p:extLst>
      <p:ext uri="{BB962C8B-B14F-4D97-AF65-F5344CB8AC3E}">
        <p14:creationId xmlns:p14="http://schemas.microsoft.com/office/powerpoint/2010/main" val="1553340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71599-6E07-4A55-9B93-4CA5EFE3FD76}"/>
              </a:ext>
            </a:extLst>
          </p:cNvPr>
          <p:cNvSpPr>
            <a:spLocks noGrp="1"/>
          </p:cNvSpPr>
          <p:nvPr>
            <p:ph type="title"/>
          </p:nvPr>
        </p:nvSpPr>
        <p:spPr>
          <a:xfrm>
            <a:off x="762001" y="1524000"/>
            <a:ext cx="3810000" cy="15240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2C2D26-DACA-4941-955E-18F7E236758C}"/>
              </a:ext>
            </a:extLst>
          </p:cNvPr>
          <p:cNvSpPr>
            <a:spLocks noGrp="1"/>
          </p:cNvSpPr>
          <p:nvPr>
            <p:ph type="pic" idx="1"/>
          </p:nvPr>
        </p:nvSpPr>
        <p:spPr>
          <a:xfrm>
            <a:off x="5333999" y="1524000"/>
            <a:ext cx="6095999" cy="3810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7EDB26D-C5B0-41D6-A75F-F89A87BE243A}"/>
              </a:ext>
            </a:extLst>
          </p:cNvPr>
          <p:cNvSpPr>
            <a:spLocks noGrp="1"/>
          </p:cNvSpPr>
          <p:nvPr>
            <p:ph type="body" sz="half" idx="2"/>
          </p:nvPr>
        </p:nvSpPr>
        <p:spPr>
          <a:xfrm>
            <a:off x="762001" y="3048000"/>
            <a:ext cx="3810000" cy="3048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9304B6-48DF-41FA-A089-8C83BBA63673}"/>
              </a:ext>
            </a:extLst>
          </p:cNvPr>
          <p:cNvSpPr>
            <a:spLocks noGrp="1"/>
          </p:cNvSpPr>
          <p:nvPr>
            <p:ph type="dt" sz="half" idx="10"/>
          </p:nvPr>
        </p:nvSpPr>
        <p:spPr/>
        <p:txBody>
          <a:bodyPr/>
          <a:lstStyle/>
          <a:p>
            <a:fld id="{F4D57BDD-E64A-4D27-8978-82FFCA18A12C}" type="datetimeFigureOut">
              <a:rPr lang="en-US" smtClean="0"/>
              <a:t>5/17/2022</a:t>
            </a:fld>
            <a:endParaRPr lang="en-US"/>
          </a:p>
        </p:txBody>
      </p:sp>
      <p:sp>
        <p:nvSpPr>
          <p:cNvPr id="6" name="Footer Placeholder 5">
            <a:extLst>
              <a:ext uri="{FF2B5EF4-FFF2-40B4-BE49-F238E27FC236}">
                <a16:creationId xmlns:a16="http://schemas.microsoft.com/office/drawing/2014/main" id="{14DFB82F-A17A-4BC7-A522-CD934BC35C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CC530C-8824-4BE3-884E-2AFF30B572BC}"/>
              </a:ext>
            </a:extLst>
          </p:cNvPr>
          <p:cNvSpPr>
            <a:spLocks noGrp="1"/>
          </p:cNvSpPr>
          <p:nvPr>
            <p:ph type="sldNum" sz="quarter" idx="12"/>
          </p:nvPr>
        </p:nvSpPr>
        <p:spPr/>
        <p:txBody>
          <a:bodyPr/>
          <a:lstStyle/>
          <a:p>
            <a:fld id="{D643A852-0206-46AC-B0EB-645612933129}" type="slidenum">
              <a:rPr lang="en-US" smtClean="0"/>
              <a:t>‹Nº›</a:t>
            </a:fld>
            <a:endParaRPr lang="en-US"/>
          </a:p>
        </p:txBody>
      </p:sp>
    </p:spTree>
    <p:extLst>
      <p:ext uri="{BB962C8B-B14F-4D97-AF65-F5344CB8AC3E}">
        <p14:creationId xmlns:p14="http://schemas.microsoft.com/office/powerpoint/2010/main" val="2870768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CE73F-2F7C-4941-9B13-ACB43A4983EC}"/>
              </a:ext>
            </a:extLst>
          </p:cNvPr>
          <p:cNvSpPr>
            <a:spLocks noGrp="1"/>
          </p:cNvSpPr>
          <p:nvPr>
            <p:ph type="title"/>
          </p:nvPr>
        </p:nvSpPr>
        <p:spPr>
          <a:xfrm>
            <a:off x="762000" y="1524000"/>
            <a:ext cx="9144000" cy="1523999"/>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8BC107E-F2BE-4057-B06B-1E50FD12B561}"/>
              </a:ext>
            </a:extLst>
          </p:cNvPr>
          <p:cNvSpPr>
            <a:spLocks noGrp="1"/>
          </p:cNvSpPr>
          <p:nvPr>
            <p:ph type="body" orient="vert" idx="1"/>
          </p:nvPr>
        </p:nvSpPr>
        <p:spPr>
          <a:xfrm>
            <a:off x="762000" y="3048000"/>
            <a:ext cx="10668000" cy="304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B9D7D8-1932-4215-A6E0-C16DA0DDB8B8}"/>
              </a:ext>
            </a:extLst>
          </p:cNvPr>
          <p:cNvSpPr>
            <a:spLocks noGrp="1"/>
          </p:cNvSpPr>
          <p:nvPr>
            <p:ph type="dt" sz="half" idx="10"/>
          </p:nvPr>
        </p:nvSpPr>
        <p:spPr/>
        <p:txBody>
          <a:bodyPr/>
          <a:lstStyle/>
          <a:p>
            <a:fld id="{F4D57BDD-E64A-4D27-8978-82FFCA18A12C}" type="datetimeFigureOut">
              <a:rPr lang="en-US" smtClean="0"/>
              <a:t>5/17/2022</a:t>
            </a:fld>
            <a:endParaRPr lang="en-US"/>
          </a:p>
        </p:txBody>
      </p:sp>
      <p:sp>
        <p:nvSpPr>
          <p:cNvPr id="5" name="Footer Placeholder 4">
            <a:extLst>
              <a:ext uri="{FF2B5EF4-FFF2-40B4-BE49-F238E27FC236}">
                <a16:creationId xmlns:a16="http://schemas.microsoft.com/office/drawing/2014/main" id="{4378B662-65E3-47B2-AD95-B041B57F3B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93DBC5-88B5-4F2A-A0E3-752CB421737A}"/>
              </a:ext>
            </a:extLst>
          </p:cNvPr>
          <p:cNvSpPr>
            <a:spLocks noGrp="1"/>
          </p:cNvSpPr>
          <p:nvPr>
            <p:ph type="sldNum" sz="quarter" idx="12"/>
          </p:nvPr>
        </p:nvSpPr>
        <p:spPr/>
        <p:txBody>
          <a:bodyPr/>
          <a:lstStyle/>
          <a:p>
            <a:fld id="{D643A852-0206-46AC-B0EB-645612933129}" type="slidenum">
              <a:rPr lang="en-US" smtClean="0"/>
              <a:t>‹Nº›</a:t>
            </a:fld>
            <a:endParaRPr lang="en-US"/>
          </a:p>
        </p:txBody>
      </p:sp>
    </p:spTree>
    <p:extLst>
      <p:ext uri="{BB962C8B-B14F-4D97-AF65-F5344CB8AC3E}">
        <p14:creationId xmlns:p14="http://schemas.microsoft.com/office/powerpoint/2010/main" val="3069424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6599DF-5B13-4800-ADD7-3A2A2F1C4889}"/>
              </a:ext>
            </a:extLst>
          </p:cNvPr>
          <p:cNvSpPr>
            <a:spLocks noGrp="1"/>
          </p:cNvSpPr>
          <p:nvPr>
            <p:ph type="title" orient="vert"/>
          </p:nvPr>
        </p:nvSpPr>
        <p:spPr>
          <a:xfrm>
            <a:off x="8724900" y="1523999"/>
            <a:ext cx="2705100" cy="45720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B191E12-22D9-4DA9-A336-EA6A8B9B55B8}"/>
              </a:ext>
            </a:extLst>
          </p:cNvPr>
          <p:cNvSpPr>
            <a:spLocks noGrp="1"/>
          </p:cNvSpPr>
          <p:nvPr>
            <p:ph type="body" orient="vert" idx="1"/>
          </p:nvPr>
        </p:nvSpPr>
        <p:spPr>
          <a:xfrm>
            <a:off x="762000" y="1524000"/>
            <a:ext cx="7620000" cy="4572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22A1D5-B7EF-43A4-81EF-B5A7EA35616B}"/>
              </a:ext>
            </a:extLst>
          </p:cNvPr>
          <p:cNvSpPr>
            <a:spLocks noGrp="1"/>
          </p:cNvSpPr>
          <p:nvPr>
            <p:ph type="dt" sz="half" idx="10"/>
          </p:nvPr>
        </p:nvSpPr>
        <p:spPr/>
        <p:txBody>
          <a:bodyPr/>
          <a:lstStyle/>
          <a:p>
            <a:fld id="{F4D57BDD-E64A-4D27-8978-82FFCA18A12C}" type="datetimeFigureOut">
              <a:rPr lang="en-US" smtClean="0"/>
              <a:t>5/17/2022</a:t>
            </a:fld>
            <a:endParaRPr lang="en-US"/>
          </a:p>
        </p:txBody>
      </p:sp>
      <p:sp>
        <p:nvSpPr>
          <p:cNvPr id="5" name="Footer Placeholder 4">
            <a:extLst>
              <a:ext uri="{FF2B5EF4-FFF2-40B4-BE49-F238E27FC236}">
                <a16:creationId xmlns:a16="http://schemas.microsoft.com/office/drawing/2014/main" id="{66809DFB-4410-42BF-B886-C984E3A53F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6487E8-E9A0-429E-88E5-34B1BE86BD23}"/>
              </a:ext>
            </a:extLst>
          </p:cNvPr>
          <p:cNvSpPr>
            <a:spLocks noGrp="1"/>
          </p:cNvSpPr>
          <p:nvPr>
            <p:ph type="sldNum" sz="quarter" idx="12"/>
          </p:nvPr>
        </p:nvSpPr>
        <p:spPr/>
        <p:txBody>
          <a:bodyPr/>
          <a:lstStyle/>
          <a:p>
            <a:fld id="{D643A852-0206-46AC-B0EB-645612933129}" type="slidenum">
              <a:rPr lang="en-US" smtClean="0"/>
              <a:t>‹Nº›</a:t>
            </a:fld>
            <a:endParaRPr lang="en-US"/>
          </a:p>
        </p:txBody>
      </p:sp>
    </p:spTree>
    <p:extLst>
      <p:ext uri="{BB962C8B-B14F-4D97-AF65-F5344CB8AC3E}">
        <p14:creationId xmlns:p14="http://schemas.microsoft.com/office/powerpoint/2010/main" val="19225511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A97AB2-5006-4FAF-897A-A3834D5ED1E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0DC49F1B-FE2F-4CC9-9E49-E5CF9D3B1A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82E2E93B-DEF1-42F7-A963-BA062B2B8B82}"/>
              </a:ext>
            </a:extLst>
          </p:cNvPr>
          <p:cNvSpPr>
            <a:spLocks noGrp="1"/>
          </p:cNvSpPr>
          <p:nvPr>
            <p:ph type="dt" sz="half" idx="10"/>
          </p:nvPr>
        </p:nvSpPr>
        <p:spPr/>
        <p:txBody>
          <a:bodyPr/>
          <a:lstStyle/>
          <a:p>
            <a:fld id="{27F44E46-A427-4F6E-B0BF-D141E0CAD340}" type="datetimeFigureOut">
              <a:rPr lang="es-CO" smtClean="0"/>
              <a:t>17/05/2022</a:t>
            </a:fld>
            <a:endParaRPr lang="es-CO"/>
          </a:p>
        </p:txBody>
      </p:sp>
      <p:sp>
        <p:nvSpPr>
          <p:cNvPr id="5" name="Marcador de pie de página 4">
            <a:extLst>
              <a:ext uri="{FF2B5EF4-FFF2-40B4-BE49-F238E27FC236}">
                <a16:creationId xmlns:a16="http://schemas.microsoft.com/office/drawing/2014/main" id="{7C93BED7-0CF0-487E-8904-77500E52A5D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EDCE229-9A2E-4AA2-92B3-53D330D759A4}"/>
              </a:ext>
            </a:extLst>
          </p:cNvPr>
          <p:cNvSpPr>
            <a:spLocks noGrp="1"/>
          </p:cNvSpPr>
          <p:nvPr>
            <p:ph type="sldNum" sz="quarter" idx="12"/>
          </p:nvPr>
        </p:nvSpPr>
        <p:spPr/>
        <p:txBody>
          <a:bodyPr/>
          <a:lstStyle/>
          <a:p>
            <a:fld id="{90072EFF-FC5C-40BD-AE9C-95564962DD40}" type="slidenum">
              <a:rPr lang="es-CO" smtClean="0"/>
              <a:t>‹Nº›</a:t>
            </a:fld>
            <a:endParaRPr lang="es-CO"/>
          </a:p>
        </p:txBody>
      </p:sp>
    </p:spTree>
    <p:extLst>
      <p:ext uri="{BB962C8B-B14F-4D97-AF65-F5344CB8AC3E}">
        <p14:creationId xmlns:p14="http://schemas.microsoft.com/office/powerpoint/2010/main" val="30968538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78A364-434B-4D86-B2B8-8AA74FF92853}"/>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5311B9B-4381-46D9-B988-63989F7527A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5FB9F901-F305-455D-AAF1-F92F09D6442C}"/>
              </a:ext>
            </a:extLst>
          </p:cNvPr>
          <p:cNvSpPr>
            <a:spLocks noGrp="1"/>
          </p:cNvSpPr>
          <p:nvPr>
            <p:ph type="dt" sz="half" idx="10"/>
          </p:nvPr>
        </p:nvSpPr>
        <p:spPr/>
        <p:txBody>
          <a:bodyPr/>
          <a:lstStyle/>
          <a:p>
            <a:fld id="{27F44E46-A427-4F6E-B0BF-D141E0CAD340}" type="datetimeFigureOut">
              <a:rPr lang="es-CO" smtClean="0"/>
              <a:t>17/05/2022</a:t>
            </a:fld>
            <a:endParaRPr lang="es-CO"/>
          </a:p>
        </p:txBody>
      </p:sp>
      <p:sp>
        <p:nvSpPr>
          <p:cNvPr id="5" name="Marcador de pie de página 4">
            <a:extLst>
              <a:ext uri="{FF2B5EF4-FFF2-40B4-BE49-F238E27FC236}">
                <a16:creationId xmlns:a16="http://schemas.microsoft.com/office/drawing/2014/main" id="{99C0CDE5-F334-4ED5-B3DA-E48B5346073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F0D7FAE-8A30-4533-BDB1-46B1AE637892}"/>
              </a:ext>
            </a:extLst>
          </p:cNvPr>
          <p:cNvSpPr>
            <a:spLocks noGrp="1"/>
          </p:cNvSpPr>
          <p:nvPr>
            <p:ph type="sldNum" sz="quarter" idx="12"/>
          </p:nvPr>
        </p:nvSpPr>
        <p:spPr/>
        <p:txBody>
          <a:bodyPr/>
          <a:lstStyle/>
          <a:p>
            <a:fld id="{90072EFF-FC5C-40BD-AE9C-95564962DD40}" type="slidenum">
              <a:rPr lang="es-CO" smtClean="0"/>
              <a:t>‹Nº›</a:t>
            </a:fld>
            <a:endParaRPr lang="es-CO"/>
          </a:p>
        </p:txBody>
      </p:sp>
    </p:spTree>
    <p:extLst>
      <p:ext uri="{BB962C8B-B14F-4D97-AF65-F5344CB8AC3E}">
        <p14:creationId xmlns:p14="http://schemas.microsoft.com/office/powerpoint/2010/main" val="1838832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36FFAB-6B3E-4A0F-8365-1CE433E65D2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4D20203-8401-43C7-AFE3-B7F7218AE3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73B79531-8A21-4691-B6F1-3A580F82CE95}"/>
              </a:ext>
            </a:extLst>
          </p:cNvPr>
          <p:cNvSpPr>
            <a:spLocks noGrp="1"/>
          </p:cNvSpPr>
          <p:nvPr>
            <p:ph type="dt" sz="half" idx="10"/>
          </p:nvPr>
        </p:nvSpPr>
        <p:spPr/>
        <p:txBody>
          <a:bodyPr/>
          <a:lstStyle/>
          <a:p>
            <a:fld id="{27F44E46-A427-4F6E-B0BF-D141E0CAD340}" type="datetimeFigureOut">
              <a:rPr lang="es-CO" smtClean="0"/>
              <a:t>17/05/2022</a:t>
            </a:fld>
            <a:endParaRPr lang="es-CO"/>
          </a:p>
        </p:txBody>
      </p:sp>
      <p:sp>
        <p:nvSpPr>
          <p:cNvPr id="5" name="Marcador de pie de página 4">
            <a:extLst>
              <a:ext uri="{FF2B5EF4-FFF2-40B4-BE49-F238E27FC236}">
                <a16:creationId xmlns:a16="http://schemas.microsoft.com/office/drawing/2014/main" id="{5C8C1F49-CA18-4FC8-942F-85083E9E141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D69E290-A4CA-4952-883D-9F9CB71F94A6}"/>
              </a:ext>
            </a:extLst>
          </p:cNvPr>
          <p:cNvSpPr>
            <a:spLocks noGrp="1"/>
          </p:cNvSpPr>
          <p:nvPr>
            <p:ph type="sldNum" sz="quarter" idx="12"/>
          </p:nvPr>
        </p:nvSpPr>
        <p:spPr/>
        <p:txBody>
          <a:bodyPr/>
          <a:lstStyle/>
          <a:p>
            <a:fld id="{90072EFF-FC5C-40BD-AE9C-95564962DD40}" type="slidenum">
              <a:rPr lang="es-CO" smtClean="0"/>
              <a:t>‹Nº›</a:t>
            </a:fld>
            <a:endParaRPr lang="es-CO"/>
          </a:p>
        </p:txBody>
      </p:sp>
    </p:spTree>
    <p:extLst>
      <p:ext uri="{BB962C8B-B14F-4D97-AF65-F5344CB8AC3E}">
        <p14:creationId xmlns:p14="http://schemas.microsoft.com/office/powerpoint/2010/main" val="13893600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CB2BBB-11F4-4EE5-959F-D233D98E8F91}"/>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965FD0ED-3968-4BA1-BFF3-F044779F1A9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EC1DA263-73D3-4E9E-AB34-7955DFB2069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534F9556-8A6E-4D34-9CE6-8C5406F1CB43}"/>
              </a:ext>
            </a:extLst>
          </p:cNvPr>
          <p:cNvSpPr>
            <a:spLocks noGrp="1"/>
          </p:cNvSpPr>
          <p:nvPr>
            <p:ph type="dt" sz="half" idx="10"/>
          </p:nvPr>
        </p:nvSpPr>
        <p:spPr/>
        <p:txBody>
          <a:bodyPr/>
          <a:lstStyle/>
          <a:p>
            <a:fld id="{27F44E46-A427-4F6E-B0BF-D141E0CAD340}" type="datetimeFigureOut">
              <a:rPr lang="es-CO" smtClean="0"/>
              <a:t>17/05/2022</a:t>
            </a:fld>
            <a:endParaRPr lang="es-CO"/>
          </a:p>
        </p:txBody>
      </p:sp>
      <p:sp>
        <p:nvSpPr>
          <p:cNvPr id="6" name="Marcador de pie de página 5">
            <a:extLst>
              <a:ext uri="{FF2B5EF4-FFF2-40B4-BE49-F238E27FC236}">
                <a16:creationId xmlns:a16="http://schemas.microsoft.com/office/drawing/2014/main" id="{13706C35-9771-4DF3-B4EA-A88F71B664D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E5AD4979-A674-4EF4-983C-8C60F9AA18AF}"/>
              </a:ext>
            </a:extLst>
          </p:cNvPr>
          <p:cNvSpPr>
            <a:spLocks noGrp="1"/>
          </p:cNvSpPr>
          <p:nvPr>
            <p:ph type="sldNum" sz="quarter" idx="12"/>
          </p:nvPr>
        </p:nvSpPr>
        <p:spPr/>
        <p:txBody>
          <a:bodyPr/>
          <a:lstStyle/>
          <a:p>
            <a:fld id="{90072EFF-FC5C-40BD-AE9C-95564962DD40}" type="slidenum">
              <a:rPr lang="es-CO" smtClean="0"/>
              <a:t>‹Nº›</a:t>
            </a:fld>
            <a:endParaRPr lang="es-CO"/>
          </a:p>
        </p:txBody>
      </p:sp>
    </p:spTree>
    <p:extLst>
      <p:ext uri="{BB962C8B-B14F-4D97-AF65-F5344CB8AC3E}">
        <p14:creationId xmlns:p14="http://schemas.microsoft.com/office/powerpoint/2010/main" val="1395408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5BB1E8-642B-4814-9749-BCBE6732ABA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1F236E9-FC00-4E47-B81A-711CAC26E7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4A97866-F26D-4A2E-A168-BD564CA615F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9BB97597-87C9-4B4E-B717-4D53005614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70F6729-2959-4EE2-982E-BB4BFA8ED29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57E4427-3518-4B42-B910-5C3767B41427}"/>
              </a:ext>
            </a:extLst>
          </p:cNvPr>
          <p:cNvSpPr>
            <a:spLocks noGrp="1"/>
          </p:cNvSpPr>
          <p:nvPr>
            <p:ph type="dt" sz="half" idx="10"/>
          </p:nvPr>
        </p:nvSpPr>
        <p:spPr/>
        <p:txBody>
          <a:bodyPr/>
          <a:lstStyle/>
          <a:p>
            <a:fld id="{27F44E46-A427-4F6E-B0BF-D141E0CAD340}" type="datetimeFigureOut">
              <a:rPr lang="es-CO" smtClean="0"/>
              <a:t>17/05/2022</a:t>
            </a:fld>
            <a:endParaRPr lang="es-CO"/>
          </a:p>
        </p:txBody>
      </p:sp>
      <p:sp>
        <p:nvSpPr>
          <p:cNvPr id="8" name="Marcador de pie de página 7">
            <a:extLst>
              <a:ext uri="{FF2B5EF4-FFF2-40B4-BE49-F238E27FC236}">
                <a16:creationId xmlns:a16="http://schemas.microsoft.com/office/drawing/2014/main" id="{C0BD7B28-4C27-4817-9DD2-1501B5AA691F}"/>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26651142-4B6D-4A0A-9173-78EEF342120F}"/>
              </a:ext>
            </a:extLst>
          </p:cNvPr>
          <p:cNvSpPr>
            <a:spLocks noGrp="1"/>
          </p:cNvSpPr>
          <p:nvPr>
            <p:ph type="sldNum" sz="quarter" idx="12"/>
          </p:nvPr>
        </p:nvSpPr>
        <p:spPr/>
        <p:txBody>
          <a:bodyPr/>
          <a:lstStyle/>
          <a:p>
            <a:fld id="{90072EFF-FC5C-40BD-AE9C-95564962DD40}" type="slidenum">
              <a:rPr lang="es-CO" smtClean="0"/>
              <a:t>‹Nº›</a:t>
            </a:fld>
            <a:endParaRPr lang="es-CO"/>
          </a:p>
        </p:txBody>
      </p:sp>
    </p:spTree>
    <p:extLst>
      <p:ext uri="{BB962C8B-B14F-4D97-AF65-F5344CB8AC3E}">
        <p14:creationId xmlns:p14="http://schemas.microsoft.com/office/powerpoint/2010/main" val="8910500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C0483E-4515-4B0E-B4DE-FF164D5F090B}"/>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9F163295-7254-4D27-A555-082182D1A47A}"/>
              </a:ext>
            </a:extLst>
          </p:cNvPr>
          <p:cNvSpPr>
            <a:spLocks noGrp="1"/>
          </p:cNvSpPr>
          <p:nvPr>
            <p:ph type="dt" sz="half" idx="10"/>
          </p:nvPr>
        </p:nvSpPr>
        <p:spPr/>
        <p:txBody>
          <a:bodyPr/>
          <a:lstStyle/>
          <a:p>
            <a:fld id="{27F44E46-A427-4F6E-B0BF-D141E0CAD340}" type="datetimeFigureOut">
              <a:rPr lang="es-CO" smtClean="0"/>
              <a:t>17/05/2022</a:t>
            </a:fld>
            <a:endParaRPr lang="es-CO"/>
          </a:p>
        </p:txBody>
      </p:sp>
      <p:sp>
        <p:nvSpPr>
          <p:cNvPr id="4" name="Marcador de pie de página 3">
            <a:extLst>
              <a:ext uri="{FF2B5EF4-FFF2-40B4-BE49-F238E27FC236}">
                <a16:creationId xmlns:a16="http://schemas.microsoft.com/office/drawing/2014/main" id="{A0F17408-22B3-4004-AB24-45A5A99D2CD5}"/>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A2B897D7-3DA3-4C2D-8E53-C5EC36E2CA1B}"/>
              </a:ext>
            </a:extLst>
          </p:cNvPr>
          <p:cNvSpPr>
            <a:spLocks noGrp="1"/>
          </p:cNvSpPr>
          <p:nvPr>
            <p:ph type="sldNum" sz="quarter" idx="12"/>
          </p:nvPr>
        </p:nvSpPr>
        <p:spPr/>
        <p:txBody>
          <a:bodyPr/>
          <a:lstStyle/>
          <a:p>
            <a:fld id="{90072EFF-FC5C-40BD-AE9C-95564962DD40}" type="slidenum">
              <a:rPr lang="es-CO" smtClean="0"/>
              <a:t>‹Nº›</a:t>
            </a:fld>
            <a:endParaRPr lang="es-CO"/>
          </a:p>
        </p:txBody>
      </p:sp>
    </p:spTree>
    <p:extLst>
      <p:ext uri="{BB962C8B-B14F-4D97-AF65-F5344CB8AC3E}">
        <p14:creationId xmlns:p14="http://schemas.microsoft.com/office/powerpoint/2010/main" val="2992675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47B62F4-5DF0-42E4-9A73-260C90360501}"/>
              </a:ext>
            </a:extLst>
          </p:cNvPr>
          <p:cNvSpPr>
            <a:spLocks noGrp="1"/>
          </p:cNvSpPr>
          <p:nvPr>
            <p:ph type="dt" sz="half" idx="10"/>
          </p:nvPr>
        </p:nvSpPr>
        <p:spPr/>
        <p:txBody>
          <a:bodyPr/>
          <a:lstStyle/>
          <a:p>
            <a:fld id="{27F44E46-A427-4F6E-B0BF-D141E0CAD340}" type="datetimeFigureOut">
              <a:rPr lang="es-CO" smtClean="0"/>
              <a:t>17/05/2022</a:t>
            </a:fld>
            <a:endParaRPr lang="es-CO"/>
          </a:p>
        </p:txBody>
      </p:sp>
      <p:sp>
        <p:nvSpPr>
          <p:cNvPr id="3" name="Marcador de pie de página 2">
            <a:extLst>
              <a:ext uri="{FF2B5EF4-FFF2-40B4-BE49-F238E27FC236}">
                <a16:creationId xmlns:a16="http://schemas.microsoft.com/office/drawing/2014/main" id="{07135732-33D2-4120-BD27-D3944EFB51AC}"/>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19E9BB9-4F4A-4C84-B469-D6C601A582DA}"/>
              </a:ext>
            </a:extLst>
          </p:cNvPr>
          <p:cNvSpPr>
            <a:spLocks noGrp="1"/>
          </p:cNvSpPr>
          <p:nvPr>
            <p:ph type="sldNum" sz="quarter" idx="12"/>
          </p:nvPr>
        </p:nvSpPr>
        <p:spPr/>
        <p:txBody>
          <a:bodyPr/>
          <a:lstStyle/>
          <a:p>
            <a:fld id="{90072EFF-FC5C-40BD-AE9C-95564962DD40}" type="slidenum">
              <a:rPr lang="es-CO" smtClean="0"/>
              <a:t>‹Nº›</a:t>
            </a:fld>
            <a:endParaRPr lang="es-CO"/>
          </a:p>
        </p:txBody>
      </p:sp>
    </p:spTree>
    <p:extLst>
      <p:ext uri="{BB962C8B-B14F-4D97-AF65-F5344CB8AC3E}">
        <p14:creationId xmlns:p14="http://schemas.microsoft.com/office/powerpoint/2010/main" val="1846204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8ABF28-5623-4354-A355-C3C71E4D154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DE739E6C-5754-491A-9617-5631267CE1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D133B3D5-5A6E-477B-A789-F93A791A45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C608D72-CCDB-471C-9051-EE6833243AC0}"/>
              </a:ext>
            </a:extLst>
          </p:cNvPr>
          <p:cNvSpPr>
            <a:spLocks noGrp="1"/>
          </p:cNvSpPr>
          <p:nvPr>
            <p:ph type="dt" sz="half" idx="10"/>
          </p:nvPr>
        </p:nvSpPr>
        <p:spPr/>
        <p:txBody>
          <a:bodyPr/>
          <a:lstStyle/>
          <a:p>
            <a:fld id="{27F44E46-A427-4F6E-B0BF-D141E0CAD340}" type="datetimeFigureOut">
              <a:rPr lang="es-CO" smtClean="0"/>
              <a:t>17/05/2022</a:t>
            </a:fld>
            <a:endParaRPr lang="es-CO"/>
          </a:p>
        </p:txBody>
      </p:sp>
      <p:sp>
        <p:nvSpPr>
          <p:cNvPr id="6" name="Marcador de pie de página 5">
            <a:extLst>
              <a:ext uri="{FF2B5EF4-FFF2-40B4-BE49-F238E27FC236}">
                <a16:creationId xmlns:a16="http://schemas.microsoft.com/office/drawing/2014/main" id="{1E621F42-69F8-452B-9BCA-57FD96E66C9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0DC1AC7-A5C3-40CF-A6E8-8582BAAB5E60}"/>
              </a:ext>
            </a:extLst>
          </p:cNvPr>
          <p:cNvSpPr>
            <a:spLocks noGrp="1"/>
          </p:cNvSpPr>
          <p:nvPr>
            <p:ph type="sldNum" sz="quarter" idx="12"/>
          </p:nvPr>
        </p:nvSpPr>
        <p:spPr/>
        <p:txBody>
          <a:bodyPr/>
          <a:lstStyle/>
          <a:p>
            <a:fld id="{90072EFF-FC5C-40BD-AE9C-95564962DD40}" type="slidenum">
              <a:rPr lang="es-CO" smtClean="0"/>
              <a:t>‹Nº›</a:t>
            </a:fld>
            <a:endParaRPr lang="es-CO"/>
          </a:p>
        </p:txBody>
      </p:sp>
    </p:spTree>
    <p:extLst>
      <p:ext uri="{BB962C8B-B14F-4D97-AF65-F5344CB8AC3E}">
        <p14:creationId xmlns:p14="http://schemas.microsoft.com/office/powerpoint/2010/main" val="1585932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CB63DD-54F5-4ABB-B023-34C20662B7B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1EB9F41E-7014-461B-8E9F-3CDA455971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96176628-CD1E-4E5A-8F59-7EE99BDF20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FBE7C99-E0F0-4AD8-B899-9483514913C7}"/>
              </a:ext>
            </a:extLst>
          </p:cNvPr>
          <p:cNvSpPr>
            <a:spLocks noGrp="1"/>
          </p:cNvSpPr>
          <p:nvPr>
            <p:ph type="dt" sz="half" idx="10"/>
          </p:nvPr>
        </p:nvSpPr>
        <p:spPr/>
        <p:txBody>
          <a:bodyPr/>
          <a:lstStyle/>
          <a:p>
            <a:fld id="{27F44E46-A427-4F6E-B0BF-D141E0CAD340}" type="datetimeFigureOut">
              <a:rPr lang="es-CO" smtClean="0"/>
              <a:t>17/05/2022</a:t>
            </a:fld>
            <a:endParaRPr lang="es-CO"/>
          </a:p>
        </p:txBody>
      </p:sp>
      <p:sp>
        <p:nvSpPr>
          <p:cNvPr id="6" name="Marcador de pie de página 5">
            <a:extLst>
              <a:ext uri="{FF2B5EF4-FFF2-40B4-BE49-F238E27FC236}">
                <a16:creationId xmlns:a16="http://schemas.microsoft.com/office/drawing/2014/main" id="{FC417F86-2DDD-4DB7-A233-50EBA36BC8BB}"/>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D5462428-B695-4106-B333-8A989A9BDA1E}"/>
              </a:ext>
            </a:extLst>
          </p:cNvPr>
          <p:cNvSpPr>
            <a:spLocks noGrp="1"/>
          </p:cNvSpPr>
          <p:nvPr>
            <p:ph type="sldNum" sz="quarter" idx="12"/>
          </p:nvPr>
        </p:nvSpPr>
        <p:spPr/>
        <p:txBody>
          <a:bodyPr/>
          <a:lstStyle/>
          <a:p>
            <a:fld id="{90072EFF-FC5C-40BD-AE9C-95564962DD40}" type="slidenum">
              <a:rPr lang="es-CO" smtClean="0"/>
              <a:t>‹Nº›</a:t>
            </a:fld>
            <a:endParaRPr lang="es-CO"/>
          </a:p>
        </p:txBody>
      </p:sp>
    </p:spTree>
    <p:extLst>
      <p:ext uri="{BB962C8B-B14F-4D97-AF65-F5344CB8AC3E}">
        <p14:creationId xmlns:p14="http://schemas.microsoft.com/office/powerpoint/2010/main" val="14556699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0627B9-89BE-4C45-A9E0-4406B892666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F1756B8-4AF7-4598-A3C9-ADF09969D61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7097219-04CF-4E99-A1AD-4F907AFCB6AE}"/>
              </a:ext>
            </a:extLst>
          </p:cNvPr>
          <p:cNvSpPr>
            <a:spLocks noGrp="1"/>
          </p:cNvSpPr>
          <p:nvPr>
            <p:ph type="dt" sz="half" idx="10"/>
          </p:nvPr>
        </p:nvSpPr>
        <p:spPr/>
        <p:txBody>
          <a:bodyPr/>
          <a:lstStyle/>
          <a:p>
            <a:fld id="{27F44E46-A427-4F6E-B0BF-D141E0CAD340}" type="datetimeFigureOut">
              <a:rPr lang="es-CO" smtClean="0"/>
              <a:t>17/05/2022</a:t>
            </a:fld>
            <a:endParaRPr lang="es-CO"/>
          </a:p>
        </p:txBody>
      </p:sp>
      <p:sp>
        <p:nvSpPr>
          <p:cNvPr id="5" name="Marcador de pie de página 4">
            <a:extLst>
              <a:ext uri="{FF2B5EF4-FFF2-40B4-BE49-F238E27FC236}">
                <a16:creationId xmlns:a16="http://schemas.microsoft.com/office/drawing/2014/main" id="{2FFEC5DC-2248-443A-BA23-CFFF3BD446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6B7CF7C-89F6-474D-878B-67FB1EFB0C4C}"/>
              </a:ext>
            </a:extLst>
          </p:cNvPr>
          <p:cNvSpPr>
            <a:spLocks noGrp="1"/>
          </p:cNvSpPr>
          <p:nvPr>
            <p:ph type="sldNum" sz="quarter" idx="12"/>
          </p:nvPr>
        </p:nvSpPr>
        <p:spPr/>
        <p:txBody>
          <a:bodyPr/>
          <a:lstStyle/>
          <a:p>
            <a:fld id="{90072EFF-FC5C-40BD-AE9C-95564962DD40}" type="slidenum">
              <a:rPr lang="es-CO" smtClean="0"/>
              <a:t>‹Nº›</a:t>
            </a:fld>
            <a:endParaRPr lang="es-CO"/>
          </a:p>
        </p:txBody>
      </p:sp>
    </p:spTree>
    <p:extLst>
      <p:ext uri="{BB962C8B-B14F-4D97-AF65-F5344CB8AC3E}">
        <p14:creationId xmlns:p14="http://schemas.microsoft.com/office/powerpoint/2010/main" val="32455068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C8AAEA1-09D3-46B3-9300-2864183E76B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2F1A8ED8-E01A-457D-ACD2-1414C7896F6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5F03F3F-86A6-4B46-A4A4-28A30EC14F20}"/>
              </a:ext>
            </a:extLst>
          </p:cNvPr>
          <p:cNvSpPr>
            <a:spLocks noGrp="1"/>
          </p:cNvSpPr>
          <p:nvPr>
            <p:ph type="dt" sz="half" idx="10"/>
          </p:nvPr>
        </p:nvSpPr>
        <p:spPr/>
        <p:txBody>
          <a:bodyPr/>
          <a:lstStyle/>
          <a:p>
            <a:fld id="{27F44E46-A427-4F6E-B0BF-D141E0CAD340}" type="datetimeFigureOut">
              <a:rPr lang="es-CO" smtClean="0"/>
              <a:t>17/05/2022</a:t>
            </a:fld>
            <a:endParaRPr lang="es-CO"/>
          </a:p>
        </p:txBody>
      </p:sp>
      <p:sp>
        <p:nvSpPr>
          <p:cNvPr id="5" name="Marcador de pie de página 4">
            <a:extLst>
              <a:ext uri="{FF2B5EF4-FFF2-40B4-BE49-F238E27FC236}">
                <a16:creationId xmlns:a16="http://schemas.microsoft.com/office/drawing/2014/main" id="{519992F9-217C-4D18-8ECB-36C30E759CB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7495D15-9B90-4B38-A40B-CAA641F9A005}"/>
              </a:ext>
            </a:extLst>
          </p:cNvPr>
          <p:cNvSpPr>
            <a:spLocks noGrp="1"/>
          </p:cNvSpPr>
          <p:nvPr>
            <p:ph type="sldNum" sz="quarter" idx="12"/>
          </p:nvPr>
        </p:nvSpPr>
        <p:spPr/>
        <p:txBody>
          <a:bodyPr/>
          <a:lstStyle/>
          <a:p>
            <a:fld id="{90072EFF-FC5C-40BD-AE9C-95564962DD40}" type="slidenum">
              <a:rPr lang="es-CO" smtClean="0"/>
              <a:t>‹Nº›</a:t>
            </a:fld>
            <a:endParaRPr lang="es-CO"/>
          </a:p>
        </p:txBody>
      </p:sp>
    </p:spTree>
    <p:extLst>
      <p:ext uri="{BB962C8B-B14F-4D97-AF65-F5344CB8AC3E}">
        <p14:creationId xmlns:p14="http://schemas.microsoft.com/office/powerpoint/2010/main" val="41898105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5D5B3A-208D-4DD7-973E-6352E48228D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255EC4FA-88E0-4F31-97A2-2D89E0DBA8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1E722E63-D68B-4048-9F7D-7C27EB8905F7}"/>
              </a:ext>
            </a:extLst>
          </p:cNvPr>
          <p:cNvSpPr>
            <a:spLocks noGrp="1"/>
          </p:cNvSpPr>
          <p:nvPr>
            <p:ph type="dt" sz="half" idx="10"/>
          </p:nvPr>
        </p:nvSpPr>
        <p:spPr/>
        <p:txBody>
          <a:bodyPr/>
          <a:lstStyle/>
          <a:p>
            <a:fld id="{C4408324-A84C-4A45-93B6-78D079CCE772}" type="datetime1">
              <a:rPr lang="en-US" smtClean="0"/>
              <a:t>5/17/2022</a:t>
            </a:fld>
            <a:endParaRPr lang="en-US" dirty="0"/>
          </a:p>
        </p:txBody>
      </p:sp>
      <p:sp>
        <p:nvSpPr>
          <p:cNvPr id="5" name="Marcador de pie de página 4">
            <a:extLst>
              <a:ext uri="{FF2B5EF4-FFF2-40B4-BE49-F238E27FC236}">
                <a16:creationId xmlns:a16="http://schemas.microsoft.com/office/drawing/2014/main" id="{43D9D632-32AC-45E8-9B9B-16916E19DC3A}"/>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2C7084BB-FEE0-4EDB-960A-D0856E19BF8E}"/>
              </a:ext>
            </a:extLst>
          </p:cNvPr>
          <p:cNvSpPr>
            <a:spLocks noGrp="1"/>
          </p:cNvSpPr>
          <p:nvPr>
            <p:ph type="sldNum" sz="quarter" idx="12"/>
          </p:nvPr>
        </p:nvSpPr>
        <p:spPr/>
        <p:txBody>
          <a:bodyPr/>
          <a:lstStyle/>
          <a:p>
            <a:pPr algn="l"/>
            <a:fld id="{FAEF9944-A4F6-4C59-AEBD-678D6480B8EA}" type="slidenum">
              <a:rPr lang="en-US" smtClean="0"/>
              <a:pPr algn="l"/>
              <a:t>‹Nº›</a:t>
            </a:fld>
            <a:endParaRPr lang="en-US" dirty="0"/>
          </a:p>
        </p:txBody>
      </p:sp>
    </p:spTree>
    <p:extLst>
      <p:ext uri="{BB962C8B-B14F-4D97-AF65-F5344CB8AC3E}">
        <p14:creationId xmlns:p14="http://schemas.microsoft.com/office/powerpoint/2010/main" val="2857485907"/>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36D661-8E8B-49F4-B247-EB552228629B}"/>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92E372AE-9CC9-42FA-824B-1784594576C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A439008-A4AE-4A7C-B782-147D4EAC15F4}"/>
              </a:ext>
            </a:extLst>
          </p:cNvPr>
          <p:cNvSpPr>
            <a:spLocks noGrp="1"/>
          </p:cNvSpPr>
          <p:nvPr>
            <p:ph type="dt" sz="half" idx="10"/>
          </p:nvPr>
        </p:nvSpPr>
        <p:spPr/>
        <p:txBody>
          <a:bodyPr/>
          <a:lstStyle/>
          <a:p>
            <a:fld id="{C4408324-A84C-4A45-93B6-78D079CCE772}" type="datetime1">
              <a:rPr lang="en-US" smtClean="0"/>
              <a:t>5/17/2022</a:t>
            </a:fld>
            <a:endParaRPr lang="en-US" dirty="0"/>
          </a:p>
        </p:txBody>
      </p:sp>
      <p:sp>
        <p:nvSpPr>
          <p:cNvPr id="5" name="Marcador de pie de página 4">
            <a:extLst>
              <a:ext uri="{FF2B5EF4-FFF2-40B4-BE49-F238E27FC236}">
                <a16:creationId xmlns:a16="http://schemas.microsoft.com/office/drawing/2014/main" id="{1E8F34EE-4CED-4B11-8DC7-0C90B839C635}"/>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75BBFF68-1FD5-4F32-B47C-434980D69AF8}"/>
              </a:ext>
            </a:extLst>
          </p:cNvPr>
          <p:cNvSpPr>
            <a:spLocks noGrp="1"/>
          </p:cNvSpPr>
          <p:nvPr>
            <p:ph type="sldNum" sz="quarter" idx="12"/>
          </p:nvPr>
        </p:nvSpPr>
        <p:spPr/>
        <p:txBody>
          <a:bodyPr/>
          <a:lstStyle/>
          <a:p>
            <a:pPr algn="l"/>
            <a:fld id="{FAEF9944-A4F6-4C59-AEBD-678D6480B8EA}" type="slidenum">
              <a:rPr lang="en-US" smtClean="0"/>
              <a:pPr algn="l"/>
              <a:t>‹Nº›</a:t>
            </a:fld>
            <a:endParaRPr lang="en-US" dirty="0"/>
          </a:p>
        </p:txBody>
      </p:sp>
    </p:spTree>
    <p:extLst>
      <p:ext uri="{BB962C8B-B14F-4D97-AF65-F5344CB8AC3E}">
        <p14:creationId xmlns:p14="http://schemas.microsoft.com/office/powerpoint/2010/main" val="4207608501"/>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FDEC6E-3E38-4C1A-AB77-AD97CD9471A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6B4C53B1-5C35-47A4-BBFA-42889B0C61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E20FE9C-6314-4507-BB6F-D529396D4F8F}"/>
              </a:ext>
            </a:extLst>
          </p:cNvPr>
          <p:cNvSpPr>
            <a:spLocks noGrp="1"/>
          </p:cNvSpPr>
          <p:nvPr>
            <p:ph type="dt" sz="half" idx="10"/>
          </p:nvPr>
        </p:nvSpPr>
        <p:spPr/>
        <p:txBody>
          <a:bodyPr/>
          <a:lstStyle/>
          <a:p>
            <a:fld id="{C4408324-A84C-4A45-93B6-78D079CCE772}" type="datetime1">
              <a:rPr lang="en-US" smtClean="0"/>
              <a:t>5/17/2022</a:t>
            </a:fld>
            <a:endParaRPr lang="en-US" dirty="0"/>
          </a:p>
        </p:txBody>
      </p:sp>
      <p:sp>
        <p:nvSpPr>
          <p:cNvPr id="5" name="Marcador de pie de página 4">
            <a:extLst>
              <a:ext uri="{FF2B5EF4-FFF2-40B4-BE49-F238E27FC236}">
                <a16:creationId xmlns:a16="http://schemas.microsoft.com/office/drawing/2014/main" id="{4D88E708-BA75-4898-BA45-67B90C83819C}"/>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7F9E1E73-7A06-40AE-AD61-848183F1C01B}"/>
              </a:ext>
            </a:extLst>
          </p:cNvPr>
          <p:cNvSpPr>
            <a:spLocks noGrp="1"/>
          </p:cNvSpPr>
          <p:nvPr>
            <p:ph type="sldNum" sz="quarter" idx="12"/>
          </p:nvPr>
        </p:nvSpPr>
        <p:spPr/>
        <p:txBody>
          <a:bodyPr/>
          <a:lstStyle/>
          <a:p>
            <a:pPr algn="l"/>
            <a:fld id="{FAEF9944-A4F6-4C59-AEBD-678D6480B8EA}" type="slidenum">
              <a:rPr lang="en-US" smtClean="0"/>
              <a:pPr algn="l"/>
              <a:t>‹Nº›</a:t>
            </a:fld>
            <a:endParaRPr lang="en-US" dirty="0"/>
          </a:p>
        </p:txBody>
      </p:sp>
    </p:spTree>
    <p:extLst>
      <p:ext uri="{BB962C8B-B14F-4D97-AF65-F5344CB8AC3E}">
        <p14:creationId xmlns:p14="http://schemas.microsoft.com/office/powerpoint/2010/main" val="2896860100"/>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EE353C-A0B2-48E0-BF4A-8234C3C226D1}"/>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38863137-42E2-4717-AA02-6C7B905A8BAB}"/>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437CB5E0-1DBC-4EA0-9FE8-DF1D465EC20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CC0EFDEC-3658-4FC0-9A2B-EECBEE35DBAC}"/>
              </a:ext>
            </a:extLst>
          </p:cNvPr>
          <p:cNvSpPr>
            <a:spLocks noGrp="1"/>
          </p:cNvSpPr>
          <p:nvPr>
            <p:ph type="dt" sz="half" idx="10"/>
          </p:nvPr>
        </p:nvSpPr>
        <p:spPr/>
        <p:txBody>
          <a:bodyPr/>
          <a:lstStyle/>
          <a:p>
            <a:fld id="{C4408324-A84C-4A45-93B6-78D079CCE772}" type="datetime1">
              <a:rPr lang="en-US" smtClean="0"/>
              <a:t>5/17/2022</a:t>
            </a:fld>
            <a:endParaRPr lang="en-US" dirty="0"/>
          </a:p>
        </p:txBody>
      </p:sp>
      <p:sp>
        <p:nvSpPr>
          <p:cNvPr id="6" name="Marcador de pie de página 5">
            <a:extLst>
              <a:ext uri="{FF2B5EF4-FFF2-40B4-BE49-F238E27FC236}">
                <a16:creationId xmlns:a16="http://schemas.microsoft.com/office/drawing/2014/main" id="{B09C704B-BA19-47B6-88F5-407285E3360E}"/>
              </a:ext>
            </a:extLst>
          </p:cNvPr>
          <p:cNvSpPr>
            <a:spLocks noGrp="1"/>
          </p:cNvSpPr>
          <p:nvPr>
            <p:ph type="ftr" sz="quarter" idx="11"/>
          </p:nvPr>
        </p:nvSpPr>
        <p:spPr/>
        <p:txBody>
          <a:bodyPr/>
          <a:lstStyle/>
          <a:p>
            <a:endParaRPr lang="en-US" dirty="0"/>
          </a:p>
        </p:txBody>
      </p:sp>
      <p:sp>
        <p:nvSpPr>
          <p:cNvPr id="7" name="Marcador de número de diapositiva 6">
            <a:extLst>
              <a:ext uri="{FF2B5EF4-FFF2-40B4-BE49-F238E27FC236}">
                <a16:creationId xmlns:a16="http://schemas.microsoft.com/office/drawing/2014/main" id="{B1E26C72-42D0-4858-B3CA-D135E6942B52}"/>
              </a:ext>
            </a:extLst>
          </p:cNvPr>
          <p:cNvSpPr>
            <a:spLocks noGrp="1"/>
          </p:cNvSpPr>
          <p:nvPr>
            <p:ph type="sldNum" sz="quarter" idx="12"/>
          </p:nvPr>
        </p:nvSpPr>
        <p:spPr/>
        <p:txBody>
          <a:bodyPr/>
          <a:lstStyle/>
          <a:p>
            <a:pPr algn="l"/>
            <a:fld id="{FAEF9944-A4F6-4C59-AEBD-678D6480B8EA}" type="slidenum">
              <a:rPr lang="en-US" smtClean="0"/>
              <a:pPr algn="l"/>
              <a:t>‹Nº›</a:t>
            </a:fld>
            <a:endParaRPr lang="en-US" dirty="0"/>
          </a:p>
        </p:txBody>
      </p:sp>
    </p:spTree>
    <p:extLst>
      <p:ext uri="{BB962C8B-B14F-4D97-AF65-F5344CB8AC3E}">
        <p14:creationId xmlns:p14="http://schemas.microsoft.com/office/powerpoint/2010/main" val="1483541683"/>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40F5BE-E041-438B-BBC5-868A8ED9FAF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B50E1B3C-D7D5-4B4A-8336-9AE60F955A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A16F8746-AF76-49C8-8312-AA2E0E8A9A06}"/>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D9C8B5A6-A962-4D7B-9FAB-D58A41ECB8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6EB18CA-E717-4DB0-B49C-ED8284ECC7D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7342684D-766C-4A50-8C02-9D98F12B4DFB}"/>
              </a:ext>
            </a:extLst>
          </p:cNvPr>
          <p:cNvSpPr>
            <a:spLocks noGrp="1"/>
          </p:cNvSpPr>
          <p:nvPr>
            <p:ph type="dt" sz="half" idx="10"/>
          </p:nvPr>
        </p:nvSpPr>
        <p:spPr/>
        <p:txBody>
          <a:bodyPr/>
          <a:lstStyle/>
          <a:p>
            <a:fld id="{C4408324-A84C-4A45-93B6-78D079CCE772}" type="datetime1">
              <a:rPr lang="en-US" smtClean="0"/>
              <a:t>5/17/2022</a:t>
            </a:fld>
            <a:endParaRPr lang="en-US" dirty="0"/>
          </a:p>
        </p:txBody>
      </p:sp>
      <p:sp>
        <p:nvSpPr>
          <p:cNvPr id="8" name="Marcador de pie de página 7">
            <a:extLst>
              <a:ext uri="{FF2B5EF4-FFF2-40B4-BE49-F238E27FC236}">
                <a16:creationId xmlns:a16="http://schemas.microsoft.com/office/drawing/2014/main" id="{65ADFD5D-03ED-472A-85C1-9C9374BC3BF7}"/>
              </a:ext>
            </a:extLst>
          </p:cNvPr>
          <p:cNvSpPr>
            <a:spLocks noGrp="1"/>
          </p:cNvSpPr>
          <p:nvPr>
            <p:ph type="ftr" sz="quarter" idx="11"/>
          </p:nvPr>
        </p:nvSpPr>
        <p:spPr/>
        <p:txBody>
          <a:bodyPr/>
          <a:lstStyle/>
          <a:p>
            <a:endParaRPr lang="en-US" dirty="0"/>
          </a:p>
        </p:txBody>
      </p:sp>
      <p:sp>
        <p:nvSpPr>
          <p:cNvPr id="9" name="Marcador de número de diapositiva 8">
            <a:extLst>
              <a:ext uri="{FF2B5EF4-FFF2-40B4-BE49-F238E27FC236}">
                <a16:creationId xmlns:a16="http://schemas.microsoft.com/office/drawing/2014/main" id="{DEBEEF0E-A552-45BF-B181-357E7EF96102}"/>
              </a:ext>
            </a:extLst>
          </p:cNvPr>
          <p:cNvSpPr>
            <a:spLocks noGrp="1"/>
          </p:cNvSpPr>
          <p:nvPr>
            <p:ph type="sldNum" sz="quarter" idx="12"/>
          </p:nvPr>
        </p:nvSpPr>
        <p:spPr/>
        <p:txBody>
          <a:bodyPr/>
          <a:lstStyle/>
          <a:p>
            <a:pPr algn="l"/>
            <a:fld id="{FAEF9944-A4F6-4C59-AEBD-678D6480B8EA}" type="slidenum">
              <a:rPr lang="en-US" smtClean="0"/>
              <a:pPr algn="l"/>
              <a:t>‹Nº›</a:t>
            </a:fld>
            <a:endParaRPr lang="en-US" dirty="0"/>
          </a:p>
        </p:txBody>
      </p:sp>
    </p:spTree>
    <p:extLst>
      <p:ext uri="{BB962C8B-B14F-4D97-AF65-F5344CB8AC3E}">
        <p14:creationId xmlns:p14="http://schemas.microsoft.com/office/powerpoint/2010/main" val="3048707315"/>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D4190D-90E7-424A-A266-597FA10EBABD}"/>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0195BBE5-BB1F-46CF-B226-90CCEF015FD3}"/>
              </a:ext>
            </a:extLst>
          </p:cNvPr>
          <p:cNvSpPr>
            <a:spLocks noGrp="1"/>
          </p:cNvSpPr>
          <p:nvPr>
            <p:ph type="dt" sz="half" idx="10"/>
          </p:nvPr>
        </p:nvSpPr>
        <p:spPr/>
        <p:txBody>
          <a:bodyPr/>
          <a:lstStyle/>
          <a:p>
            <a:fld id="{C4408324-A84C-4A45-93B6-78D079CCE772}" type="datetime1">
              <a:rPr lang="en-US" smtClean="0"/>
              <a:t>5/17/2022</a:t>
            </a:fld>
            <a:endParaRPr lang="en-US" dirty="0"/>
          </a:p>
        </p:txBody>
      </p:sp>
      <p:sp>
        <p:nvSpPr>
          <p:cNvPr id="4" name="Marcador de pie de página 3">
            <a:extLst>
              <a:ext uri="{FF2B5EF4-FFF2-40B4-BE49-F238E27FC236}">
                <a16:creationId xmlns:a16="http://schemas.microsoft.com/office/drawing/2014/main" id="{9C5DB0D0-9E47-4128-9C7A-28693C7BD509}"/>
              </a:ext>
            </a:extLst>
          </p:cNvPr>
          <p:cNvSpPr>
            <a:spLocks noGrp="1"/>
          </p:cNvSpPr>
          <p:nvPr>
            <p:ph type="ftr" sz="quarter" idx="11"/>
          </p:nvPr>
        </p:nvSpPr>
        <p:spPr/>
        <p:txBody>
          <a:bodyPr/>
          <a:lstStyle/>
          <a:p>
            <a:endParaRPr lang="en-US" dirty="0"/>
          </a:p>
        </p:txBody>
      </p:sp>
      <p:sp>
        <p:nvSpPr>
          <p:cNvPr id="5" name="Marcador de número de diapositiva 4">
            <a:extLst>
              <a:ext uri="{FF2B5EF4-FFF2-40B4-BE49-F238E27FC236}">
                <a16:creationId xmlns:a16="http://schemas.microsoft.com/office/drawing/2014/main" id="{630D478E-0000-453B-9CC1-D1CB5782A47F}"/>
              </a:ext>
            </a:extLst>
          </p:cNvPr>
          <p:cNvSpPr>
            <a:spLocks noGrp="1"/>
          </p:cNvSpPr>
          <p:nvPr>
            <p:ph type="sldNum" sz="quarter" idx="12"/>
          </p:nvPr>
        </p:nvSpPr>
        <p:spPr/>
        <p:txBody>
          <a:bodyPr/>
          <a:lstStyle/>
          <a:p>
            <a:pPr algn="l"/>
            <a:fld id="{FAEF9944-A4F6-4C59-AEBD-678D6480B8EA}" type="slidenum">
              <a:rPr lang="en-US" smtClean="0"/>
              <a:pPr algn="l"/>
              <a:t>‹Nº›</a:t>
            </a:fld>
            <a:endParaRPr lang="en-US" dirty="0"/>
          </a:p>
        </p:txBody>
      </p:sp>
    </p:spTree>
    <p:extLst>
      <p:ext uri="{BB962C8B-B14F-4D97-AF65-F5344CB8AC3E}">
        <p14:creationId xmlns:p14="http://schemas.microsoft.com/office/powerpoint/2010/main" val="2110854164"/>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4CA60F2-6834-472D-9C9A-F2AC1F35BA61}"/>
              </a:ext>
            </a:extLst>
          </p:cNvPr>
          <p:cNvSpPr>
            <a:spLocks noGrp="1"/>
          </p:cNvSpPr>
          <p:nvPr>
            <p:ph type="dt" sz="half" idx="10"/>
          </p:nvPr>
        </p:nvSpPr>
        <p:spPr/>
        <p:txBody>
          <a:bodyPr/>
          <a:lstStyle/>
          <a:p>
            <a:fld id="{C4408324-A84C-4A45-93B6-78D079CCE772}" type="datetime1">
              <a:rPr lang="en-US" smtClean="0"/>
              <a:t>5/17/2022</a:t>
            </a:fld>
            <a:endParaRPr lang="en-US" dirty="0"/>
          </a:p>
        </p:txBody>
      </p:sp>
      <p:sp>
        <p:nvSpPr>
          <p:cNvPr id="3" name="Marcador de pie de página 2">
            <a:extLst>
              <a:ext uri="{FF2B5EF4-FFF2-40B4-BE49-F238E27FC236}">
                <a16:creationId xmlns:a16="http://schemas.microsoft.com/office/drawing/2014/main" id="{39CBF9A1-AD98-4821-BB11-93E5E6BF99A6}"/>
              </a:ext>
            </a:extLst>
          </p:cNvPr>
          <p:cNvSpPr>
            <a:spLocks noGrp="1"/>
          </p:cNvSpPr>
          <p:nvPr>
            <p:ph type="ftr" sz="quarter" idx="11"/>
          </p:nvPr>
        </p:nvSpPr>
        <p:spPr/>
        <p:txBody>
          <a:bodyPr/>
          <a:lstStyle/>
          <a:p>
            <a:endParaRPr lang="en-US" dirty="0"/>
          </a:p>
        </p:txBody>
      </p:sp>
      <p:sp>
        <p:nvSpPr>
          <p:cNvPr id="4" name="Marcador de número de diapositiva 3">
            <a:extLst>
              <a:ext uri="{FF2B5EF4-FFF2-40B4-BE49-F238E27FC236}">
                <a16:creationId xmlns:a16="http://schemas.microsoft.com/office/drawing/2014/main" id="{4006D62F-4A97-4D27-821D-8A8AFC8618F3}"/>
              </a:ext>
            </a:extLst>
          </p:cNvPr>
          <p:cNvSpPr>
            <a:spLocks noGrp="1"/>
          </p:cNvSpPr>
          <p:nvPr>
            <p:ph type="sldNum" sz="quarter" idx="12"/>
          </p:nvPr>
        </p:nvSpPr>
        <p:spPr/>
        <p:txBody>
          <a:bodyPr/>
          <a:lstStyle/>
          <a:p>
            <a:pPr algn="l"/>
            <a:fld id="{FAEF9944-A4F6-4C59-AEBD-678D6480B8EA}" type="slidenum">
              <a:rPr lang="en-US" smtClean="0"/>
              <a:pPr algn="l"/>
              <a:t>‹Nº›</a:t>
            </a:fld>
            <a:endParaRPr lang="en-US" dirty="0"/>
          </a:p>
        </p:txBody>
      </p:sp>
    </p:spTree>
    <p:extLst>
      <p:ext uri="{BB962C8B-B14F-4D97-AF65-F5344CB8AC3E}">
        <p14:creationId xmlns:p14="http://schemas.microsoft.com/office/powerpoint/2010/main" val="35561263"/>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519ECE-667B-43B7-9601-BF222490085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A3D8300B-2C4B-406C-A68E-D024BC6A13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24843CC8-EAF2-47DA-A343-EDFDF9C020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7C770F2-B5B6-4FC7-A560-2102546DCD87}"/>
              </a:ext>
            </a:extLst>
          </p:cNvPr>
          <p:cNvSpPr>
            <a:spLocks noGrp="1"/>
          </p:cNvSpPr>
          <p:nvPr>
            <p:ph type="dt" sz="half" idx="10"/>
          </p:nvPr>
        </p:nvSpPr>
        <p:spPr/>
        <p:txBody>
          <a:bodyPr/>
          <a:lstStyle/>
          <a:p>
            <a:fld id="{C4408324-A84C-4A45-93B6-78D079CCE772}" type="datetime1">
              <a:rPr lang="en-US" smtClean="0"/>
              <a:t>5/17/2022</a:t>
            </a:fld>
            <a:endParaRPr lang="en-US" dirty="0"/>
          </a:p>
        </p:txBody>
      </p:sp>
      <p:sp>
        <p:nvSpPr>
          <p:cNvPr id="6" name="Marcador de pie de página 5">
            <a:extLst>
              <a:ext uri="{FF2B5EF4-FFF2-40B4-BE49-F238E27FC236}">
                <a16:creationId xmlns:a16="http://schemas.microsoft.com/office/drawing/2014/main" id="{2B7881DA-7059-41A5-8007-E6EF52FD15D1}"/>
              </a:ext>
            </a:extLst>
          </p:cNvPr>
          <p:cNvSpPr>
            <a:spLocks noGrp="1"/>
          </p:cNvSpPr>
          <p:nvPr>
            <p:ph type="ftr" sz="quarter" idx="11"/>
          </p:nvPr>
        </p:nvSpPr>
        <p:spPr/>
        <p:txBody>
          <a:bodyPr/>
          <a:lstStyle/>
          <a:p>
            <a:endParaRPr lang="en-US" dirty="0"/>
          </a:p>
        </p:txBody>
      </p:sp>
      <p:sp>
        <p:nvSpPr>
          <p:cNvPr id="7" name="Marcador de número de diapositiva 6">
            <a:extLst>
              <a:ext uri="{FF2B5EF4-FFF2-40B4-BE49-F238E27FC236}">
                <a16:creationId xmlns:a16="http://schemas.microsoft.com/office/drawing/2014/main" id="{ACB293EF-37C2-4A13-AADA-5F7224A405FC}"/>
              </a:ext>
            </a:extLst>
          </p:cNvPr>
          <p:cNvSpPr>
            <a:spLocks noGrp="1"/>
          </p:cNvSpPr>
          <p:nvPr>
            <p:ph type="sldNum" sz="quarter" idx="12"/>
          </p:nvPr>
        </p:nvSpPr>
        <p:spPr/>
        <p:txBody>
          <a:bodyPr/>
          <a:lstStyle/>
          <a:p>
            <a:pPr algn="l"/>
            <a:fld id="{FAEF9944-A4F6-4C59-AEBD-678D6480B8EA}" type="slidenum">
              <a:rPr lang="en-US" smtClean="0"/>
              <a:pPr algn="l"/>
              <a:t>‹Nº›</a:t>
            </a:fld>
            <a:endParaRPr lang="en-US" dirty="0"/>
          </a:p>
        </p:txBody>
      </p:sp>
    </p:spTree>
    <p:extLst>
      <p:ext uri="{BB962C8B-B14F-4D97-AF65-F5344CB8AC3E}">
        <p14:creationId xmlns:p14="http://schemas.microsoft.com/office/powerpoint/2010/main" val="2616582517"/>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BBA89A-11FC-47CB-975D-6D74656B333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863A897E-11BF-45CE-BA14-D78552BA14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2C1F68B2-2290-408F-9B97-595E3C235F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92A74E1-C53A-4CD8-B432-20A555C246C2}"/>
              </a:ext>
            </a:extLst>
          </p:cNvPr>
          <p:cNvSpPr>
            <a:spLocks noGrp="1"/>
          </p:cNvSpPr>
          <p:nvPr>
            <p:ph type="dt" sz="half" idx="10"/>
          </p:nvPr>
        </p:nvSpPr>
        <p:spPr/>
        <p:txBody>
          <a:bodyPr/>
          <a:lstStyle/>
          <a:p>
            <a:fld id="{C4408324-A84C-4A45-93B6-78D079CCE772}" type="datetime1">
              <a:rPr lang="en-US" smtClean="0"/>
              <a:t>5/17/2022</a:t>
            </a:fld>
            <a:endParaRPr lang="en-US" dirty="0"/>
          </a:p>
        </p:txBody>
      </p:sp>
      <p:sp>
        <p:nvSpPr>
          <p:cNvPr id="6" name="Marcador de pie de página 5">
            <a:extLst>
              <a:ext uri="{FF2B5EF4-FFF2-40B4-BE49-F238E27FC236}">
                <a16:creationId xmlns:a16="http://schemas.microsoft.com/office/drawing/2014/main" id="{867A0075-1881-4628-86DD-58B2F13E593A}"/>
              </a:ext>
            </a:extLst>
          </p:cNvPr>
          <p:cNvSpPr>
            <a:spLocks noGrp="1"/>
          </p:cNvSpPr>
          <p:nvPr>
            <p:ph type="ftr" sz="quarter" idx="11"/>
          </p:nvPr>
        </p:nvSpPr>
        <p:spPr/>
        <p:txBody>
          <a:bodyPr/>
          <a:lstStyle/>
          <a:p>
            <a:endParaRPr lang="en-US" dirty="0"/>
          </a:p>
        </p:txBody>
      </p:sp>
      <p:sp>
        <p:nvSpPr>
          <p:cNvPr id="7" name="Marcador de número de diapositiva 6">
            <a:extLst>
              <a:ext uri="{FF2B5EF4-FFF2-40B4-BE49-F238E27FC236}">
                <a16:creationId xmlns:a16="http://schemas.microsoft.com/office/drawing/2014/main" id="{AC7857F8-8429-4179-89A6-8F70376340F8}"/>
              </a:ext>
            </a:extLst>
          </p:cNvPr>
          <p:cNvSpPr>
            <a:spLocks noGrp="1"/>
          </p:cNvSpPr>
          <p:nvPr>
            <p:ph type="sldNum" sz="quarter" idx="12"/>
          </p:nvPr>
        </p:nvSpPr>
        <p:spPr/>
        <p:txBody>
          <a:bodyPr/>
          <a:lstStyle/>
          <a:p>
            <a:pPr algn="l"/>
            <a:fld id="{FAEF9944-A4F6-4C59-AEBD-678D6480B8EA}" type="slidenum">
              <a:rPr lang="en-US" smtClean="0"/>
              <a:pPr algn="l"/>
              <a:t>‹Nº›</a:t>
            </a:fld>
            <a:endParaRPr lang="en-US" dirty="0"/>
          </a:p>
        </p:txBody>
      </p:sp>
    </p:spTree>
    <p:extLst>
      <p:ext uri="{BB962C8B-B14F-4D97-AF65-F5344CB8AC3E}">
        <p14:creationId xmlns:p14="http://schemas.microsoft.com/office/powerpoint/2010/main" val="1479072105"/>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DB2C22-2907-4227-AEA2-B939145AC5BC}"/>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2E1F7BB9-5EC8-4A9C-92BD-20826E031D7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97B228E4-9ED4-4D11-8BA0-A45385C9D523}"/>
              </a:ext>
            </a:extLst>
          </p:cNvPr>
          <p:cNvSpPr>
            <a:spLocks noGrp="1"/>
          </p:cNvSpPr>
          <p:nvPr>
            <p:ph type="dt" sz="half" idx="10"/>
          </p:nvPr>
        </p:nvSpPr>
        <p:spPr/>
        <p:txBody>
          <a:bodyPr/>
          <a:lstStyle/>
          <a:p>
            <a:fld id="{C4408324-A84C-4A45-93B6-78D079CCE772}" type="datetime1">
              <a:rPr lang="en-US" smtClean="0"/>
              <a:t>5/17/2022</a:t>
            </a:fld>
            <a:endParaRPr lang="en-US" dirty="0"/>
          </a:p>
        </p:txBody>
      </p:sp>
      <p:sp>
        <p:nvSpPr>
          <p:cNvPr id="5" name="Marcador de pie de página 4">
            <a:extLst>
              <a:ext uri="{FF2B5EF4-FFF2-40B4-BE49-F238E27FC236}">
                <a16:creationId xmlns:a16="http://schemas.microsoft.com/office/drawing/2014/main" id="{28C81835-6DC0-4619-A8A0-C06B1356AE29}"/>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FD43AB4B-868D-4F21-9487-45D948AF5AD1}"/>
              </a:ext>
            </a:extLst>
          </p:cNvPr>
          <p:cNvSpPr>
            <a:spLocks noGrp="1"/>
          </p:cNvSpPr>
          <p:nvPr>
            <p:ph type="sldNum" sz="quarter" idx="12"/>
          </p:nvPr>
        </p:nvSpPr>
        <p:spPr/>
        <p:txBody>
          <a:bodyPr/>
          <a:lstStyle/>
          <a:p>
            <a:pPr algn="l"/>
            <a:fld id="{FAEF9944-A4F6-4C59-AEBD-678D6480B8EA}" type="slidenum">
              <a:rPr lang="en-US" smtClean="0"/>
              <a:pPr algn="l"/>
              <a:t>‹Nº›</a:t>
            </a:fld>
            <a:endParaRPr lang="en-US" dirty="0"/>
          </a:p>
        </p:txBody>
      </p:sp>
    </p:spTree>
    <p:extLst>
      <p:ext uri="{BB962C8B-B14F-4D97-AF65-F5344CB8AC3E}">
        <p14:creationId xmlns:p14="http://schemas.microsoft.com/office/powerpoint/2010/main" val="61401092"/>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7C3E564-DF4A-4DC8-B427-998B3E5FCBE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C5FB1477-BE22-473B-8080-11E9345091AA}"/>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2A8620D-2BE8-4EEE-988C-064D70B8C907}"/>
              </a:ext>
            </a:extLst>
          </p:cNvPr>
          <p:cNvSpPr>
            <a:spLocks noGrp="1"/>
          </p:cNvSpPr>
          <p:nvPr>
            <p:ph type="dt" sz="half" idx="10"/>
          </p:nvPr>
        </p:nvSpPr>
        <p:spPr/>
        <p:txBody>
          <a:bodyPr/>
          <a:lstStyle/>
          <a:p>
            <a:fld id="{C4408324-A84C-4A45-93B6-78D079CCE772}" type="datetime1">
              <a:rPr lang="en-US" smtClean="0"/>
              <a:t>5/17/2022</a:t>
            </a:fld>
            <a:endParaRPr lang="en-US" dirty="0"/>
          </a:p>
        </p:txBody>
      </p:sp>
      <p:sp>
        <p:nvSpPr>
          <p:cNvPr id="5" name="Marcador de pie de página 4">
            <a:extLst>
              <a:ext uri="{FF2B5EF4-FFF2-40B4-BE49-F238E27FC236}">
                <a16:creationId xmlns:a16="http://schemas.microsoft.com/office/drawing/2014/main" id="{C0FED6CC-318F-40B1-8E30-5A217C0D5E72}"/>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D7047CBB-6C4A-4CE0-8A24-F5BB5116FC5C}"/>
              </a:ext>
            </a:extLst>
          </p:cNvPr>
          <p:cNvSpPr>
            <a:spLocks noGrp="1"/>
          </p:cNvSpPr>
          <p:nvPr>
            <p:ph type="sldNum" sz="quarter" idx="12"/>
          </p:nvPr>
        </p:nvSpPr>
        <p:spPr/>
        <p:txBody>
          <a:bodyPr/>
          <a:lstStyle/>
          <a:p>
            <a:pPr algn="l"/>
            <a:fld id="{FAEF9944-A4F6-4C59-AEBD-678D6480B8EA}" type="slidenum">
              <a:rPr lang="en-US" smtClean="0"/>
              <a:pPr algn="l"/>
              <a:t>‹Nº›</a:t>
            </a:fld>
            <a:endParaRPr lang="en-US" dirty="0"/>
          </a:p>
        </p:txBody>
      </p:sp>
    </p:spTree>
    <p:extLst>
      <p:ext uri="{BB962C8B-B14F-4D97-AF65-F5344CB8AC3E}">
        <p14:creationId xmlns:p14="http://schemas.microsoft.com/office/powerpoint/2010/main" val="1508341502"/>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4FD593-475F-4770-943F-264337D01391}"/>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8513CA2F-B2EC-47FD-AC59-C6E4FCE0A6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77B95469-19EE-4353-B62D-B6B3A7FDA4D4}"/>
              </a:ext>
            </a:extLst>
          </p:cNvPr>
          <p:cNvSpPr>
            <a:spLocks noGrp="1"/>
          </p:cNvSpPr>
          <p:nvPr>
            <p:ph type="dt" sz="half" idx="10"/>
          </p:nvPr>
        </p:nvSpPr>
        <p:spPr/>
        <p:txBody>
          <a:bodyPr/>
          <a:lstStyle/>
          <a:p>
            <a:fld id="{E472DF96-BF8D-484A-991C-5C6D257E854E}" type="datetimeFigureOut">
              <a:rPr lang="es-CO" smtClean="0"/>
              <a:t>17/05/2022</a:t>
            </a:fld>
            <a:endParaRPr lang="es-CO"/>
          </a:p>
        </p:txBody>
      </p:sp>
      <p:sp>
        <p:nvSpPr>
          <p:cNvPr id="5" name="Marcador de pie de página 4">
            <a:extLst>
              <a:ext uri="{FF2B5EF4-FFF2-40B4-BE49-F238E27FC236}">
                <a16:creationId xmlns:a16="http://schemas.microsoft.com/office/drawing/2014/main" id="{31D76432-995D-486B-BB9F-87B93DC2280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6438B14-AA4F-4A18-97B3-B17E1D2F5661}"/>
              </a:ext>
            </a:extLst>
          </p:cNvPr>
          <p:cNvSpPr>
            <a:spLocks noGrp="1"/>
          </p:cNvSpPr>
          <p:nvPr>
            <p:ph type="sldNum" sz="quarter" idx="12"/>
          </p:nvPr>
        </p:nvSpPr>
        <p:spPr/>
        <p:txBody>
          <a:bodyPr/>
          <a:lstStyle/>
          <a:p>
            <a:fld id="{39A8E174-9852-4E2E-9653-E9004B7BC656}" type="slidenum">
              <a:rPr lang="es-CO" smtClean="0"/>
              <a:t>‹Nº›</a:t>
            </a:fld>
            <a:endParaRPr lang="es-CO"/>
          </a:p>
        </p:txBody>
      </p:sp>
    </p:spTree>
    <p:extLst>
      <p:ext uri="{BB962C8B-B14F-4D97-AF65-F5344CB8AC3E}">
        <p14:creationId xmlns:p14="http://schemas.microsoft.com/office/powerpoint/2010/main" val="25183921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64F207-F4CB-4025-BECD-9658C7DED57E}"/>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B9088105-F07E-4420-8541-0A49351699B8}"/>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130A921-2135-445F-A154-99074BDD0895}"/>
              </a:ext>
            </a:extLst>
          </p:cNvPr>
          <p:cNvSpPr>
            <a:spLocks noGrp="1"/>
          </p:cNvSpPr>
          <p:nvPr>
            <p:ph type="dt" sz="half" idx="10"/>
          </p:nvPr>
        </p:nvSpPr>
        <p:spPr/>
        <p:txBody>
          <a:bodyPr/>
          <a:lstStyle/>
          <a:p>
            <a:fld id="{E472DF96-BF8D-484A-991C-5C6D257E854E}" type="datetimeFigureOut">
              <a:rPr lang="es-CO" smtClean="0"/>
              <a:t>17/05/2022</a:t>
            </a:fld>
            <a:endParaRPr lang="es-CO"/>
          </a:p>
        </p:txBody>
      </p:sp>
      <p:sp>
        <p:nvSpPr>
          <p:cNvPr id="5" name="Marcador de pie de página 4">
            <a:extLst>
              <a:ext uri="{FF2B5EF4-FFF2-40B4-BE49-F238E27FC236}">
                <a16:creationId xmlns:a16="http://schemas.microsoft.com/office/drawing/2014/main" id="{F04FAE28-9AFA-4BDA-9855-43E3A9A2DE1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1832B96-3967-4FFD-82B1-6589C53061B2}"/>
              </a:ext>
            </a:extLst>
          </p:cNvPr>
          <p:cNvSpPr>
            <a:spLocks noGrp="1"/>
          </p:cNvSpPr>
          <p:nvPr>
            <p:ph type="sldNum" sz="quarter" idx="12"/>
          </p:nvPr>
        </p:nvSpPr>
        <p:spPr/>
        <p:txBody>
          <a:bodyPr/>
          <a:lstStyle/>
          <a:p>
            <a:fld id="{39A8E174-9852-4E2E-9653-E9004B7BC656}" type="slidenum">
              <a:rPr lang="es-CO" smtClean="0"/>
              <a:t>‹Nº›</a:t>
            </a:fld>
            <a:endParaRPr lang="es-CO"/>
          </a:p>
        </p:txBody>
      </p:sp>
    </p:spTree>
    <p:extLst>
      <p:ext uri="{BB962C8B-B14F-4D97-AF65-F5344CB8AC3E}">
        <p14:creationId xmlns:p14="http://schemas.microsoft.com/office/powerpoint/2010/main" val="13429373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3E4A55-D175-4EB6-822E-5F5B699F4A2B}"/>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EA881362-1A55-4F55-B9FC-F1BF15ACDC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E429E1F-88A1-4AC5-B7E4-0B35F4F1F8A4}"/>
              </a:ext>
            </a:extLst>
          </p:cNvPr>
          <p:cNvSpPr>
            <a:spLocks noGrp="1"/>
          </p:cNvSpPr>
          <p:nvPr>
            <p:ph type="dt" sz="half" idx="10"/>
          </p:nvPr>
        </p:nvSpPr>
        <p:spPr/>
        <p:txBody>
          <a:bodyPr/>
          <a:lstStyle/>
          <a:p>
            <a:fld id="{E472DF96-BF8D-484A-991C-5C6D257E854E}" type="datetimeFigureOut">
              <a:rPr lang="es-CO" smtClean="0"/>
              <a:t>17/05/2022</a:t>
            </a:fld>
            <a:endParaRPr lang="es-CO"/>
          </a:p>
        </p:txBody>
      </p:sp>
      <p:sp>
        <p:nvSpPr>
          <p:cNvPr id="5" name="Marcador de pie de página 4">
            <a:extLst>
              <a:ext uri="{FF2B5EF4-FFF2-40B4-BE49-F238E27FC236}">
                <a16:creationId xmlns:a16="http://schemas.microsoft.com/office/drawing/2014/main" id="{9E10785E-9990-4F64-87A4-6F60875E444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7684339-EDAC-42DB-94D1-8E14C39256EC}"/>
              </a:ext>
            </a:extLst>
          </p:cNvPr>
          <p:cNvSpPr>
            <a:spLocks noGrp="1"/>
          </p:cNvSpPr>
          <p:nvPr>
            <p:ph type="sldNum" sz="quarter" idx="12"/>
          </p:nvPr>
        </p:nvSpPr>
        <p:spPr/>
        <p:txBody>
          <a:bodyPr/>
          <a:lstStyle/>
          <a:p>
            <a:fld id="{39A8E174-9852-4E2E-9653-E9004B7BC656}" type="slidenum">
              <a:rPr lang="es-CO" smtClean="0"/>
              <a:t>‹Nº›</a:t>
            </a:fld>
            <a:endParaRPr lang="es-CO"/>
          </a:p>
        </p:txBody>
      </p:sp>
    </p:spTree>
    <p:extLst>
      <p:ext uri="{BB962C8B-B14F-4D97-AF65-F5344CB8AC3E}">
        <p14:creationId xmlns:p14="http://schemas.microsoft.com/office/powerpoint/2010/main" val="37617301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33971D-DE7B-4E58-9E4B-9BCEEFBB928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B8CB1111-8E28-4D59-9153-40DD2A42A35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4A77D003-AF3A-4B53-948D-6ACA3688490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51B5386A-570E-4FD6-8D80-859DCEA7A2A4}"/>
              </a:ext>
            </a:extLst>
          </p:cNvPr>
          <p:cNvSpPr>
            <a:spLocks noGrp="1"/>
          </p:cNvSpPr>
          <p:nvPr>
            <p:ph type="dt" sz="half" idx="10"/>
          </p:nvPr>
        </p:nvSpPr>
        <p:spPr/>
        <p:txBody>
          <a:bodyPr/>
          <a:lstStyle/>
          <a:p>
            <a:fld id="{E472DF96-BF8D-484A-991C-5C6D257E854E}" type="datetimeFigureOut">
              <a:rPr lang="es-CO" smtClean="0"/>
              <a:t>17/05/2022</a:t>
            </a:fld>
            <a:endParaRPr lang="es-CO"/>
          </a:p>
        </p:txBody>
      </p:sp>
      <p:sp>
        <p:nvSpPr>
          <p:cNvPr id="6" name="Marcador de pie de página 5">
            <a:extLst>
              <a:ext uri="{FF2B5EF4-FFF2-40B4-BE49-F238E27FC236}">
                <a16:creationId xmlns:a16="http://schemas.microsoft.com/office/drawing/2014/main" id="{5A938D02-42D7-4F63-B966-63E160AFD2E0}"/>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BD83499-A5CE-4CA6-8B8F-9062D64F6F58}"/>
              </a:ext>
            </a:extLst>
          </p:cNvPr>
          <p:cNvSpPr>
            <a:spLocks noGrp="1"/>
          </p:cNvSpPr>
          <p:nvPr>
            <p:ph type="sldNum" sz="quarter" idx="12"/>
          </p:nvPr>
        </p:nvSpPr>
        <p:spPr/>
        <p:txBody>
          <a:bodyPr/>
          <a:lstStyle/>
          <a:p>
            <a:fld id="{39A8E174-9852-4E2E-9653-E9004B7BC656}" type="slidenum">
              <a:rPr lang="es-CO" smtClean="0"/>
              <a:t>‹Nº›</a:t>
            </a:fld>
            <a:endParaRPr lang="es-CO"/>
          </a:p>
        </p:txBody>
      </p:sp>
    </p:spTree>
    <p:extLst>
      <p:ext uri="{BB962C8B-B14F-4D97-AF65-F5344CB8AC3E}">
        <p14:creationId xmlns:p14="http://schemas.microsoft.com/office/powerpoint/2010/main" val="105053082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96B167-4D8A-439B-8ACD-91C5EDDF9C4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BCF47586-C174-4165-8704-820B5CA6C8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F8B9CFD-12BF-44AE-A669-37481BFEB37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6DC9F4AE-6BE5-4B42-89BB-6690735C29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88F5845-BF75-4A37-8A93-823ED3939BB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AD50082E-859C-448E-B756-628735B8E71E}"/>
              </a:ext>
            </a:extLst>
          </p:cNvPr>
          <p:cNvSpPr>
            <a:spLocks noGrp="1"/>
          </p:cNvSpPr>
          <p:nvPr>
            <p:ph type="dt" sz="half" idx="10"/>
          </p:nvPr>
        </p:nvSpPr>
        <p:spPr/>
        <p:txBody>
          <a:bodyPr/>
          <a:lstStyle/>
          <a:p>
            <a:fld id="{E472DF96-BF8D-484A-991C-5C6D257E854E}" type="datetimeFigureOut">
              <a:rPr lang="es-CO" smtClean="0"/>
              <a:t>17/05/2022</a:t>
            </a:fld>
            <a:endParaRPr lang="es-CO"/>
          </a:p>
        </p:txBody>
      </p:sp>
      <p:sp>
        <p:nvSpPr>
          <p:cNvPr id="8" name="Marcador de pie de página 7">
            <a:extLst>
              <a:ext uri="{FF2B5EF4-FFF2-40B4-BE49-F238E27FC236}">
                <a16:creationId xmlns:a16="http://schemas.microsoft.com/office/drawing/2014/main" id="{9CAD7669-BE64-4C18-92EC-841F6EFE0D53}"/>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B0DA3AF-FC22-4B46-922E-6BC51A87322E}"/>
              </a:ext>
            </a:extLst>
          </p:cNvPr>
          <p:cNvSpPr>
            <a:spLocks noGrp="1"/>
          </p:cNvSpPr>
          <p:nvPr>
            <p:ph type="sldNum" sz="quarter" idx="12"/>
          </p:nvPr>
        </p:nvSpPr>
        <p:spPr/>
        <p:txBody>
          <a:bodyPr/>
          <a:lstStyle/>
          <a:p>
            <a:fld id="{39A8E174-9852-4E2E-9653-E9004B7BC656}" type="slidenum">
              <a:rPr lang="es-CO" smtClean="0"/>
              <a:t>‹Nº›</a:t>
            </a:fld>
            <a:endParaRPr lang="es-CO"/>
          </a:p>
        </p:txBody>
      </p:sp>
    </p:spTree>
    <p:extLst>
      <p:ext uri="{BB962C8B-B14F-4D97-AF65-F5344CB8AC3E}">
        <p14:creationId xmlns:p14="http://schemas.microsoft.com/office/powerpoint/2010/main" val="34779618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02A86B-04E0-467A-BE40-7B06BA4B2303}"/>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75A646EF-29B6-4A05-8CE8-FED55B6B8DDC}"/>
              </a:ext>
            </a:extLst>
          </p:cNvPr>
          <p:cNvSpPr>
            <a:spLocks noGrp="1"/>
          </p:cNvSpPr>
          <p:nvPr>
            <p:ph type="dt" sz="half" idx="10"/>
          </p:nvPr>
        </p:nvSpPr>
        <p:spPr/>
        <p:txBody>
          <a:bodyPr/>
          <a:lstStyle/>
          <a:p>
            <a:fld id="{E472DF96-BF8D-484A-991C-5C6D257E854E}" type="datetimeFigureOut">
              <a:rPr lang="es-CO" smtClean="0"/>
              <a:t>17/05/2022</a:t>
            </a:fld>
            <a:endParaRPr lang="es-CO"/>
          </a:p>
        </p:txBody>
      </p:sp>
      <p:sp>
        <p:nvSpPr>
          <p:cNvPr id="4" name="Marcador de pie de página 3">
            <a:extLst>
              <a:ext uri="{FF2B5EF4-FFF2-40B4-BE49-F238E27FC236}">
                <a16:creationId xmlns:a16="http://schemas.microsoft.com/office/drawing/2014/main" id="{22DB0203-D8BD-4AA4-B37F-96657F63F99D}"/>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88F3D9BF-8504-48F0-A0E2-53302EE7EAA3}"/>
              </a:ext>
            </a:extLst>
          </p:cNvPr>
          <p:cNvSpPr>
            <a:spLocks noGrp="1"/>
          </p:cNvSpPr>
          <p:nvPr>
            <p:ph type="sldNum" sz="quarter" idx="12"/>
          </p:nvPr>
        </p:nvSpPr>
        <p:spPr/>
        <p:txBody>
          <a:bodyPr/>
          <a:lstStyle/>
          <a:p>
            <a:fld id="{39A8E174-9852-4E2E-9653-E9004B7BC656}" type="slidenum">
              <a:rPr lang="es-CO" smtClean="0"/>
              <a:t>‹Nº›</a:t>
            </a:fld>
            <a:endParaRPr lang="es-CO"/>
          </a:p>
        </p:txBody>
      </p:sp>
    </p:spTree>
    <p:extLst>
      <p:ext uri="{BB962C8B-B14F-4D97-AF65-F5344CB8AC3E}">
        <p14:creationId xmlns:p14="http://schemas.microsoft.com/office/powerpoint/2010/main" val="236911936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EE91F4F-39BE-4F6D-8F9C-4588B4A97391}"/>
              </a:ext>
            </a:extLst>
          </p:cNvPr>
          <p:cNvSpPr>
            <a:spLocks noGrp="1"/>
          </p:cNvSpPr>
          <p:nvPr>
            <p:ph type="dt" sz="half" idx="10"/>
          </p:nvPr>
        </p:nvSpPr>
        <p:spPr/>
        <p:txBody>
          <a:bodyPr/>
          <a:lstStyle/>
          <a:p>
            <a:fld id="{E472DF96-BF8D-484A-991C-5C6D257E854E}" type="datetimeFigureOut">
              <a:rPr lang="es-CO" smtClean="0"/>
              <a:t>17/05/2022</a:t>
            </a:fld>
            <a:endParaRPr lang="es-CO"/>
          </a:p>
        </p:txBody>
      </p:sp>
      <p:sp>
        <p:nvSpPr>
          <p:cNvPr id="3" name="Marcador de pie de página 2">
            <a:extLst>
              <a:ext uri="{FF2B5EF4-FFF2-40B4-BE49-F238E27FC236}">
                <a16:creationId xmlns:a16="http://schemas.microsoft.com/office/drawing/2014/main" id="{E5A800F3-A4C9-4BAA-9D15-B223DCC61CD6}"/>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76E06530-54EC-40C6-87C7-6ADA8EB9C8F0}"/>
              </a:ext>
            </a:extLst>
          </p:cNvPr>
          <p:cNvSpPr>
            <a:spLocks noGrp="1"/>
          </p:cNvSpPr>
          <p:nvPr>
            <p:ph type="sldNum" sz="quarter" idx="12"/>
          </p:nvPr>
        </p:nvSpPr>
        <p:spPr/>
        <p:txBody>
          <a:bodyPr/>
          <a:lstStyle/>
          <a:p>
            <a:fld id="{39A8E174-9852-4E2E-9653-E9004B7BC656}" type="slidenum">
              <a:rPr lang="es-CO" smtClean="0"/>
              <a:t>‹Nº›</a:t>
            </a:fld>
            <a:endParaRPr lang="es-CO"/>
          </a:p>
        </p:txBody>
      </p:sp>
    </p:spTree>
    <p:extLst>
      <p:ext uri="{BB962C8B-B14F-4D97-AF65-F5344CB8AC3E}">
        <p14:creationId xmlns:p14="http://schemas.microsoft.com/office/powerpoint/2010/main" val="131759629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ACFFEF-BFDA-43CB-B61D-E806DEB4370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D705E206-53F4-4906-9A57-2B4DE7F6D6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72E201BC-38C6-409C-B4D3-FF00547E09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F79D87C-F31F-4851-BE9D-21B7EDD526A9}"/>
              </a:ext>
            </a:extLst>
          </p:cNvPr>
          <p:cNvSpPr>
            <a:spLocks noGrp="1"/>
          </p:cNvSpPr>
          <p:nvPr>
            <p:ph type="dt" sz="half" idx="10"/>
          </p:nvPr>
        </p:nvSpPr>
        <p:spPr/>
        <p:txBody>
          <a:bodyPr/>
          <a:lstStyle/>
          <a:p>
            <a:fld id="{E472DF96-BF8D-484A-991C-5C6D257E854E}" type="datetimeFigureOut">
              <a:rPr lang="es-CO" smtClean="0"/>
              <a:t>17/05/2022</a:t>
            </a:fld>
            <a:endParaRPr lang="es-CO"/>
          </a:p>
        </p:txBody>
      </p:sp>
      <p:sp>
        <p:nvSpPr>
          <p:cNvPr id="6" name="Marcador de pie de página 5">
            <a:extLst>
              <a:ext uri="{FF2B5EF4-FFF2-40B4-BE49-F238E27FC236}">
                <a16:creationId xmlns:a16="http://schemas.microsoft.com/office/drawing/2014/main" id="{EA8E89E7-1423-4B44-94D0-16FAF53A005F}"/>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025FCBE-C1F8-4155-A887-F61B9D04C485}"/>
              </a:ext>
            </a:extLst>
          </p:cNvPr>
          <p:cNvSpPr>
            <a:spLocks noGrp="1"/>
          </p:cNvSpPr>
          <p:nvPr>
            <p:ph type="sldNum" sz="quarter" idx="12"/>
          </p:nvPr>
        </p:nvSpPr>
        <p:spPr/>
        <p:txBody>
          <a:bodyPr/>
          <a:lstStyle/>
          <a:p>
            <a:fld id="{39A8E174-9852-4E2E-9653-E9004B7BC656}" type="slidenum">
              <a:rPr lang="es-CO" smtClean="0"/>
              <a:t>‹Nº›</a:t>
            </a:fld>
            <a:endParaRPr lang="es-CO"/>
          </a:p>
        </p:txBody>
      </p:sp>
    </p:spTree>
    <p:extLst>
      <p:ext uri="{BB962C8B-B14F-4D97-AF65-F5344CB8AC3E}">
        <p14:creationId xmlns:p14="http://schemas.microsoft.com/office/powerpoint/2010/main" val="40691557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3096BC-A2E8-4694-BCFE-29705EC0873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411C9847-1357-4524-8BF1-9FE5F24947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2389D63D-BBD1-4C6D-8916-1BB88D86F1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BDAAFAB-51CF-4B40-8DE7-B25C850D05C6}"/>
              </a:ext>
            </a:extLst>
          </p:cNvPr>
          <p:cNvSpPr>
            <a:spLocks noGrp="1"/>
          </p:cNvSpPr>
          <p:nvPr>
            <p:ph type="dt" sz="half" idx="10"/>
          </p:nvPr>
        </p:nvSpPr>
        <p:spPr/>
        <p:txBody>
          <a:bodyPr/>
          <a:lstStyle/>
          <a:p>
            <a:fld id="{E472DF96-BF8D-484A-991C-5C6D257E854E}" type="datetimeFigureOut">
              <a:rPr lang="es-CO" smtClean="0"/>
              <a:t>17/05/2022</a:t>
            </a:fld>
            <a:endParaRPr lang="es-CO"/>
          </a:p>
        </p:txBody>
      </p:sp>
      <p:sp>
        <p:nvSpPr>
          <p:cNvPr id="6" name="Marcador de pie de página 5">
            <a:extLst>
              <a:ext uri="{FF2B5EF4-FFF2-40B4-BE49-F238E27FC236}">
                <a16:creationId xmlns:a16="http://schemas.microsoft.com/office/drawing/2014/main" id="{78116058-6543-47D2-91BC-5AFCF2538CB6}"/>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B3150B16-6EDA-49A7-AF40-F003A9413446}"/>
              </a:ext>
            </a:extLst>
          </p:cNvPr>
          <p:cNvSpPr>
            <a:spLocks noGrp="1"/>
          </p:cNvSpPr>
          <p:nvPr>
            <p:ph type="sldNum" sz="quarter" idx="12"/>
          </p:nvPr>
        </p:nvSpPr>
        <p:spPr/>
        <p:txBody>
          <a:bodyPr/>
          <a:lstStyle/>
          <a:p>
            <a:fld id="{39A8E174-9852-4E2E-9653-E9004B7BC656}" type="slidenum">
              <a:rPr lang="es-CO" smtClean="0"/>
              <a:t>‹Nº›</a:t>
            </a:fld>
            <a:endParaRPr lang="es-CO"/>
          </a:p>
        </p:txBody>
      </p:sp>
    </p:spTree>
    <p:extLst>
      <p:ext uri="{BB962C8B-B14F-4D97-AF65-F5344CB8AC3E}">
        <p14:creationId xmlns:p14="http://schemas.microsoft.com/office/powerpoint/2010/main" val="294099276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706C97-7E83-422F-A634-CCC5518FFDA3}"/>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0C1503D4-5F7B-4595-ABF3-73CAB4352BB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5522507-972A-4FF8-BF5D-9EA10EDEB1E2}"/>
              </a:ext>
            </a:extLst>
          </p:cNvPr>
          <p:cNvSpPr>
            <a:spLocks noGrp="1"/>
          </p:cNvSpPr>
          <p:nvPr>
            <p:ph type="dt" sz="half" idx="10"/>
          </p:nvPr>
        </p:nvSpPr>
        <p:spPr/>
        <p:txBody>
          <a:bodyPr/>
          <a:lstStyle/>
          <a:p>
            <a:fld id="{E472DF96-BF8D-484A-991C-5C6D257E854E}" type="datetimeFigureOut">
              <a:rPr lang="es-CO" smtClean="0"/>
              <a:t>17/05/2022</a:t>
            </a:fld>
            <a:endParaRPr lang="es-CO"/>
          </a:p>
        </p:txBody>
      </p:sp>
      <p:sp>
        <p:nvSpPr>
          <p:cNvPr id="5" name="Marcador de pie de página 4">
            <a:extLst>
              <a:ext uri="{FF2B5EF4-FFF2-40B4-BE49-F238E27FC236}">
                <a16:creationId xmlns:a16="http://schemas.microsoft.com/office/drawing/2014/main" id="{F5EB6D08-C756-4E1F-A83F-8CD353108BB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DEF15C4-6444-469C-BBF7-F2C4746BF6F7}"/>
              </a:ext>
            </a:extLst>
          </p:cNvPr>
          <p:cNvSpPr>
            <a:spLocks noGrp="1"/>
          </p:cNvSpPr>
          <p:nvPr>
            <p:ph type="sldNum" sz="quarter" idx="12"/>
          </p:nvPr>
        </p:nvSpPr>
        <p:spPr/>
        <p:txBody>
          <a:bodyPr/>
          <a:lstStyle/>
          <a:p>
            <a:fld id="{39A8E174-9852-4E2E-9653-E9004B7BC656}" type="slidenum">
              <a:rPr lang="es-CO" smtClean="0"/>
              <a:t>‹Nº›</a:t>
            </a:fld>
            <a:endParaRPr lang="es-CO"/>
          </a:p>
        </p:txBody>
      </p:sp>
    </p:spTree>
    <p:extLst>
      <p:ext uri="{BB962C8B-B14F-4D97-AF65-F5344CB8AC3E}">
        <p14:creationId xmlns:p14="http://schemas.microsoft.com/office/powerpoint/2010/main" val="401486135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57AF52E-7810-4D00-986C-D8C2BCBEA2D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D2A50E0E-10AB-4585-A9B1-5A32339F381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833B3F6-42F4-4728-AF40-6CF9D65727DA}"/>
              </a:ext>
            </a:extLst>
          </p:cNvPr>
          <p:cNvSpPr>
            <a:spLocks noGrp="1"/>
          </p:cNvSpPr>
          <p:nvPr>
            <p:ph type="dt" sz="half" idx="10"/>
          </p:nvPr>
        </p:nvSpPr>
        <p:spPr/>
        <p:txBody>
          <a:bodyPr/>
          <a:lstStyle/>
          <a:p>
            <a:fld id="{E472DF96-BF8D-484A-991C-5C6D257E854E}" type="datetimeFigureOut">
              <a:rPr lang="es-CO" smtClean="0"/>
              <a:t>17/05/2022</a:t>
            </a:fld>
            <a:endParaRPr lang="es-CO"/>
          </a:p>
        </p:txBody>
      </p:sp>
      <p:sp>
        <p:nvSpPr>
          <p:cNvPr id="5" name="Marcador de pie de página 4">
            <a:extLst>
              <a:ext uri="{FF2B5EF4-FFF2-40B4-BE49-F238E27FC236}">
                <a16:creationId xmlns:a16="http://schemas.microsoft.com/office/drawing/2014/main" id="{FF2B0508-3CC4-4884-AFB1-B36D13C14D8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B250628-3503-46F9-B5F9-CCEB125A0F9D}"/>
              </a:ext>
            </a:extLst>
          </p:cNvPr>
          <p:cNvSpPr>
            <a:spLocks noGrp="1"/>
          </p:cNvSpPr>
          <p:nvPr>
            <p:ph type="sldNum" sz="quarter" idx="12"/>
          </p:nvPr>
        </p:nvSpPr>
        <p:spPr/>
        <p:txBody>
          <a:bodyPr/>
          <a:lstStyle/>
          <a:p>
            <a:fld id="{39A8E174-9852-4E2E-9653-E9004B7BC656}" type="slidenum">
              <a:rPr lang="es-CO" smtClean="0"/>
              <a:t>‹Nº›</a:t>
            </a:fld>
            <a:endParaRPr lang="es-CO"/>
          </a:p>
        </p:txBody>
      </p:sp>
    </p:spTree>
    <p:extLst>
      <p:ext uri="{BB962C8B-B14F-4D97-AF65-F5344CB8AC3E}">
        <p14:creationId xmlns:p14="http://schemas.microsoft.com/office/powerpoint/2010/main" val="419983107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F40005-F5F8-4C23-A79F-A853C907923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755356A0-61DF-4C2B-9D6F-47B80347FE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91F09F10-5222-40B0-BD5E-B77636D63F65}"/>
              </a:ext>
            </a:extLst>
          </p:cNvPr>
          <p:cNvSpPr>
            <a:spLocks noGrp="1"/>
          </p:cNvSpPr>
          <p:nvPr>
            <p:ph type="dt" sz="half" idx="10"/>
          </p:nvPr>
        </p:nvSpPr>
        <p:spPr/>
        <p:txBody>
          <a:bodyPr/>
          <a:lstStyle/>
          <a:p>
            <a:fld id="{3077DFD9-7B51-48B5-BC57-BA11260DF125}" type="datetimeFigureOut">
              <a:rPr lang="es-CO" smtClean="0"/>
              <a:t>17/05/2022</a:t>
            </a:fld>
            <a:endParaRPr lang="es-CO"/>
          </a:p>
        </p:txBody>
      </p:sp>
      <p:sp>
        <p:nvSpPr>
          <p:cNvPr id="5" name="Marcador de pie de página 4">
            <a:extLst>
              <a:ext uri="{FF2B5EF4-FFF2-40B4-BE49-F238E27FC236}">
                <a16:creationId xmlns:a16="http://schemas.microsoft.com/office/drawing/2014/main" id="{8E6F9239-7B59-48F7-9990-48AB2E925E5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FB9B085-3187-4363-BC9C-C62742E5EACD}"/>
              </a:ext>
            </a:extLst>
          </p:cNvPr>
          <p:cNvSpPr>
            <a:spLocks noGrp="1"/>
          </p:cNvSpPr>
          <p:nvPr>
            <p:ph type="sldNum" sz="quarter" idx="12"/>
          </p:nvPr>
        </p:nvSpPr>
        <p:spPr/>
        <p:txBody>
          <a:bodyPr/>
          <a:lstStyle/>
          <a:p>
            <a:fld id="{338F7DC1-6A01-46D0-B341-C8CBF40540AA}" type="slidenum">
              <a:rPr lang="es-CO" smtClean="0"/>
              <a:t>‹Nº›</a:t>
            </a:fld>
            <a:endParaRPr lang="es-CO"/>
          </a:p>
        </p:txBody>
      </p:sp>
    </p:spTree>
    <p:extLst>
      <p:ext uri="{BB962C8B-B14F-4D97-AF65-F5344CB8AC3E}">
        <p14:creationId xmlns:p14="http://schemas.microsoft.com/office/powerpoint/2010/main" val="548600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CFDABE-3EE3-45EA-8980-04B0D497E38D}"/>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71FB1CF7-2D54-4169-9E2B-0CFAE6F4F5F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11A0F71-0B33-4630-84AD-1D1B07AC8DA1}"/>
              </a:ext>
            </a:extLst>
          </p:cNvPr>
          <p:cNvSpPr>
            <a:spLocks noGrp="1"/>
          </p:cNvSpPr>
          <p:nvPr>
            <p:ph type="dt" sz="half" idx="10"/>
          </p:nvPr>
        </p:nvSpPr>
        <p:spPr/>
        <p:txBody>
          <a:bodyPr/>
          <a:lstStyle/>
          <a:p>
            <a:fld id="{3077DFD9-7B51-48B5-BC57-BA11260DF125}" type="datetimeFigureOut">
              <a:rPr lang="es-CO" smtClean="0"/>
              <a:t>17/05/2022</a:t>
            </a:fld>
            <a:endParaRPr lang="es-CO"/>
          </a:p>
        </p:txBody>
      </p:sp>
      <p:sp>
        <p:nvSpPr>
          <p:cNvPr id="5" name="Marcador de pie de página 4">
            <a:extLst>
              <a:ext uri="{FF2B5EF4-FFF2-40B4-BE49-F238E27FC236}">
                <a16:creationId xmlns:a16="http://schemas.microsoft.com/office/drawing/2014/main" id="{A6F5C088-C5FA-48A8-897A-FD59322C646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51B4686-0C70-4EDB-8980-75F2D13525FC}"/>
              </a:ext>
            </a:extLst>
          </p:cNvPr>
          <p:cNvSpPr>
            <a:spLocks noGrp="1"/>
          </p:cNvSpPr>
          <p:nvPr>
            <p:ph type="sldNum" sz="quarter" idx="12"/>
          </p:nvPr>
        </p:nvSpPr>
        <p:spPr/>
        <p:txBody>
          <a:bodyPr/>
          <a:lstStyle/>
          <a:p>
            <a:fld id="{338F7DC1-6A01-46D0-B341-C8CBF40540AA}" type="slidenum">
              <a:rPr lang="es-CO" smtClean="0"/>
              <a:t>‹Nº›</a:t>
            </a:fld>
            <a:endParaRPr lang="es-CO"/>
          </a:p>
        </p:txBody>
      </p:sp>
    </p:spTree>
    <p:extLst>
      <p:ext uri="{BB962C8B-B14F-4D97-AF65-F5344CB8AC3E}">
        <p14:creationId xmlns:p14="http://schemas.microsoft.com/office/powerpoint/2010/main" val="12397700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5C6BAE-B9F2-46CF-8080-6F4A429FB52B}"/>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B9D697A-8C92-4880-8FC9-B3F70FB4EA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A3C4577-5371-4C83-B201-15E52959C2E6}"/>
              </a:ext>
            </a:extLst>
          </p:cNvPr>
          <p:cNvSpPr>
            <a:spLocks noGrp="1"/>
          </p:cNvSpPr>
          <p:nvPr>
            <p:ph type="dt" sz="half" idx="10"/>
          </p:nvPr>
        </p:nvSpPr>
        <p:spPr/>
        <p:txBody>
          <a:bodyPr/>
          <a:lstStyle/>
          <a:p>
            <a:fld id="{3077DFD9-7B51-48B5-BC57-BA11260DF125}" type="datetimeFigureOut">
              <a:rPr lang="es-CO" smtClean="0"/>
              <a:t>17/05/2022</a:t>
            </a:fld>
            <a:endParaRPr lang="es-CO"/>
          </a:p>
        </p:txBody>
      </p:sp>
      <p:sp>
        <p:nvSpPr>
          <p:cNvPr id="5" name="Marcador de pie de página 4">
            <a:extLst>
              <a:ext uri="{FF2B5EF4-FFF2-40B4-BE49-F238E27FC236}">
                <a16:creationId xmlns:a16="http://schemas.microsoft.com/office/drawing/2014/main" id="{E1FCCA45-E09E-4313-BEBD-8165F2F205F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77E3A86-86FB-4D6B-B51B-464D4A03F6CC}"/>
              </a:ext>
            </a:extLst>
          </p:cNvPr>
          <p:cNvSpPr>
            <a:spLocks noGrp="1"/>
          </p:cNvSpPr>
          <p:nvPr>
            <p:ph type="sldNum" sz="quarter" idx="12"/>
          </p:nvPr>
        </p:nvSpPr>
        <p:spPr/>
        <p:txBody>
          <a:bodyPr/>
          <a:lstStyle/>
          <a:p>
            <a:fld id="{338F7DC1-6A01-46D0-B341-C8CBF40540AA}" type="slidenum">
              <a:rPr lang="es-CO" smtClean="0"/>
              <a:t>‹Nº›</a:t>
            </a:fld>
            <a:endParaRPr lang="es-CO"/>
          </a:p>
        </p:txBody>
      </p:sp>
    </p:spTree>
    <p:extLst>
      <p:ext uri="{BB962C8B-B14F-4D97-AF65-F5344CB8AC3E}">
        <p14:creationId xmlns:p14="http://schemas.microsoft.com/office/powerpoint/2010/main" val="252744060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D69455-1948-4161-BA43-4AE885ED40E1}"/>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4A950D7B-AE36-46E0-8260-764C4BCFB0B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877368B8-F6A8-4C4E-8244-53045D0EE1C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8C81A228-4373-4CCC-BB0F-C087B10CEE32}"/>
              </a:ext>
            </a:extLst>
          </p:cNvPr>
          <p:cNvSpPr>
            <a:spLocks noGrp="1"/>
          </p:cNvSpPr>
          <p:nvPr>
            <p:ph type="dt" sz="half" idx="10"/>
          </p:nvPr>
        </p:nvSpPr>
        <p:spPr/>
        <p:txBody>
          <a:bodyPr/>
          <a:lstStyle/>
          <a:p>
            <a:fld id="{3077DFD9-7B51-48B5-BC57-BA11260DF125}" type="datetimeFigureOut">
              <a:rPr lang="es-CO" smtClean="0"/>
              <a:t>17/05/2022</a:t>
            </a:fld>
            <a:endParaRPr lang="es-CO"/>
          </a:p>
        </p:txBody>
      </p:sp>
      <p:sp>
        <p:nvSpPr>
          <p:cNvPr id="6" name="Marcador de pie de página 5">
            <a:extLst>
              <a:ext uri="{FF2B5EF4-FFF2-40B4-BE49-F238E27FC236}">
                <a16:creationId xmlns:a16="http://schemas.microsoft.com/office/drawing/2014/main" id="{C85B27BF-D46B-4E55-822A-751EF9002DD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9460F63A-F558-43D8-ADC5-8B478D4548E5}"/>
              </a:ext>
            </a:extLst>
          </p:cNvPr>
          <p:cNvSpPr>
            <a:spLocks noGrp="1"/>
          </p:cNvSpPr>
          <p:nvPr>
            <p:ph type="sldNum" sz="quarter" idx="12"/>
          </p:nvPr>
        </p:nvSpPr>
        <p:spPr/>
        <p:txBody>
          <a:bodyPr/>
          <a:lstStyle/>
          <a:p>
            <a:fld id="{338F7DC1-6A01-46D0-B341-C8CBF40540AA}" type="slidenum">
              <a:rPr lang="es-CO" smtClean="0"/>
              <a:t>‹Nº›</a:t>
            </a:fld>
            <a:endParaRPr lang="es-CO"/>
          </a:p>
        </p:txBody>
      </p:sp>
    </p:spTree>
    <p:extLst>
      <p:ext uri="{BB962C8B-B14F-4D97-AF65-F5344CB8AC3E}">
        <p14:creationId xmlns:p14="http://schemas.microsoft.com/office/powerpoint/2010/main" val="111962244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5D6C5C-43F4-4232-AD3B-63549AEA075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C0ECFC8F-D226-4242-8F80-E41A89965B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39FD0C8-043E-4FD7-A486-F4FA108BDDC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08226023-FC62-4B73-BD03-7DD86BCDE0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7D7FD49-FF90-435F-B4CC-03A5511FD4D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79DB768B-69EB-40B9-8989-212EE8FDC20E}"/>
              </a:ext>
            </a:extLst>
          </p:cNvPr>
          <p:cNvSpPr>
            <a:spLocks noGrp="1"/>
          </p:cNvSpPr>
          <p:nvPr>
            <p:ph type="dt" sz="half" idx="10"/>
          </p:nvPr>
        </p:nvSpPr>
        <p:spPr/>
        <p:txBody>
          <a:bodyPr/>
          <a:lstStyle/>
          <a:p>
            <a:fld id="{3077DFD9-7B51-48B5-BC57-BA11260DF125}" type="datetimeFigureOut">
              <a:rPr lang="es-CO" smtClean="0"/>
              <a:t>17/05/2022</a:t>
            </a:fld>
            <a:endParaRPr lang="es-CO"/>
          </a:p>
        </p:txBody>
      </p:sp>
      <p:sp>
        <p:nvSpPr>
          <p:cNvPr id="8" name="Marcador de pie de página 7">
            <a:extLst>
              <a:ext uri="{FF2B5EF4-FFF2-40B4-BE49-F238E27FC236}">
                <a16:creationId xmlns:a16="http://schemas.microsoft.com/office/drawing/2014/main" id="{DF8CDF4E-BDCE-400A-B975-9C7DC757227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A18CD298-EFF1-4933-AAA4-BDF6482602E5}"/>
              </a:ext>
            </a:extLst>
          </p:cNvPr>
          <p:cNvSpPr>
            <a:spLocks noGrp="1"/>
          </p:cNvSpPr>
          <p:nvPr>
            <p:ph type="sldNum" sz="quarter" idx="12"/>
          </p:nvPr>
        </p:nvSpPr>
        <p:spPr/>
        <p:txBody>
          <a:bodyPr/>
          <a:lstStyle/>
          <a:p>
            <a:fld id="{338F7DC1-6A01-46D0-B341-C8CBF40540AA}" type="slidenum">
              <a:rPr lang="es-CO" smtClean="0"/>
              <a:t>‹Nº›</a:t>
            </a:fld>
            <a:endParaRPr lang="es-CO"/>
          </a:p>
        </p:txBody>
      </p:sp>
    </p:spTree>
    <p:extLst>
      <p:ext uri="{BB962C8B-B14F-4D97-AF65-F5344CB8AC3E}">
        <p14:creationId xmlns:p14="http://schemas.microsoft.com/office/powerpoint/2010/main" val="314171369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4579B9-EF36-45F4-851B-DEA3A04ECCA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92A8D58F-E3C9-4C57-A8E0-8242145C7E34}"/>
              </a:ext>
            </a:extLst>
          </p:cNvPr>
          <p:cNvSpPr>
            <a:spLocks noGrp="1"/>
          </p:cNvSpPr>
          <p:nvPr>
            <p:ph type="dt" sz="half" idx="10"/>
          </p:nvPr>
        </p:nvSpPr>
        <p:spPr/>
        <p:txBody>
          <a:bodyPr/>
          <a:lstStyle/>
          <a:p>
            <a:fld id="{3077DFD9-7B51-48B5-BC57-BA11260DF125}" type="datetimeFigureOut">
              <a:rPr lang="es-CO" smtClean="0"/>
              <a:t>17/05/2022</a:t>
            </a:fld>
            <a:endParaRPr lang="es-CO"/>
          </a:p>
        </p:txBody>
      </p:sp>
      <p:sp>
        <p:nvSpPr>
          <p:cNvPr id="4" name="Marcador de pie de página 3">
            <a:extLst>
              <a:ext uri="{FF2B5EF4-FFF2-40B4-BE49-F238E27FC236}">
                <a16:creationId xmlns:a16="http://schemas.microsoft.com/office/drawing/2014/main" id="{A5613ACC-E082-44B6-BB47-2A1E689F3800}"/>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0BFBD84B-7BBB-4399-B99C-AA0AAF83DC7D}"/>
              </a:ext>
            </a:extLst>
          </p:cNvPr>
          <p:cNvSpPr>
            <a:spLocks noGrp="1"/>
          </p:cNvSpPr>
          <p:nvPr>
            <p:ph type="sldNum" sz="quarter" idx="12"/>
          </p:nvPr>
        </p:nvSpPr>
        <p:spPr/>
        <p:txBody>
          <a:bodyPr/>
          <a:lstStyle/>
          <a:p>
            <a:fld id="{338F7DC1-6A01-46D0-B341-C8CBF40540AA}" type="slidenum">
              <a:rPr lang="es-CO" smtClean="0"/>
              <a:t>‹Nº›</a:t>
            </a:fld>
            <a:endParaRPr lang="es-CO"/>
          </a:p>
        </p:txBody>
      </p:sp>
    </p:spTree>
    <p:extLst>
      <p:ext uri="{BB962C8B-B14F-4D97-AF65-F5344CB8AC3E}">
        <p14:creationId xmlns:p14="http://schemas.microsoft.com/office/powerpoint/2010/main" val="320446561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D09EAF3E-9003-4C19-9114-E1CFEDB85F47}"/>
              </a:ext>
            </a:extLst>
          </p:cNvPr>
          <p:cNvSpPr>
            <a:spLocks noGrp="1"/>
          </p:cNvSpPr>
          <p:nvPr>
            <p:ph type="dt" sz="half" idx="10"/>
          </p:nvPr>
        </p:nvSpPr>
        <p:spPr/>
        <p:txBody>
          <a:bodyPr/>
          <a:lstStyle/>
          <a:p>
            <a:fld id="{3077DFD9-7B51-48B5-BC57-BA11260DF125}" type="datetimeFigureOut">
              <a:rPr lang="es-CO" smtClean="0"/>
              <a:t>17/05/2022</a:t>
            </a:fld>
            <a:endParaRPr lang="es-CO"/>
          </a:p>
        </p:txBody>
      </p:sp>
      <p:sp>
        <p:nvSpPr>
          <p:cNvPr id="3" name="Marcador de pie de página 2">
            <a:extLst>
              <a:ext uri="{FF2B5EF4-FFF2-40B4-BE49-F238E27FC236}">
                <a16:creationId xmlns:a16="http://schemas.microsoft.com/office/drawing/2014/main" id="{D0D64601-5C58-4F8B-9B30-3CEC6D2A99EB}"/>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18B2BAD7-FF19-4FCE-87A0-18F8835B3EB8}"/>
              </a:ext>
            </a:extLst>
          </p:cNvPr>
          <p:cNvSpPr>
            <a:spLocks noGrp="1"/>
          </p:cNvSpPr>
          <p:nvPr>
            <p:ph type="sldNum" sz="quarter" idx="12"/>
          </p:nvPr>
        </p:nvSpPr>
        <p:spPr/>
        <p:txBody>
          <a:bodyPr/>
          <a:lstStyle/>
          <a:p>
            <a:fld id="{338F7DC1-6A01-46D0-B341-C8CBF40540AA}" type="slidenum">
              <a:rPr lang="es-CO" smtClean="0"/>
              <a:t>‹Nº›</a:t>
            </a:fld>
            <a:endParaRPr lang="es-CO"/>
          </a:p>
        </p:txBody>
      </p:sp>
    </p:spTree>
    <p:extLst>
      <p:ext uri="{BB962C8B-B14F-4D97-AF65-F5344CB8AC3E}">
        <p14:creationId xmlns:p14="http://schemas.microsoft.com/office/powerpoint/2010/main" val="68858473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4B6CCD-4462-4B84-A050-242453E7B0A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1BB36A9-0433-43EE-BE67-F05709F665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2FD5AB90-4A3C-4516-923A-00DB402758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001D6B-F77A-4988-BEFE-62A815E5DC2E}"/>
              </a:ext>
            </a:extLst>
          </p:cNvPr>
          <p:cNvSpPr>
            <a:spLocks noGrp="1"/>
          </p:cNvSpPr>
          <p:nvPr>
            <p:ph type="dt" sz="half" idx="10"/>
          </p:nvPr>
        </p:nvSpPr>
        <p:spPr/>
        <p:txBody>
          <a:bodyPr/>
          <a:lstStyle/>
          <a:p>
            <a:fld id="{3077DFD9-7B51-48B5-BC57-BA11260DF125}" type="datetimeFigureOut">
              <a:rPr lang="es-CO" smtClean="0"/>
              <a:t>17/05/2022</a:t>
            </a:fld>
            <a:endParaRPr lang="es-CO"/>
          </a:p>
        </p:txBody>
      </p:sp>
      <p:sp>
        <p:nvSpPr>
          <p:cNvPr id="6" name="Marcador de pie de página 5">
            <a:extLst>
              <a:ext uri="{FF2B5EF4-FFF2-40B4-BE49-F238E27FC236}">
                <a16:creationId xmlns:a16="http://schemas.microsoft.com/office/drawing/2014/main" id="{DCAC6D2E-6C6C-427F-A61B-6EB236B146B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8AF1E977-761D-4067-8C4F-F8A60E34F85B}"/>
              </a:ext>
            </a:extLst>
          </p:cNvPr>
          <p:cNvSpPr>
            <a:spLocks noGrp="1"/>
          </p:cNvSpPr>
          <p:nvPr>
            <p:ph type="sldNum" sz="quarter" idx="12"/>
          </p:nvPr>
        </p:nvSpPr>
        <p:spPr/>
        <p:txBody>
          <a:bodyPr/>
          <a:lstStyle/>
          <a:p>
            <a:fld id="{338F7DC1-6A01-46D0-B341-C8CBF40540AA}" type="slidenum">
              <a:rPr lang="es-CO" smtClean="0"/>
              <a:t>‹Nº›</a:t>
            </a:fld>
            <a:endParaRPr lang="es-CO"/>
          </a:p>
        </p:txBody>
      </p:sp>
    </p:spTree>
    <p:extLst>
      <p:ext uri="{BB962C8B-B14F-4D97-AF65-F5344CB8AC3E}">
        <p14:creationId xmlns:p14="http://schemas.microsoft.com/office/powerpoint/2010/main" val="72137892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322E3E-987B-4BFF-B755-AB619C8BD6B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7B8C09D8-1BFF-40EE-9B92-8C7D55C4A8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580900F8-1138-484B-BDA2-41A94C1C66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2617F3F-9067-4A3F-9F5D-0CF6AEC89936}"/>
              </a:ext>
            </a:extLst>
          </p:cNvPr>
          <p:cNvSpPr>
            <a:spLocks noGrp="1"/>
          </p:cNvSpPr>
          <p:nvPr>
            <p:ph type="dt" sz="half" idx="10"/>
          </p:nvPr>
        </p:nvSpPr>
        <p:spPr/>
        <p:txBody>
          <a:bodyPr/>
          <a:lstStyle/>
          <a:p>
            <a:fld id="{3077DFD9-7B51-48B5-BC57-BA11260DF125}" type="datetimeFigureOut">
              <a:rPr lang="es-CO" smtClean="0"/>
              <a:t>17/05/2022</a:t>
            </a:fld>
            <a:endParaRPr lang="es-CO"/>
          </a:p>
        </p:txBody>
      </p:sp>
      <p:sp>
        <p:nvSpPr>
          <p:cNvPr id="6" name="Marcador de pie de página 5">
            <a:extLst>
              <a:ext uri="{FF2B5EF4-FFF2-40B4-BE49-F238E27FC236}">
                <a16:creationId xmlns:a16="http://schemas.microsoft.com/office/drawing/2014/main" id="{F9635545-33C9-45E5-9BC2-3CE4507B317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8534BDA-A7E8-47C5-A167-C0AA2A5241A8}"/>
              </a:ext>
            </a:extLst>
          </p:cNvPr>
          <p:cNvSpPr>
            <a:spLocks noGrp="1"/>
          </p:cNvSpPr>
          <p:nvPr>
            <p:ph type="sldNum" sz="quarter" idx="12"/>
          </p:nvPr>
        </p:nvSpPr>
        <p:spPr/>
        <p:txBody>
          <a:bodyPr/>
          <a:lstStyle/>
          <a:p>
            <a:fld id="{338F7DC1-6A01-46D0-B341-C8CBF40540AA}" type="slidenum">
              <a:rPr lang="es-CO" smtClean="0"/>
              <a:t>‹Nº›</a:t>
            </a:fld>
            <a:endParaRPr lang="es-CO"/>
          </a:p>
        </p:txBody>
      </p:sp>
    </p:spTree>
    <p:extLst>
      <p:ext uri="{BB962C8B-B14F-4D97-AF65-F5344CB8AC3E}">
        <p14:creationId xmlns:p14="http://schemas.microsoft.com/office/powerpoint/2010/main" val="78906195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123199-1EB2-42F7-AD9B-2344F9ED609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A9B8BD50-196A-4964-B37D-FF90F4F2F161}"/>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AFEC057-0DB0-462E-AB8A-AF02A434B260}"/>
              </a:ext>
            </a:extLst>
          </p:cNvPr>
          <p:cNvSpPr>
            <a:spLocks noGrp="1"/>
          </p:cNvSpPr>
          <p:nvPr>
            <p:ph type="dt" sz="half" idx="10"/>
          </p:nvPr>
        </p:nvSpPr>
        <p:spPr/>
        <p:txBody>
          <a:bodyPr/>
          <a:lstStyle/>
          <a:p>
            <a:fld id="{3077DFD9-7B51-48B5-BC57-BA11260DF125}" type="datetimeFigureOut">
              <a:rPr lang="es-CO" smtClean="0"/>
              <a:t>17/05/2022</a:t>
            </a:fld>
            <a:endParaRPr lang="es-CO"/>
          </a:p>
        </p:txBody>
      </p:sp>
      <p:sp>
        <p:nvSpPr>
          <p:cNvPr id="5" name="Marcador de pie de página 4">
            <a:extLst>
              <a:ext uri="{FF2B5EF4-FFF2-40B4-BE49-F238E27FC236}">
                <a16:creationId xmlns:a16="http://schemas.microsoft.com/office/drawing/2014/main" id="{D275C0F5-E74E-4AAE-92CA-B35611C08E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C5ED20A-D7E7-43AE-AEEF-68558AA8310F}"/>
              </a:ext>
            </a:extLst>
          </p:cNvPr>
          <p:cNvSpPr>
            <a:spLocks noGrp="1"/>
          </p:cNvSpPr>
          <p:nvPr>
            <p:ph type="sldNum" sz="quarter" idx="12"/>
          </p:nvPr>
        </p:nvSpPr>
        <p:spPr/>
        <p:txBody>
          <a:bodyPr/>
          <a:lstStyle/>
          <a:p>
            <a:fld id="{338F7DC1-6A01-46D0-B341-C8CBF40540AA}" type="slidenum">
              <a:rPr lang="es-CO" smtClean="0"/>
              <a:t>‹Nº›</a:t>
            </a:fld>
            <a:endParaRPr lang="es-CO"/>
          </a:p>
        </p:txBody>
      </p:sp>
    </p:spTree>
    <p:extLst>
      <p:ext uri="{BB962C8B-B14F-4D97-AF65-F5344CB8AC3E}">
        <p14:creationId xmlns:p14="http://schemas.microsoft.com/office/powerpoint/2010/main" val="235162839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DC05AD3-6CB5-4F15-8674-08357B0B372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EF050D36-1E2D-4C2E-A360-46C38855BE6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402A981-9928-48AA-B7DE-E9D26847CDDB}"/>
              </a:ext>
            </a:extLst>
          </p:cNvPr>
          <p:cNvSpPr>
            <a:spLocks noGrp="1"/>
          </p:cNvSpPr>
          <p:nvPr>
            <p:ph type="dt" sz="half" idx="10"/>
          </p:nvPr>
        </p:nvSpPr>
        <p:spPr/>
        <p:txBody>
          <a:bodyPr/>
          <a:lstStyle/>
          <a:p>
            <a:fld id="{3077DFD9-7B51-48B5-BC57-BA11260DF125}" type="datetimeFigureOut">
              <a:rPr lang="es-CO" smtClean="0"/>
              <a:t>17/05/2022</a:t>
            </a:fld>
            <a:endParaRPr lang="es-CO"/>
          </a:p>
        </p:txBody>
      </p:sp>
      <p:sp>
        <p:nvSpPr>
          <p:cNvPr id="5" name="Marcador de pie de página 4">
            <a:extLst>
              <a:ext uri="{FF2B5EF4-FFF2-40B4-BE49-F238E27FC236}">
                <a16:creationId xmlns:a16="http://schemas.microsoft.com/office/drawing/2014/main" id="{DF7C9627-8191-4243-AF41-90743DB3D64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8C71D00-8D71-4D69-8E58-CD34B0D68A0B}"/>
              </a:ext>
            </a:extLst>
          </p:cNvPr>
          <p:cNvSpPr>
            <a:spLocks noGrp="1"/>
          </p:cNvSpPr>
          <p:nvPr>
            <p:ph type="sldNum" sz="quarter" idx="12"/>
          </p:nvPr>
        </p:nvSpPr>
        <p:spPr/>
        <p:txBody>
          <a:bodyPr/>
          <a:lstStyle/>
          <a:p>
            <a:fld id="{338F7DC1-6A01-46D0-B341-C8CBF40540AA}" type="slidenum">
              <a:rPr lang="es-CO" smtClean="0"/>
              <a:t>‹Nº›</a:t>
            </a:fld>
            <a:endParaRPr lang="es-CO"/>
          </a:p>
        </p:txBody>
      </p:sp>
    </p:spTree>
    <p:extLst>
      <p:ext uri="{BB962C8B-B14F-4D97-AF65-F5344CB8AC3E}">
        <p14:creationId xmlns:p14="http://schemas.microsoft.com/office/powerpoint/2010/main" val="103960811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1FA40C-B836-4A86-9DC5-97C09EA1C3D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18BA3FAF-6508-4287-8977-35988ABECC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1520ECDD-A2B5-4876-B7A0-4D13C0B65410}"/>
              </a:ext>
            </a:extLst>
          </p:cNvPr>
          <p:cNvSpPr>
            <a:spLocks noGrp="1"/>
          </p:cNvSpPr>
          <p:nvPr>
            <p:ph type="dt" sz="half" idx="10"/>
          </p:nvPr>
        </p:nvSpPr>
        <p:spPr/>
        <p:txBody>
          <a:bodyPr/>
          <a:lstStyle/>
          <a:p>
            <a:fld id="{76CD2BC6-A091-40D9-8730-8E7E1A2B3967}" type="datetimeFigureOut">
              <a:rPr lang="es-CO" smtClean="0"/>
              <a:t>17/05/2022</a:t>
            </a:fld>
            <a:endParaRPr lang="es-CO"/>
          </a:p>
        </p:txBody>
      </p:sp>
      <p:sp>
        <p:nvSpPr>
          <p:cNvPr id="5" name="Marcador de pie de página 4">
            <a:extLst>
              <a:ext uri="{FF2B5EF4-FFF2-40B4-BE49-F238E27FC236}">
                <a16:creationId xmlns:a16="http://schemas.microsoft.com/office/drawing/2014/main" id="{3DDE77C9-F466-4AE5-8959-934C8FBA177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C900ABE-0DAD-4585-BCFC-83E765465D03}"/>
              </a:ext>
            </a:extLst>
          </p:cNvPr>
          <p:cNvSpPr>
            <a:spLocks noGrp="1"/>
          </p:cNvSpPr>
          <p:nvPr>
            <p:ph type="sldNum" sz="quarter" idx="12"/>
          </p:nvPr>
        </p:nvSpPr>
        <p:spPr/>
        <p:txBody>
          <a:bodyPr/>
          <a:lstStyle/>
          <a:p>
            <a:fld id="{09B3A13F-A33E-4239-BB9E-ADDA969EDB25}" type="slidenum">
              <a:rPr lang="es-CO" smtClean="0"/>
              <a:t>‹Nº›</a:t>
            </a:fld>
            <a:endParaRPr lang="es-CO"/>
          </a:p>
        </p:txBody>
      </p:sp>
    </p:spTree>
    <p:extLst>
      <p:ext uri="{BB962C8B-B14F-4D97-AF65-F5344CB8AC3E}">
        <p14:creationId xmlns:p14="http://schemas.microsoft.com/office/powerpoint/2010/main" val="222404878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04A126-AECF-4F7B-8CB8-B5E525F7206B}"/>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48E78C25-A925-497F-9145-BA11777F579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6A3CDC1-0DB9-49AD-9DC7-B9EAFC47D006}"/>
              </a:ext>
            </a:extLst>
          </p:cNvPr>
          <p:cNvSpPr>
            <a:spLocks noGrp="1"/>
          </p:cNvSpPr>
          <p:nvPr>
            <p:ph type="dt" sz="half" idx="10"/>
          </p:nvPr>
        </p:nvSpPr>
        <p:spPr/>
        <p:txBody>
          <a:bodyPr/>
          <a:lstStyle/>
          <a:p>
            <a:fld id="{76CD2BC6-A091-40D9-8730-8E7E1A2B3967}" type="datetimeFigureOut">
              <a:rPr lang="es-CO" smtClean="0"/>
              <a:t>17/05/2022</a:t>
            </a:fld>
            <a:endParaRPr lang="es-CO"/>
          </a:p>
        </p:txBody>
      </p:sp>
      <p:sp>
        <p:nvSpPr>
          <p:cNvPr id="5" name="Marcador de pie de página 4">
            <a:extLst>
              <a:ext uri="{FF2B5EF4-FFF2-40B4-BE49-F238E27FC236}">
                <a16:creationId xmlns:a16="http://schemas.microsoft.com/office/drawing/2014/main" id="{B47C7C4D-445E-4115-81E8-E8FBBD73003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55A8872-0864-49DF-BD3B-D58FDBCCDBAF}"/>
              </a:ext>
            </a:extLst>
          </p:cNvPr>
          <p:cNvSpPr>
            <a:spLocks noGrp="1"/>
          </p:cNvSpPr>
          <p:nvPr>
            <p:ph type="sldNum" sz="quarter" idx="12"/>
          </p:nvPr>
        </p:nvSpPr>
        <p:spPr/>
        <p:txBody>
          <a:bodyPr/>
          <a:lstStyle/>
          <a:p>
            <a:fld id="{09B3A13F-A33E-4239-BB9E-ADDA969EDB25}" type="slidenum">
              <a:rPr lang="es-CO" smtClean="0"/>
              <a:t>‹Nº›</a:t>
            </a:fld>
            <a:endParaRPr lang="es-CO"/>
          </a:p>
        </p:txBody>
      </p:sp>
    </p:spTree>
    <p:extLst>
      <p:ext uri="{BB962C8B-B14F-4D97-AF65-F5344CB8AC3E}">
        <p14:creationId xmlns:p14="http://schemas.microsoft.com/office/powerpoint/2010/main" val="322714914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B10CE8-8FC6-4B7F-900E-40C424AFEE7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112CC28-45C2-4859-ADBC-3EA1FAA0F8C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117BA4C-69E9-4466-AAB0-A1A573DF8C31}"/>
              </a:ext>
            </a:extLst>
          </p:cNvPr>
          <p:cNvSpPr>
            <a:spLocks noGrp="1"/>
          </p:cNvSpPr>
          <p:nvPr>
            <p:ph type="dt" sz="half" idx="10"/>
          </p:nvPr>
        </p:nvSpPr>
        <p:spPr/>
        <p:txBody>
          <a:bodyPr/>
          <a:lstStyle/>
          <a:p>
            <a:fld id="{76CD2BC6-A091-40D9-8730-8E7E1A2B3967}" type="datetimeFigureOut">
              <a:rPr lang="es-CO" smtClean="0"/>
              <a:t>17/05/2022</a:t>
            </a:fld>
            <a:endParaRPr lang="es-CO"/>
          </a:p>
        </p:txBody>
      </p:sp>
      <p:sp>
        <p:nvSpPr>
          <p:cNvPr id="5" name="Marcador de pie de página 4">
            <a:extLst>
              <a:ext uri="{FF2B5EF4-FFF2-40B4-BE49-F238E27FC236}">
                <a16:creationId xmlns:a16="http://schemas.microsoft.com/office/drawing/2014/main" id="{5B734F37-71DA-44F2-9923-C1DC25E62DF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9B03BDC-6C8C-4342-9A1D-EF430779A92A}"/>
              </a:ext>
            </a:extLst>
          </p:cNvPr>
          <p:cNvSpPr>
            <a:spLocks noGrp="1"/>
          </p:cNvSpPr>
          <p:nvPr>
            <p:ph type="sldNum" sz="quarter" idx="12"/>
          </p:nvPr>
        </p:nvSpPr>
        <p:spPr/>
        <p:txBody>
          <a:bodyPr/>
          <a:lstStyle/>
          <a:p>
            <a:fld id="{09B3A13F-A33E-4239-BB9E-ADDA969EDB25}" type="slidenum">
              <a:rPr lang="es-CO" smtClean="0"/>
              <a:t>‹Nº›</a:t>
            </a:fld>
            <a:endParaRPr lang="es-CO"/>
          </a:p>
        </p:txBody>
      </p:sp>
    </p:spTree>
    <p:extLst>
      <p:ext uri="{BB962C8B-B14F-4D97-AF65-F5344CB8AC3E}">
        <p14:creationId xmlns:p14="http://schemas.microsoft.com/office/powerpoint/2010/main" val="32027926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63A659-40FA-4DF9-A41C-23CBD3C8A7C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4E5A5884-BA56-4D8B-9292-95FA66A1061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D7FF8A9B-DD48-4922-8741-854E847F615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F2CB189F-EF02-45E2-974B-9457865729BC}"/>
              </a:ext>
            </a:extLst>
          </p:cNvPr>
          <p:cNvSpPr>
            <a:spLocks noGrp="1"/>
          </p:cNvSpPr>
          <p:nvPr>
            <p:ph type="dt" sz="half" idx="10"/>
          </p:nvPr>
        </p:nvSpPr>
        <p:spPr/>
        <p:txBody>
          <a:bodyPr/>
          <a:lstStyle/>
          <a:p>
            <a:fld id="{76CD2BC6-A091-40D9-8730-8E7E1A2B3967}" type="datetimeFigureOut">
              <a:rPr lang="es-CO" smtClean="0"/>
              <a:t>17/05/2022</a:t>
            </a:fld>
            <a:endParaRPr lang="es-CO"/>
          </a:p>
        </p:txBody>
      </p:sp>
      <p:sp>
        <p:nvSpPr>
          <p:cNvPr id="6" name="Marcador de pie de página 5">
            <a:extLst>
              <a:ext uri="{FF2B5EF4-FFF2-40B4-BE49-F238E27FC236}">
                <a16:creationId xmlns:a16="http://schemas.microsoft.com/office/drawing/2014/main" id="{06C15613-5A90-45DD-8D68-7D333B388C8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399B2DE-7B4F-4395-A7ED-D9087E1C5E4C}"/>
              </a:ext>
            </a:extLst>
          </p:cNvPr>
          <p:cNvSpPr>
            <a:spLocks noGrp="1"/>
          </p:cNvSpPr>
          <p:nvPr>
            <p:ph type="sldNum" sz="quarter" idx="12"/>
          </p:nvPr>
        </p:nvSpPr>
        <p:spPr/>
        <p:txBody>
          <a:bodyPr/>
          <a:lstStyle/>
          <a:p>
            <a:fld id="{09B3A13F-A33E-4239-BB9E-ADDA969EDB25}" type="slidenum">
              <a:rPr lang="es-CO" smtClean="0"/>
              <a:t>‹Nº›</a:t>
            </a:fld>
            <a:endParaRPr lang="es-CO"/>
          </a:p>
        </p:txBody>
      </p:sp>
    </p:spTree>
    <p:extLst>
      <p:ext uri="{BB962C8B-B14F-4D97-AF65-F5344CB8AC3E}">
        <p14:creationId xmlns:p14="http://schemas.microsoft.com/office/powerpoint/2010/main" val="87008571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45B5C1-82A5-4E80-B051-D7C2CA464978}"/>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0116EBD-2E6B-4BF7-8CA2-62DB75433A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42A6EE4-7A35-42C1-A19F-18D7C9CE879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8C0C6D0A-AF53-4F8E-BB4E-4276FAD6F4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DF7D1BE-7ADB-4158-A723-A4BB2CFF6DB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7DFF34DC-B84F-47AC-9D54-C4C009926F90}"/>
              </a:ext>
            </a:extLst>
          </p:cNvPr>
          <p:cNvSpPr>
            <a:spLocks noGrp="1"/>
          </p:cNvSpPr>
          <p:nvPr>
            <p:ph type="dt" sz="half" idx="10"/>
          </p:nvPr>
        </p:nvSpPr>
        <p:spPr/>
        <p:txBody>
          <a:bodyPr/>
          <a:lstStyle/>
          <a:p>
            <a:fld id="{76CD2BC6-A091-40D9-8730-8E7E1A2B3967}" type="datetimeFigureOut">
              <a:rPr lang="es-CO" smtClean="0"/>
              <a:t>17/05/2022</a:t>
            </a:fld>
            <a:endParaRPr lang="es-CO"/>
          </a:p>
        </p:txBody>
      </p:sp>
      <p:sp>
        <p:nvSpPr>
          <p:cNvPr id="8" name="Marcador de pie de página 7">
            <a:extLst>
              <a:ext uri="{FF2B5EF4-FFF2-40B4-BE49-F238E27FC236}">
                <a16:creationId xmlns:a16="http://schemas.microsoft.com/office/drawing/2014/main" id="{D9FCFCDE-6310-41C7-BAF6-292C356D9FA3}"/>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E62EC9AF-6CE1-476E-A24D-84FC54CED5BC}"/>
              </a:ext>
            </a:extLst>
          </p:cNvPr>
          <p:cNvSpPr>
            <a:spLocks noGrp="1"/>
          </p:cNvSpPr>
          <p:nvPr>
            <p:ph type="sldNum" sz="quarter" idx="12"/>
          </p:nvPr>
        </p:nvSpPr>
        <p:spPr/>
        <p:txBody>
          <a:bodyPr/>
          <a:lstStyle/>
          <a:p>
            <a:fld id="{09B3A13F-A33E-4239-BB9E-ADDA969EDB25}" type="slidenum">
              <a:rPr lang="es-CO" smtClean="0"/>
              <a:t>‹Nº›</a:t>
            </a:fld>
            <a:endParaRPr lang="es-CO"/>
          </a:p>
        </p:txBody>
      </p:sp>
    </p:spTree>
    <p:extLst>
      <p:ext uri="{BB962C8B-B14F-4D97-AF65-F5344CB8AC3E}">
        <p14:creationId xmlns:p14="http://schemas.microsoft.com/office/powerpoint/2010/main" val="13550823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ED6E3C-ADE1-4710-A3D5-6E081F64C5FC}"/>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BEFFB7E2-B458-4A7F-AD96-F2AE3D598503}"/>
              </a:ext>
            </a:extLst>
          </p:cNvPr>
          <p:cNvSpPr>
            <a:spLocks noGrp="1"/>
          </p:cNvSpPr>
          <p:nvPr>
            <p:ph type="dt" sz="half" idx="10"/>
          </p:nvPr>
        </p:nvSpPr>
        <p:spPr/>
        <p:txBody>
          <a:bodyPr/>
          <a:lstStyle/>
          <a:p>
            <a:fld id="{76CD2BC6-A091-40D9-8730-8E7E1A2B3967}" type="datetimeFigureOut">
              <a:rPr lang="es-CO" smtClean="0"/>
              <a:t>17/05/2022</a:t>
            </a:fld>
            <a:endParaRPr lang="es-CO"/>
          </a:p>
        </p:txBody>
      </p:sp>
      <p:sp>
        <p:nvSpPr>
          <p:cNvPr id="4" name="Marcador de pie de página 3">
            <a:extLst>
              <a:ext uri="{FF2B5EF4-FFF2-40B4-BE49-F238E27FC236}">
                <a16:creationId xmlns:a16="http://schemas.microsoft.com/office/drawing/2014/main" id="{5A5C94DB-B180-4589-881D-09941418FC07}"/>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A69174E7-B3DE-4D86-B5E1-2789B90C5760}"/>
              </a:ext>
            </a:extLst>
          </p:cNvPr>
          <p:cNvSpPr>
            <a:spLocks noGrp="1"/>
          </p:cNvSpPr>
          <p:nvPr>
            <p:ph type="sldNum" sz="quarter" idx="12"/>
          </p:nvPr>
        </p:nvSpPr>
        <p:spPr/>
        <p:txBody>
          <a:bodyPr/>
          <a:lstStyle/>
          <a:p>
            <a:fld id="{09B3A13F-A33E-4239-BB9E-ADDA969EDB25}" type="slidenum">
              <a:rPr lang="es-CO" smtClean="0"/>
              <a:t>‹Nº›</a:t>
            </a:fld>
            <a:endParaRPr lang="es-CO"/>
          </a:p>
        </p:txBody>
      </p:sp>
    </p:spTree>
    <p:extLst>
      <p:ext uri="{BB962C8B-B14F-4D97-AF65-F5344CB8AC3E}">
        <p14:creationId xmlns:p14="http://schemas.microsoft.com/office/powerpoint/2010/main" val="149463392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C8C5E79-9A2C-4E2E-A009-1C15AE857DB7}"/>
              </a:ext>
            </a:extLst>
          </p:cNvPr>
          <p:cNvSpPr>
            <a:spLocks noGrp="1"/>
          </p:cNvSpPr>
          <p:nvPr>
            <p:ph type="dt" sz="half" idx="10"/>
          </p:nvPr>
        </p:nvSpPr>
        <p:spPr/>
        <p:txBody>
          <a:bodyPr/>
          <a:lstStyle/>
          <a:p>
            <a:fld id="{76CD2BC6-A091-40D9-8730-8E7E1A2B3967}" type="datetimeFigureOut">
              <a:rPr lang="es-CO" smtClean="0"/>
              <a:t>17/05/2022</a:t>
            </a:fld>
            <a:endParaRPr lang="es-CO"/>
          </a:p>
        </p:txBody>
      </p:sp>
      <p:sp>
        <p:nvSpPr>
          <p:cNvPr id="3" name="Marcador de pie de página 2">
            <a:extLst>
              <a:ext uri="{FF2B5EF4-FFF2-40B4-BE49-F238E27FC236}">
                <a16:creationId xmlns:a16="http://schemas.microsoft.com/office/drawing/2014/main" id="{ACD4F450-3BB5-47AE-B256-8CB098A436DD}"/>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B205336-82D7-4CF3-8FAA-03F00D930BAE}"/>
              </a:ext>
            </a:extLst>
          </p:cNvPr>
          <p:cNvSpPr>
            <a:spLocks noGrp="1"/>
          </p:cNvSpPr>
          <p:nvPr>
            <p:ph type="sldNum" sz="quarter" idx="12"/>
          </p:nvPr>
        </p:nvSpPr>
        <p:spPr/>
        <p:txBody>
          <a:bodyPr/>
          <a:lstStyle/>
          <a:p>
            <a:fld id="{09B3A13F-A33E-4239-BB9E-ADDA969EDB25}" type="slidenum">
              <a:rPr lang="es-CO" smtClean="0"/>
              <a:t>‹Nº›</a:t>
            </a:fld>
            <a:endParaRPr lang="es-CO"/>
          </a:p>
        </p:txBody>
      </p:sp>
    </p:spTree>
    <p:extLst>
      <p:ext uri="{BB962C8B-B14F-4D97-AF65-F5344CB8AC3E}">
        <p14:creationId xmlns:p14="http://schemas.microsoft.com/office/powerpoint/2010/main" val="329800972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7D3D3C-A560-4FC6-8A95-A606DE68A76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7B1ACE6E-26CD-474D-BA5A-15B5AD1C91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73FCC514-3C8B-4ED6-8496-D4B35CE73B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996BCBD-2A80-414F-8F98-3D470998A8FB}"/>
              </a:ext>
            </a:extLst>
          </p:cNvPr>
          <p:cNvSpPr>
            <a:spLocks noGrp="1"/>
          </p:cNvSpPr>
          <p:nvPr>
            <p:ph type="dt" sz="half" idx="10"/>
          </p:nvPr>
        </p:nvSpPr>
        <p:spPr/>
        <p:txBody>
          <a:bodyPr/>
          <a:lstStyle/>
          <a:p>
            <a:fld id="{76CD2BC6-A091-40D9-8730-8E7E1A2B3967}" type="datetimeFigureOut">
              <a:rPr lang="es-CO" smtClean="0"/>
              <a:t>17/05/2022</a:t>
            </a:fld>
            <a:endParaRPr lang="es-CO"/>
          </a:p>
        </p:txBody>
      </p:sp>
      <p:sp>
        <p:nvSpPr>
          <p:cNvPr id="6" name="Marcador de pie de página 5">
            <a:extLst>
              <a:ext uri="{FF2B5EF4-FFF2-40B4-BE49-F238E27FC236}">
                <a16:creationId xmlns:a16="http://schemas.microsoft.com/office/drawing/2014/main" id="{A2A88145-8AB5-47AF-B690-ACF48F1C6F0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A0B3398-B8FA-4D92-A412-2C43991F62F6}"/>
              </a:ext>
            </a:extLst>
          </p:cNvPr>
          <p:cNvSpPr>
            <a:spLocks noGrp="1"/>
          </p:cNvSpPr>
          <p:nvPr>
            <p:ph type="sldNum" sz="quarter" idx="12"/>
          </p:nvPr>
        </p:nvSpPr>
        <p:spPr/>
        <p:txBody>
          <a:bodyPr/>
          <a:lstStyle/>
          <a:p>
            <a:fld id="{09B3A13F-A33E-4239-BB9E-ADDA969EDB25}" type="slidenum">
              <a:rPr lang="es-CO" smtClean="0"/>
              <a:t>‹Nº›</a:t>
            </a:fld>
            <a:endParaRPr lang="es-CO"/>
          </a:p>
        </p:txBody>
      </p:sp>
    </p:spTree>
    <p:extLst>
      <p:ext uri="{BB962C8B-B14F-4D97-AF65-F5344CB8AC3E}">
        <p14:creationId xmlns:p14="http://schemas.microsoft.com/office/powerpoint/2010/main" val="181813808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48E430-E895-4136-A98E-DED6F81E084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7062B72A-B22F-4DE9-B7CD-EAD12EDC65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88813FE8-28A1-4BD1-8A6D-03269BAFAA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3B8C1F3-B20A-4552-A274-D1858F17ECF3}"/>
              </a:ext>
            </a:extLst>
          </p:cNvPr>
          <p:cNvSpPr>
            <a:spLocks noGrp="1"/>
          </p:cNvSpPr>
          <p:nvPr>
            <p:ph type="dt" sz="half" idx="10"/>
          </p:nvPr>
        </p:nvSpPr>
        <p:spPr/>
        <p:txBody>
          <a:bodyPr/>
          <a:lstStyle/>
          <a:p>
            <a:fld id="{76CD2BC6-A091-40D9-8730-8E7E1A2B3967}" type="datetimeFigureOut">
              <a:rPr lang="es-CO" smtClean="0"/>
              <a:t>17/05/2022</a:t>
            </a:fld>
            <a:endParaRPr lang="es-CO"/>
          </a:p>
        </p:txBody>
      </p:sp>
      <p:sp>
        <p:nvSpPr>
          <p:cNvPr id="6" name="Marcador de pie de página 5">
            <a:extLst>
              <a:ext uri="{FF2B5EF4-FFF2-40B4-BE49-F238E27FC236}">
                <a16:creationId xmlns:a16="http://schemas.microsoft.com/office/drawing/2014/main" id="{C1026F03-AB51-45FA-889C-CB3CA12E3BA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9B5E0F6-7EAE-4A9E-BD99-E88F240B99AE}"/>
              </a:ext>
            </a:extLst>
          </p:cNvPr>
          <p:cNvSpPr>
            <a:spLocks noGrp="1"/>
          </p:cNvSpPr>
          <p:nvPr>
            <p:ph type="sldNum" sz="quarter" idx="12"/>
          </p:nvPr>
        </p:nvSpPr>
        <p:spPr/>
        <p:txBody>
          <a:bodyPr/>
          <a:lstStyle/>
          <a:p>
            <a:fld id="{09B3A13F-A33E-4239-BB9E-ADDA969EDB25}" type="slidenum">
              <a:rPr lang="es-CO" smtClean="0"/>
              <a:t>‹Nº›</a:t>
            </a:fld>
            <a:endParaRPr lang="es-CO"/>
          </a:p>
        </p:txBody>
      </p:sp>
    </p:spTree>
    <p:extLst>
      <p:ext uri="{BB962C8B-B14F-4D97-AF65-F5344CB8AC3E}">
        <p14:creationId xmlns:p14="http://schemas.microsoft.com/office/powerpoint/2010/main" val="189925776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69EC7C-2949-435A-B925-AC06CED9A62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260937CD-DAE4-46E5-A054-8A1B0054FF5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39915D1-6212-4044-BD3D-9494C87A6EBD}"/>
              </a:ext>
            </a:extLst>
          </p:cNvPr>
          <p:cNvSpPr>
            <a:spLocks noGrp="1"/>
          </p:cNvSpPr>
          <p:nvPr>
            <p:ph type="dt" sz="half" idx="10"/>
          </p:nvPr>
        </p:nvSpPr>
        <p:spPr/>
        <p:txBody>
          <a:bodyPr/>
          <a:lstStyle/>
          <a:p>
            <a:fld id="{76CD2BC6-A091-40D9-8730-8E7E1A2B3967}" type="datetimeFigureOut">
              <a:rPr lang="es-CO" smtClean="0"/>
              <a:t>17/05/2022</a:t>
            </a:fld>
            <a:endParaRPr lang="es-CO"/>
          </a:p>
        </p:txBody>
      </p:sp>
      <p:sp>
        <p:nvSpPr>
          <p:cNvPr id="5" name="Marcador de pie de página 4">
            <a:extLst>
              <a:ext uri="{FF2B5EF4-FFF2-40B4-BE49-F238E27FC236}">
                <a16:creationId xmlns:a16="http://schemas.microsoft.com/office/drawing/2014/main" id="{C59490BB-3798-4465-9719-825727679DE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8D3FBD0-DD5E-4110-9A88-981B3C17C4BC}"/>
              </a:ext>
            </a:extLst>
          </p:cNvPr>
          <p:cNvSpPr>
            <a:spLocks noGrp="1"/>
          </p:cNvSpPr>
          <p:nvPr>
            <p:ph type="sldNum" sz="quarter" idx="12"/>
          </p:nvPr>
        </p:nvSpPr>
        <p:spPr/>
        <p:txBody>
          <a:bodyPr/>
          <a:lstStyle/>
          <a:p>
            <a:fld id="{09B3A13F-A33E-4239-BB9E-ADDA969EDB25}" type="slidenum">
              <a:rPr lang="es-CO" smtClean="0"/>
              <a:t>‹Nº›</a:t>
            </a:fld>
            <a:endParaRPr lang="es-CO"/>
          </a:p>
        </p:txBody>
      </p:sp>
    </p:spTree>
    <p:extLst>
      <p:ext uri="{BB962C8B-B14F-4D97-AF65-F5344CB8AC3E}">
        <p14:creationId xmlns:p14="http://schemas.microsoft.com/office/powerpoint/2010/main" val="36105004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3AA3DCB-9C87-4742-BBD2-C79C779D821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DD3F10DC-F411-423A-9E97-4F24FC88F5E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792BF78-572D-4C32-B49E-730313919D0E}"/>
              </a:ext>
            </a:extLst>
          </p:cNvPr>
          <p:cNvSpPr>
            <a:spLocks noGrp="1"/>
          </p:cNvSpPr>
          <p:nvPr>
            <p:ph type="dt" sz="half" idx="10"/>
          </p:nvPr>
        </p:nvSpPr>
        <p:spPr/>
        <p:txBody>
          <a:bodyPr/>
          <a:lstStyle/>
          <a:p>
            <a:fld id="{76CD2BC6-A091-40D9-8730-8E7E1A2B3967}" type="datetimeFigureOut">
              <a:rPr lang="es-CO" smtClean="0"/>
              <a:t>17/05/2022</a:t>
            </a:fld>
            <a:endParaRPr lang="es-CO"/>
          </a:p>
        </p:txBody>
      </p:sp>
      <p:sp>
        <p:nvSpPr>
          <p:cNvPr id="5" name="Marcador de pie de página 4">
            <a:extLst>
              <a:ext uri="{FF2B5EF4-FFF2-40B4-BE49-F238E27FC236}">
                <a16:creationId xmlns:a16="http://schemas.microsoft.com/office/drawing/2014/main" id="{56BE2B25-3BA2-4E77-8EC5-4DBC07C7670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13EEF13-930D-46BA-A4F7-875DC58BC94E}"/>
              </a:ext>
            </a:extLst>
          </p:cNvPr>
          <p:cNvSpPr>
            <a:spLocks noGrp="1"/>
          </p:cNvSpPr>
          <p:nvPr>
            <p:ph type="sldNum" sz="quarter" idx="12"/>
          </p:nvPr>
        </p:nvSpPr>
        <p:spPr/>
        <p:txBody>
          <a:bodyPr/>
          <a:lstStyle/>
          <a:p>
            <a:fld id="{09B3A13F-A33E-4239-BB9E-ADDA969EDB25}" type="slidenum">
              <a:rPr lang="es-CO" smtClean="0"/>
              <a:t>‹Nº›</a:t>
            </a:fld>
            <a:endParaRPr lang="es-CO"/>
          </a:p>
        </p:txBody>
      </p:sp>
    </p:spTree>
    <p:extLst>
      <p:ext uri="{BB962C8B-B14F-4D97-AF65-F5344CB8AC3E}">
        <p14:creationId xmlns:p14="http://schemas.microsoft.com/office/powerpoint/2010/main" val="234912139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B9C2B04A-673B-44D7-8CBB-EE9D9E573B44}" type="datetimeFigureOut">
              <a:rPr lang="es-CO" smtClean="0"/>
              <a:t>17/05/2022</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E7A72C41-6976-43A5-B2A3-079491F4B00C}" type="slidenum">
              <a:rPr lang="es-CO" smtClean="0"/>
              <a:t>‹Nº›</a:t>
            </a:fld>
            <a:endParaRPr lang="es-CO"/>
          </a:p>
        </p:txBody>
      </p:sp>
    </p:spTree>
    <p:extLst>
      <p:ext uri="{BB962C8B-B14F-4D97-AF65-F5344CB8AC3E}">
        <p14:creationId xmlns:p14="http://schemas.microsoft.com/office/powerpoint/2010/main" val="363896915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9C2B04A-673B-44D7-8CBB-EE9D9E573B44}" type="datetimeFigureOut">
              <a:rPr lang="es-CO" smtClean="0"/>
              <a:t>17/05/2022</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E7A72C41-6976-43A5-B2A3-079491F4B00C}" type="slidenum">
              <a:rPr lang="es-CO" smtClean="0"/>
              <a:t>‹Nº›</a:t>
            </a:fld>
            <a:endParaRPr lang="es-CO"/>
          </a:p>
        </p:txBody>
      </p:sp>
    </p:spTree>
    <p:extLst>
      <p:ext uri="{BB962C8B-B14F-4D97-AF65-F5344CB8AC3E}">
        <p14:creationId xmlns:p14="http://schemas.microsoft.com/office/powerpoint/2010/main" val="261572977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9C2B04A-673B-44D7-8CBB-EE9D9E573B44}" type="datetimeFigureOut">
              <a:rPr lang="es-CO" smtClean="0"/>
              <a:t>17/05/2022</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E7A72C41-6976-43A5-B2A3-079491F4B00C}" type="slidenum">
              <a:rPr lang="es-CO" smtClean="0"/>
              <a:t>‹Nº›</a:t>
            </a:fld>
            <a:endParaRPr lang="es-CO"/>
          </a:p>
        </p:txBody>
      </p:sp>
    </p:spTree>
    <p:extLst>
      <p:ext uri="{BB962C8B-B14F-4D97-AF65-F5344CB8AC3E}">
        <p14:creationId xmlns:p14="http://schemas.microsoft.com/office/powerpoint/2010/main" val="84134276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9C2B04A-673B-44D7-8CBB-EE9D9E573B44}" type="datetimeFigureOut">
              <a:rPr lang="es-CO" smtClean="0"/>
              <a:t>17/05/2022</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E7A72C41-6976-43A5-B2A3-079491F4B00C}" type="slidenum">
              <a:rPr lang="es-CO" smtClean="0"/>
              <a:t>‹Nº›</a:t>
            </a:fld>
            <a:endParaRPr lang="es-CO"/>
          </a:p>
        </p:txBody>
      </p:sp>
    </p:spTree>
    <p:extLst>
      <p:ext uri="{BB962C8B-B14F-4D97-AF65-F5344CB8AC3E}">
        <p14:creationId xmlns:p14="http://schemas.microsoft.com/office/powerpoint/2010/main" val="210263544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9C2B04A-673B-44D7-8CBB-EE9D9E573B44}" type="datetimeFigureOut">
              <a:rPr lang="es-CO" smtClean="0"/>
              <a:t>17/05/2022</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E7A72C41-6976-43A5-B2A3-079491F4B00C}" type="slidenum">
              <a:rPr lang="es-CO" smtClean="0"/>
              <a:t>‹Nº›</a:t>
            </a:fld>
            <a:endParaRPr lang="es-CO"/>
          </a:p>
        </p:txBody>
      </p:sp>
    </p:spTree>
    <p:extLst>
      <p:ext uri="{BB962C8B-B14F-4D97-AF65-F5344CB8AC3E}">
        <p14:creationId xmlns:p14="http://schemas.microsoft.com/office/powerpoint/2010/main" val="110354235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9C2B04A-673B-44D7-8CBB-EE9D9E573B44}" type="datetimeFigureOut">
              <a:rPr lang="es-CO" smtClean="0"/>
              <a:t>17/05/2022</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E7A72C41-6976-43A5-B2A3-079491F4B00C}" type="slidenum">
              <a:rPr lang="es-CO" smtClean="0"/>
              <a:t>‹Nº›</a:t>
            </a:fld>
            <a:endParaRPr lang="es-CO"/>
          </a:p>
        </p:txBody>
      </p:sp>
    </p:spTree>
    <p:extLst>
      <p:ext uri="{BB962C8B-B14F-4D97-AF65-F5344CB8AC3E}">
        <p14:creationId xmlns:p14="http://schemas.microsoft.com/office/powerpoint/2010/main" val="231882324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C2B04A-673B-44D7-8CBB-EE9D9E573B44}" type="datetimeFigureOut">
              <a:rPr lang="es-CO" smtClean="0"/>
              <a:t>17/05/2022</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E7A72C41-6976-43A5-B2A3-079491F4B00C}" type="slidenum">
              <a:rPr lang="es-CO" smtClean="0"/>
              <a:t>‹Nº›</a:t>
            </a:fld>
            <a:endParaRPr lang="es-CO"/>
          </a:p>
        </p:txBody>
      </p:sp>
    </p:spTree>
    <p:extLst>
      <p:ext uri="{BB962C8B-B14F-4D97-AF65-F5344CB8AC3E}">
        <p14:creationId xmlns:p14="http://schemas.microsoft.com/office/powerpoint/2010/main" val="210644797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9C2B04A-673B-44D7-8CBB-EE9D9E573B44}" type="datetimeFigureOut">
              <a:rPr lang="es-CO" smtClean="0"/>
              <a:t>17/05/2022</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E7A72C41-6976-43A5-B2A3-079491F4B00C}" type="slidenum">
              <a:rPr lang="es-CO" smtClean="0"/>
              <a:t>‹Nº›</a:t>
            </a:fld>
            <a:endParaRPr lang="es-CO"/>
          </a:p>
        </p:txBody>
      </p:sp>
    </p:spTree>
    <p:extLst>
      <p:ext uri="{BB962C8B-B14F-4D97-AF65-F5344CB8AC3E}">
        <p14:creationId xmlns:p14="http://schemas.microsoft.com/office/powerpoint/2010/main" val="45386080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9C2B04A-673B-44D7-8CBB-EE9D9E573B44}" type="datetimeFigureOut">
              <a:rPr lang="es-CO" smtClean="0"/>
              <a:t>17/05/2022</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E7A72C41-6976-43A5-B2A3-079491F4B00C}" type="slidenum">
              <a:rPr lang="es-CO" smtClean="0"/>
              <a:t>‹Nº›</a:t>
            </a:fld>
            <a:endParaRPr lang="es-CO"/>
          </a:p>
        </p:txBody>
      </p:sp>
    </p:spTree>
    <p:extLst>
      <p:ext uri="{BB962C8B-B14F-4D97-AF65-F5344CB8AC3E}">
        <p14:creationId xmlns:p14="http://schemas.microsoft.com/office/powerpoint/2010/main" val="247879140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9C2B04A-673B-44D7-8CBB-EE9D9E573B44}" type="datetimeFigureOut">
              <a:rPr lang="es-CO" smtClean="0"/>
              <a:t>17/05/2022</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E7A72C41-6976-43A5-B2A3-079491F4B00C}" type="slidenum">
              <a:rPr lang="es-CO" smtClean="0"/>
              <a:t>‹Nº›</a:t>
            </a:fld>
            <a:endParaRPr lang="es-CO"/>
          </a:p>
        </p:txBody>
      </p:sp>
    </p:spTree>
    <p:extLst>
      <p:ext uri="{BB962C8B-B14F-4D97-AF65-F5344CB8AC3E}">
        <p14:creationId xmlns:p14="http://schemas.microsoft.com/office/powerpoint/2010/main" val="169386133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9C2B04A-673B-44D7-8CBB-EE9D9E573B44}" type="datetimeFigureOut">
              <a:rPr lang="es-CO" smtClean="0"/>
              <a:t>17/05/2022</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E7A72C41-6976-43A5-B2A3-079491F4B00C}" type="slidenum">
              <a:rPr lang="es-CO" smtClean="0"/>
              <a:t>‹Nº›</a:t>
            </a:fld>
            <a:endParaRPr lang="es-CO"/>
          </a:p>
        </p:txBody>
      </p:sp>
    </p:spTree>
    <p:extLst>
      <p:ext uri="{BB962C8B-B14F-4D97-AF65-F5344CB8AC3E}">
        <p14:creationId xmlns:p14="http://schemas.microsoft.com/office/powerpoint/2010/main" val="872195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1B49B9-8C94-4604-AEEE-CB5051962D27}"/>
              </a:ext>
            </a:extLst>
          </p:cNvPr>
          <p:cNvSpPr>
            <a:spLocks noGrp="1"/>
          </p:cNvSpPr>
          <p:nvPr>
            <p:ph type="title"/>
          </p:nvPr>
        </p:nvSpPr>
        <p:spPr>
          <a:xfrm>
            <a:off x="762000" y="1524000"/>
            <a:ext cx="9144000" cy="1263649"/>
          </a:xfrm>
          <a:prstGeom prst="rect">
            <a:avLst/>
          </a:prstGeom>
        </p:spPr>
        <p:txBody>
          <a:bodyPr vert="horz" lIns="91440" tIns="45720" rIns="91440" bIns="4572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9C3204E-CAF5-48A1-928F-757507EC48C4}"/>
              </a:ext>
            </a:extLst>
          </p:cNvPr>
          <p:cNvSpPr>
            <a:spLocks noGrp="1"/>
          </p:cNvSpPr>
          <p:nvPr>
            <p:ph type="body" idx="1"/>
          </p:nvPr>
        </p:nvSpPr>
        <p:spPr>
          <a:xfrm>
            <a:off x="762000" y="3047999"/>
            <a:ext cx="10668000" cy="30480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9540D12-4B42-4790-8677-C9250F3CDDCF}"/>
              </a:ext>
            </a:extLst>
          </p:cNvPr>
          <p:cNvSpPr>
            <a:spLocks noGrp="1"/>
          </p:cNvSpPr>
          <p:nvPr>
            <p:ph type="dt" sz="half" idx="2"/>
          </p:nvPr>
        </p:nvSpPr>
        <p:spPr>
          <a:xfrm>
            <a:off x="762000" y="401594"/>
            <a:ext cx="3048000" cy="365125"/>
          </a:xfrm>
          <a:prstGeom prst="rect">
            <a:avLst/>
          </a:prstGeom>
        </p:spPr>
        <p:txBody>
          <a:bodyPr vert="horz" lIns="91440" tIns="45720" rIns="91440" bIns="45720" rtlCol="0" anchor="b" anchorCtr="0"/>
          <a:lstStyle>
            <a:lvl1pPr algn="l">
              <a:defRPr sz="1000">
                <a:solidFill>
                  <a:schemeClr val="tx1"/>
                </a:solidFill>
              </a:defRPr>
            </a:lvl1pPr>
          </a:lstStyle>
          <a:p>
            <a:fld id="{F4D57BDD-E64A-4D27-8978-82FFCA18A12C}" type="datetimeFigureOut">
              <a:rPr lang="en-US" smtClean="0"/>
              <a:pPr/>
              <a:t>5/17/2022</a:t>
            </a:fld>
            <a:endParaRPr lang="en-US" dirty="0"/>
          </a:p>
        </p:txBody>
      </p:sp>
      <p:sp>
        <p:nvSpPr>
          <p:cNvPr id="5" name="Footer Placeholder 4">
            <a:extLst>
              <a:ext uri="{FF2B5EF4-FFF2-40B4-BE49-F238E27FC236}">
                <a16:creationId xmlns:a16="http://schemas.microsoft.com/office/drawing/2014/main" id="{022B17CD-6C27-4CD1-B20D-EA4B8E54F4FD}"/>
              </a:ext>
            </a:extLst>
          </p:cNvPr>
          <p:cNvSpPr>
            <a:spLocks noGrp="1"/>
          </p:cNvSpPr>
          <p:nvPr>
            <p:ph type="ftr" sz="quarter" idx="3"/>
          </p:nvPr>
        </p:nvSpPr>
        <p:spPr>
          <a:xfrm>
            <a:off x="6858000" y="6096000"/>
            <a:ext cx="4572000" cy="365125"/>
          </a:xfrm>
          <a:prstGeom prst="rect">
            <a:avLst/>
          </a:prstGeom>
        </p:spPr>
        <p:txBody>
          <a:bodyPr vert="horz" lIns="91440" tIns="45720" rIns="91440" bIns="45720" rtlCol="0" anchor="t" anchorCtr="0"/>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C03A934F-C817-4C99-A2CF-C763A3F20627}"/>
              </a:ext>
            </a:extLst>
          </p:cNvPr>
          <p:cNvSpPr>
            <a:spLocks noGrp="1"/>
          </p:cNvSpPr>
          <p:nvPr>
            <p:ph type="sldNum" sz="quarter" idx="4"/>
          </p:nvPr>
        </p:nvSpPr>
        <p:spPr>
          <a:xfrm>
            <a:off x="9144000" y="401594"/>
            <a:ext cx="2286000" cy="762000"/>
          </a:xfrm>
          <a:prstGeom prst="rect">
            <a:avLst/>
          </a:prstGeom>
        </p:spPr>
        <p:txBody>
          <a:bodyPr vert="horz" lIns="91440" tIns="45720" rIns="91440" bIns="45720" rtlCol="0" anchor="t" anchorCtr="0"/>
          <a:lstStyle>
            <a:lvl1pPr algn="r">
              <a:defRPr sz="4000">
                <a:solidFill>
                  <a:schemeClr val="tx1"/>
                </a:solidFill>
                <a:latin typeface="+mj-lt"/>
              </a:defRPr>
            </a:lvl1pPr>
          </a:lstStyle>
          <a:p>
            <a:fld id="{D643A852-0206-46AC-B0EB-645612933129}" type="slidenum">
              <a:rPr lang="en-US" smtClean="0"/>
              <a:pPr/>
              <a:t>‹Nº›</a:t>
            </a:fld>
            <a:endParaRPr lang="en-US" dirty="0"/>
          </a:p>
        </p:txBody>
      </p:sp>
    </p:spTree>
    <p:extLst>
      <p:ext uri="{BB962C8B-B14F-4D97-AF65-F5344CB8AC3E}">
        <p14:creationId xmlns:p14="http://schemas.microsoft.com/office/powerpoint/2010/main" val="3019692039"/>
      </p:ext>
    </p:extLst>
  </p:cSld>
  <p:clrMap bg1="dk1" tx1="lt1" bg2="dk2" tx2="lt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88" r:id="rId6"/>
    <p:sldLayoutId id="2147483693" r:id="rId7"/>
    <p:sldLayoutId id="2147483689" r:id="rId8"/>
    <p:sldLayoutId id="2147483690" r:id="rId9"/>
    <p:sldLayoutId id="2147483691" r:id="rId10"/>
    <p:sldLayoutId id="214748369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50E088B0-16E8-4077-B408-5B4B20EEC6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581BA142-1588-458C-B6B7-84101B392C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8C5268A8-545D-4F6E-8AB3-3A4E67A9C6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F44E46-A427-4F6E-B0BF-D141E0CAD340}" type="datetimeFigureOut">
              <a:rPr lang="es-CO" smtClean="0"/>
              <a:t>17/05/2022</a:t>
            </a:fld>
            <a:endParaRPr lang="es-CO"/>
          </a:p>
        </p:txBody>
      </p:sp>
      <p:sp>
        <p:nvSpPr>
          <p:cNvPr id="5" name="Marcador de pie de página 4">
            <a:extLst>
              <a:ext uri="{FF2B5EF4-FFF2-40B4-BE49-F238E27FC236}">
                <a16:creationId xmlns:a16="http://schemas.microsoft.com/office/drawing/2014/main" id="{BCB71048-26DC-4EF6-BFDE-5A05CB1918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D38D6FE7-6D41-4EA5-9F3F-681FD9D8DD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072EFF-FC5C-40BD-AE9C-95564962DD40}" type="slidenum">
              <a:rPr lang="es-CO" smtClean="0"/>
              <a:t>‹Nº›</a:t>
            </a:fld>
            <a:endParaRPr lang="es-CO"/>
          </a:p>
        </p:txBody>
      </p:sp>
    </p:spTree>
    <p:extLst>
      <p:ext uri="{BB962C8B-B14F-4D97-AF65-F5344CB8AC3E}">
        <p14:creationId xmlns:p14="http://schemas.microsoft.com/office/powerpoint/2010/main" val="4019444798"/>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7DFC7E9-E17E-4934-A974-9A55B8EA20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60B38AA4-CC45-42D0-9292-634D72F46B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EA6540E7-3CF5-4D20-A06C-DF8E279B12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408324-A84C-4A45-93B6-78D079CCE772}" type="datetime1">
              <a:rPr lang="en-US" smtClean="0"/>
              <a:t>5/17/2022</a:t>
            </a:fld>
            <a:endParaRPr lang="en-US" dirty="0"/>
          </a:p>
        </p:txBody>
      </p:sp>
      <p:sp>
        <p:nvSpPr>
          <p:cNvPr id="5" name="Marcador de pie de página 4">
            <a:extLst>
              <a:ext uri="{FF2B5EF4-FFF2-40B4-BE49-F238E27FC236}">
                <a16:creationId xmlns:a16="http://schemas.microsoft.com/office/drawing/2014/main" id="{9F9A765A-D314-49B3-BD59-D98A1367EE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Marcador de número de diapositiva 5">
            <a:extLst>
              <a:ext uri="{FF2B5EF4-FFF2-40B4-BE49-F238E27FC236}">
                <a16:creationId xmlns:a16="http://schemas.microsoft.com/office/drawing/2014/main" id="{47192709-527E-4C51-BB0D-C44FF51F3E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lgn="l"/>
            <a:fld id="{FAEF9944-A4F6-4C59-AEBD-678D6480B8EA}" type="slidenum">
              <a:rPr lang="en-US" smtClean="0"/>
              <a:pPr algn="l"/>
              <a:t>‹Nº›</a:t>
            </a:fld>
            <a:endParaRPr lang="en-US" dirty="0"/>
          </a:p>
        </p:txBody>
      </p:sp>
    </p:spTree>
    <p:extLst>
      <p:ext uri="{BB962C8B-B14F-4D97-AF65-F5344CB8AC3E}">
        <p14:creationId xmlns:p14="http://schemas.microsoft.com/office/powerpoint/2010/main" val="2392457087"/>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D1918DF-6969-41BF-96EB-F8DF90740F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0A08012-BE04-4436-AFE5-87C21B37AA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F39BE50-FE77-46DB-B577-0B0CA818FA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72DF96-BF8D-484A-991C-5C6D257E854E}" type="datetimeFigureOut">
              <a:rPr lang="es-CO" smtClean="0"/>
              <a:t>17/05/2022</a:t>
            </a:fld>
            <a:endParaRPr lang="es-CO"/>
          </a:p>
        </p:txBody>
      </p:sp>
      <p:sp>
        <p:nvSpPr>
          <p:cNvPr id="5" name="Marcador de pie de página 4">
            <a:extLst>
              <a:ext uri="{FF2B5EF4-FFF2-40B4-BE49-F238E27FC236}">
                <a16:creationId xmlns:a16="http://schemas.microsoft.com/office/drawing/2014/main" id="{A5C34ACA-B5E4-46FC-8705-D09E237E92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82445789-69B2-4C74-A68E-39C917E87F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A8E174-9852-4E2E-9653-E9004B7BC656}" type="slidenum">
              <a:rPr lang="es-CO" smtClean="0"/>
              <a:t>‹Nº›</a:t>
            </a:fld>
            <a:endParaRPr lang="es-CO"/>
          </a:p>
        </p:txBody>
      </p:sp>
    </p:spTree>
    <p:extLst>
      <p:ext uri="{BB962C8B-B14F-4D97-AF65-F5344CB8AC3E}">
        <p14:creationId xmlns:p14="http://schemas.microsoft.com/office/powerpoint/2010/main" val="3221590418"/>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537D529-5709-403C-99F6-483284028B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535D66F-C949-4F25-BCF6-D12EE855CB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A37C727-2EBD-4ED0-B7CA-6076DED0DF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77DFD9-7B51-48B5-BC57-BA11260DF125}" type="datetimeFigureOut">
              <a:rPr lang="es-CO" smtClean="0"/>
              <a:t>17/05/2022</a:t>
            </a:fld>
            <a:endParaRPr lang="es-CO"/>
          </a:p>
        </p:txBody>
      </p:sp>
      <p:sp>
        <p:nvSpPr>
          <p:cNvPr id="5" name="Marcador de pie de página 4">
            <a:extLst>
              <a:ext uri="{FF2B5EF4-FFF2-40B4-BE49-F238E27FC236}">
                <a16:creationId xmlns:a16="http://schemas.microsoft.com/office/drawing/2014/main" id="{BD7F1831-4B55-494E-93E4-CD62BD23CD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57A6574-D573-47A2-8535-5403380CB6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8F7DC1-6A01-46D0-B341-C8CBF40540AA}" type="slidenum">
              <a:rPr lang="es-CO" smtClean="0"/>
              <a:t>‹Nº›</a:t>
            </a:fld>
            <a:endParaRPr lang="es-CO"/>
          </a:p>
        </p:txBody>
      </p:sp>
    </p:spTree>
    <p:extLst>
      <p:ext uri="{BB962C8B-B14F-4D97-AF65-F5344CB8AC3E}">
        <p14:creationId xmlns:p14="http://schemas.microsoft.com/office/powerpoint/2010/main" val="915690430"/>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6B4326D-4EA9-4442-A1DB-A962FFCD1B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D1B32E1-C3C6-4358-B26C-231BFBE887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C66E97A-D1C4-4B7E-A990-E8647B7AE6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CD2BC6-A091-40D9-8730-8E7E1A2B3967}" type="datetimeFigureOut">
              <a:rPr lang="es-CO" smtClean="0"/>
              <a:t>17/05/2022</a:t>
            </a:fld>
            <a:endParaRPr lang="es-CO"/>
          </a:p>
        </p:txBody>
      </p:sp>
      <p:sp>
        <p:nvSpPr>
          <p:cNvPr id="5" name="Marcador de pie de página 4">
            <a:extLst>
              <a:ext uri="{FF2B5EF4-FFF2-40B4-BE49-F238E27FC236}">
                <a16:creationId xmlns:a16="http://schemas.microsoft.com/office/drawing/2014/main" id="{ADFBBE54-50A9-47C2-9389-FB84736833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054C0054-FD1A-42FE-9236-0F21D30F51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B3A13F-A33E-4239-BB9E-ADDA969EDB25}" type="slidenum">
              <a:rPr lang="es-CO" smtClean="0"/>
              <a:t>‹Nº›</a:t>
            </a:fld>
            <a:endParaRPr lang="es-CO"/>
          </a:p>
        </p:txBody>
      </p:sp>
    </p:spTree>
    <p:extLst>
      <p:ext uri="{BB962C8B-B14F-4D97-AF65-F5344CB8AC3E}">
        <p14:creationId xmlns:p14="http://schemas.microsoft.com/office/powerpoint/2010/main" val="1209099950"/>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C2B04A-673B-44D7-8CBB-EE9D9E573B44}" type="datetimeFigureOut">
              <a:rPr lang="es-CO" smtClean="0"/>
              <a:t>17/05/2022</a:t>
            </a:fld>
            <a:endParaRPr lang="es-CO"/>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A72C41-6976-43A5-B2A3-079491F4B00C}" type="slidenum">
              <a:rPr lang="es-CO" smtClean="0"/>
              <a:t>‹Nº›</a:t>
            </a:fld>
            <a:endParaRPr lang="es-CO"/>
          </a:p>
        </p:txBody>
      </p:sp>
    </p:spTree>
    <p:extLst>
      <p:ext uri="{BB962C8B-B14F-4D97-AF65-F5344CB8AC3E}">
        <p14:creationId xmlns:p14="http://schemas.microsoft.com/office/powerpoint/2010/main" val="53600118"/>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ixabay.com/es/comer-fruta-agrios-postre-405521/" TargetMode="External"/><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hyperlink" Target="http://belezaesaude.com/frutas-vermelhas/" TargetMode="External"/><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hyperlink" Target="https://www.elenacorrales.com/blogelenacorrales/tag/cereales-integrales/" TargetMode="External"/><Relationship Id="rId2" Type="http://schemas.openxmlformats.org/officeDocument/2006/relationships/image" Target="../media/image11.jpe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hyperlink" Target="https://www.conasi.eu/blog/productos/vegan-star-maquina-bebidas-leches-vegetales-soja-cereales-de-frutos-secos/leches-vegetales-caseras-frescas-y-vivas/" TargetMode="External"/><Relationship Id="rId2" Type="http://schemas.openxmlformats.org/officeDocument/2006/relationships/image" Target="../media/image13.jp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nograciasnocomocarne.com/leche-de-mani-cacahuate-hecha-en-casa/" TargetMode="External"/><Relationship Id="rId2" Type="http://schemas.openxmlformats.org/officeDocument/2006/relationships/image" Target="../media/image14.jp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hyperlink" Target="https://www.hazteveg.com/receta/4011/croqueta-de-lenteja" TargetMode="External"/><Relationship Id="rId2" Type="http://schemas.openxmlformats.org/officeDocument/2006/relationships/image" Target="../media/image16.jpg"/><Relationship Id="rId1" Type="http://schemas.openxmlformats.org/officeDocument/2006/relationships/slideLayout" Target="../slideLayouts/slideLayout41.xml"/></Relationships>
</file>

<file path=ppt/slides/_rels/slide15.xml.rels><?xml version="1.0" encoding="UTF-8" standalone="yes"?>
<Relationships xmlns="http://schemas.openxmlformats.org/package/2006/relationships"><Relationship Id="rId3" Type="http://schemas.openxmlformats.org/officeDocument/2006/relationships/hyperlink" Target="https://www.conasi.eu/blog/consejos-de-salud/croquetas-vegetarianas/" TargetMode="External"/><Relationship Id="rId2" Type="http://schemas.openxmlformats.org/officeDocument/2006/relationships/image" Target="../media/image17.jpg"/><Relationship Id="rId1" Type="http://schemas.openxmlformats.org/officeDocument/2006/relationships/slideLayout" Target="../slideLayouts/slideLayout41.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1.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1.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1.xml"/></Relationships>
</file>

<file path=ppt/slides/_rels/slide19.xml.rels><?xml version="1.0" encoding="UTF-8" standalone="yes"?>
<Relationships xmlns="http://schemas.openxmlformats.org/package/2006/relationships"><Relationship Id="rId3" Type="http://schemas.openxmlformats.org/officeDocument/2006/relationships/hyperlink" Target="https://elgourmeturbano.blogspot.com/2019/11/tecnicasdecocina-salsas-las-salsas.html" TargetMode="External"/><Relationship Id="rId2" Type="http://schemas.openxmlformats.org/officeDocument/2006/relationships/image" Target="../media/image21.jpg"/><Relationship Id="rId1" Type="http://schemas.openxmlformats.org/officeDocument/2006/relationships/slideLayout" Target="../slideLayouts/slideLayout31.xml"/></Relationships>
</file>

<file path=ppt/slides/_rels/slide20.xml.rels><?xml version="1.0" encoding="UTF-8" standalone="yes"?>
<Relationships xmlns="http://schemas.openxmlformats.org/package/2006/relationships"><Relationship Id="rId3" Type="http://schemas.openxmlformats.org/officeDocument/2006/relationships/hyperlink" Target="https://vinagreyaceite.wordpress.com/2012/08/16/aderezo-de-cilantro/" TargetMode="External"/><Relationship Id="rId2" Type="http://schemas.openxmlformats.org/officeDocument/2006/relationships/image" Target="../media/image22.jpg"/><Relationship Id="rId1" Type="http://schemas.openxmlformats.org/officeDocument/2006/relationships/slideLayout" Target="../slideLayouts/slideLayout31.xml"/></Relationships>
</file>

<file path=ppt/slides/_rels/slide21.xml.rels><?xml version="1.0" encoding="UTF-8" standalone="yes"?>
<Relationships xmlns="http://schemas.openxmlformats.org/package/2006/relationships"><Relationship Id="rId3" Type="http://schemas.openxmlformats.org/officeDocument/2006/relationships/hyperlink" Target="http://www.meandmrjones.co.uk/2016/08/guacamole.html" TargetMode="External"/><Relationship Id="rId2" Type="http://schemas.openxmlformats.org/officeDocument/2006/relationships/image" Target="../media/image23.jpg"/><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3" Type="http://schemas.openxmlformats.org/officeDocument/2006/relationships/hyperlink" Target="https://www.angsarap.net/2011/07/25/hummus/" TargetMode="External"/><Relationship Id="rId2" Type="http://schemas.openxmlformats.org/officeDocument/2006/relationships/image" Target="../media/image24.jpg"/><Relationship Id="rId1" Type="http://schemas.openxmlformats.org/officeDocument/2006/relationships/slideLayout" Target="../slideLayouts/slideLayout31.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3" Type="http://schemas.openxmlformats.org/officeDocument/2006/relationships/hyperlink" Target="http://elgourmeturbano.blogspot.com/search/label/salsas" TargetMode="External"/><Relationship Id="rId2" Type="http://schemas.openxmlformats.org/officeDocument/2006/relationships/image" Target="../media/image26.jpg"/><Relationship Id="rId1" Type="http://schemas.openxmlformats.org/officeDocument/2006/relationships/slideLayout" Target="../slideLayouts/slideLayout31.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3.xml"/></Relationships>
</file>

<file path=ppt/slides/_rels/slide26.xml.rels><?xml version="1.0" encoding="UTF-8" standalone="yes"?>
<Relationships xmlns="http://schemas.openxmlformats.org/package/2006/relationships"><Relationship Id="rId3" Type="http://schemas.openxmlformats.org/officeDocument/2006/relationships/hyperlink" Target="https://belezaesaude.com/diferenca-arroz-branco-integral/" TargetMode="External"/><Relationship Id="rId2" Type="http://schemas.openxmlformats.org/officeDocument/2006/relationships/image" Target="../media/image28.jpg"/><Relationship Id="rId1" Type="http://schemas.openxmlformats.org/officeDocument/2006/relationships/slideLayout" Target="../slideLayouts/slideLayout57.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7.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7.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7.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3.xml"/></Relationships>
</file>

<file path=ppt/slides/_rels/slide31.xml.rels><?xml version="1.0" encoding="UTF-8" standalone="yes"?>
<Relationships xmlns="http://schemas.openxmlformats.org/package/2006/relationships"><Relationship Id="rId3" Type="http://schemas.openxmlformats.org/officeDocument/2006/relationships/hyperlink" Target="http://beginveganbegun.wordpress.com/2012/03/24/berenjenas-rellenas/" TargetMode="External"/><Relationship Id="rId2" Type="http://schemas.openxmlformats.org/officeDocument/2006/relationships/image" Target="../media/image33.png"/><Relationship Id="rId1" Type="http://schemas.openxmlformats.org/officeDocument/2006/relationships/slideLayout" Target="../slideLayouts/slideLayout57.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7.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7.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7.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2.xml"/></Relationships>
</file>

<file path=ppt/slides/_rels/slide36.xml.rels><?xml version="1.0" encoding="UTF-8" standalone="yes"?>
<Relationships xmlns="http://schemas.openxmlformats.org/package/2006/relationships"><Relationship Id="rId3" Type="http://schemas.openxmlformats.org/officeDocument/2006/relationships/hyperlink" Target="https://www.recetassinlactosa.com/ensalada-mediterranea-cherrys-mozzarella-aceitunas/" TargetMode="External"/><Relationship Id="rId2" Type="http://schemas.openxmlformats.org/officeDocument/2006/relationships/image" Target="../media/image38.jpg"/><Relationship Id="rId1" Type="http://schemas.openxmlformats.org/officeDocument/2006/relationships/slideLayout" Target="../slideLayouts/slideLayout52.xml"/></Relationships>
</file>

<file path=ppt/slides/_rels/slide37.xml.rels><?xml version="1.0" encoding="UTF-8" standalone="yes"?>
<Relationships xmlns="http://schemas.openxmlformats.org/package/2006/relationships"><Relationship Id="rId3" Type="http://schemas.openxmlformats.org/officeDocument/2006/relationships/hyperlink" Target="https://www.elenacorrales.com/blogelenacorrales/ensalada-de-trigo-sarraceno-con-salsa-de-tahin/" TargetMode="External"/><Relationship Id="rId2" Type="http://schemas.openxmlformats.org/officeDocument/2006/relationships/image" Target="../media/image39.jpg"/><Relationship Id="rId1" Type="http://schemas.openxmlformats.org/officeDocument/2006/relationships/slideLayout" Target="../slideLayouts/slideLayout52.xml"/></Relationships>
</file>

<file path=ppt/slides/_rels/slide3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2.xml"/></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2.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2.xml"/></Relationships>
</file>

<file path=ppt/slides/_rels/slide4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2.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52.xml"/></Relationships>
</file>

<file path=ppt/slides/_rels/slide4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6.xml"/></Relationships>
</file>

<file path=ppt/slides/_rels/slide4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6.xml"/></Relationships>
</file>

<file path=ppt/slides/_rels/slide4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6.xml"/></Relationships>
</file>

<file path=ppt/slides/_rels/slide4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4.xml"/></Relationships>
</file>

<file path=ppt/slides/_rels/slide4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8.xml"/></Relationships>
</file>

<file path=ppt/slides/_rels/slide4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8.xml"/></Relationships>
</file>

<file path=ppt/slides/_rels/slide4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8.xml"/></Relationships>
</file>

<file path=ppt/slides/_rels/slide50.xml.rels><?xml version="1.0" encoding="UTF-8" standalone="yes"?>
<Relationships xmlns="http://schemas.openxmlformats.org/package/2006/relationships"><Relationship Id="rId3" Type="http://schemas.openxmlformats.org/officeDocument/2006/relationships/hyperlink" Target="https://elgourmeturbano.blogspot.com/2017/03/beneficios-de-beber-licuados.html" TargetMode="External"/><Relationship Id="rId2" Type="http://schemas.openxmlformats.org/officeDocument/2006/relationships/image" Target="../media/image53.jpg"/><Relationship Id="rId1" Type="http://schemas.openxmlformats.org/officeDocument/2006/relationships/slideLayout" Target="../slideLayouts/slideLayout52.xml"/></Relationships>
</file>

<file path=ppt/slides/_rels/slide51.xml.rels><?xml version="1.0" encoding="UTF-8" standalone="yes"?>
<Relationships xmlns="http://schemas.openxmlformats.org/package/2006/relationships"><Relationship Id="rId3" Type="http://schemas.openxmlformats.org/officeDocument/2006/relationships/hyperlink" Target="http://ajuntament.barcelona.cat/ccivics/navas/p/25496/cuina-exprs-amb-verdures-i-fruites-destiu-eco" TargetMode="External"/><Relationship Id="rId2" Type="http://schemas.openxmlformats.org/officeDocument/2006/relationships/image" Target="../media/image54.jpg"/><Relationship Id="rId1" Type="http://schemas.openxmlformats.org/officeDocument/2006/relationships/slideLayout" Target="../slideLayouts/slideLayout46.xml"/></Relationships>
</file>

<file path=ppt/slides/_rels/slide5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6.xml"/></Relationships>
</file>

<file path=ppt/slides/_rels/slide53.xml.rels><?xml version="1.0" encoding="UTF-8" standalone="yes"?>
<Relationships xmlns="http://schemas.openxmlformats.org/package/2006/relationships"><Relationship Id="rId3" Type="http://schemas.openxmlformats.org/officeDocument/2006/relationships/hyperlink" Target="https://wikifaunia.com/page/28/?search&amp;go/page/2/page/2/" TargetMode="External"/><Relationship Id="rId2" Type="http://schemas.openxmlformats.org/officeDocument/2006/relationships/image" Target="../media/image56.jpg"/><Relationship Id="rId1" Type="http://schemas.openxmlformats.org/officeDocument/2006/relationships/slideLayout" Target="../slideLayouts/slideLayout46.xml"/><Relationship Id="rId5" Type="http://schemas.openxmlformats.org/officeDocument/2006/relationships/hyperlink" Target="https://www.pexels.com/photo/assorted-smoothies-on-glass-jars-1503412/" TargetMode="External"/><Relationship Id="rId4" Type="http://schemas.openxmlformats.org/officeDocument/2006/relationships/image" Target="../media/image57.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useBgFill="1">
        <p:nvSpPr>
          <p:cNvPr id="25" name="Rectangle 19">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9D36A8F-C3F8-499E-855C-24AC6973464C}"/>
              </a:ext>
            </a:extLst>
          </p:cNvPr>
          <p:cNvSpPr>
            <a:spLocks noGrp="1"/>
          </p:cNvSpPr>
          <p:nvPr>
            <p:ph type="ctrTitle"/>
          </p:nvPr>
        </p:nvSpPr>
        <p:spPr>
          <a:xfrm>
            <a:off x="761999" y="1163595"/>
            <a:ext cx="6029325" cy="2855956"/>
          </a:xfrm>
        </p:spPr>
        <p:txBody>
          <a:bodyPr>
            <a:normAutofit/>
          </a:bodyPr>
          <a:lstStyle/>
          <a:p>
            <a:pPr algn="l"/>
            <a:r>
              <a:rPr lang="es-MX" sz="8000" dirty="0"/>
              <a:t>RECETARIO</a:t>
            </a:r>
            <a:endParaRPr lang="es-CO" sz="8000" dirty="0"/>
          </a:p>
        </p:txBody>
      </p:sp>
      <p:sp>
        <p:nvSpPr>
          <p:cNvPr id="3" name="Subtítulo 2">
            <a:extLst>
              <a:ext uri="{FF2B5EF4-FFF2-40B4-BE49-F238E27FC236}">
                <a16:creationId xmlns:a16="http://schemas.microsoft.com/office/drawing/2014/main" id="{42387C91-CFA7-470F-952D-98D04AD9C013}"/>
              </a:ext>
            </a:extLst>
          </p:cNvPr>
          <p:cNvSpPr>
            <a:spLocks noGrp="1"/>
          </p:cNvSpPr>
          <p:nvPr>
            <p:ph type="subTitle" idx="1"/>
          </p:nvPr>
        </p:nvSpPr>
        <p:spPr>
          <a:xfrm>
            <a:off x="762000" y="4200525"/>
            <a:ext cx="6029324" cy="1595437"/>
          </a:xfrm>
        </p:spPr>
        <p:txBody>
          <a:bodyPr>
            <a:normAutofit/>
          </a:bodyPr>
          <a:lstStyle/>
          <a:p>
            <a:pPr algn="l"/>
            <a:r>
              <a:rPr lang="es-MX" dirty="0">
                <a:solidFill>
                  <a:schemeClr val="bg1"/>
                </a:solidFill>
              </a:rPr>
              <a:t>Recetas saludables que cuiden nuestra salud y sean agradables a nuestro paladar</a:t>
            </a:r>
            <a:endParaRPr lang="es-CO" dirty="0">
              <a:solidFill>
                <a:schemeClr val="bg1"/>
              </a:solidFill>
            </a:endParaRPr>
          </a:p>
        </p:txBody>
      </p:sp>
      <p:pic>
        <p:nvPicPr>
          <p:cNvPr id="9" name="Imagen 8" descr="Un par de naranjas y un tazón de fruta&#10;&#10;Descripción generada automáticamente">
            <a:extLst>
              <a:ext uri="{FF2B5EF4-FFF2-40B4-BE49-F238E27FC236}">
                <a16:creationId xmlns:a16="http://schemas.microsoft.com/office/drawing/2014/main" id="{18E7B0FC-3AFF-0235-9F29-2FF55E690F2E}"/>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0800" r="35304" b="-1"/>
          <a:stretch/>
        </p:blipFill>
        <p:spPr>
          <a:xfrm>
            <a:off x="7648048" y="-1"/>
            <a:ext cx="4543953" cy="6858002"/>
          </a:xfrm>
          <a:custGeom>
            <a:avLst/>
            <a:gdLst/>
            <a:ahLst/>
            <a:cxnLst/>
            <a:rect l="l" t="t" r="r" b="b"/>
            <a:pathLst>
              <a:path w="4543953" h="6858002">
                <a:moveTo>
                  <a:pt x="248638" y="6438981"/>
                </a:moveTo>
                <a:cubicBezTo>
                  <a:pt x="258140" y="6444077"/>
                  <a:pt x="265617" y="6451650"/>
                  <a:pt x="268569" y="6463841"/>
                </a:cubicBezTo>
                <a:lnTo>
                  <a:pt x="268572" y="6463849"/>
                </a:lnTo>
                <a:lnTo>
                  <a:pt x="279556" y="6508052"/>
                </a:lnTo>
                <a:lnTo>
                  <a:pt x="282367" y="6513012"/>
                </a:lnTo>
                <a:lnTo>
                  <a:pt x="284834" y="6521804"/>
                </a:lnTo>
                <a:lnTo>
                  <a:pt x="301172" y="6546195"/>
                </a:lnTo>
                <a:lnTo>
                  <a:pt x="301172" y="6546194"/>
                </a:lnTo>
                <a:lnTo>
                  <a:pt x="282367" y="6513012"/>
                </a:lnTo>
                <a:lnTo>
                  <a:pt x="268572" y="6463849"/>
                </a:lnTo>
                <a:lnTo>
                  <a:pt x="268569" y="6463840"/>
                </a:lnTo>
                <a:close/>
                <a:moveTo>
                  <a:pt x="332842" y="2836172"/>
                </a:moveTo>
                <a:lnTo>
                  <a:pt x="332842" y="2836173"/>
                </a:lnTo>
                <a:cubicBezTo>
                  <a:pt x="336914" y="2839983"/>
                  <a:pt x="340200" y="2844317"/>
                  <a:pt x="341533" y="2848794"/>
                </a:cubicBezTo>
                <a:cubicBezTo>
                  <a:pt x="348200" y="2870416"/>
                  <a:pt x="356392" y="2892181"/>
                  <a:pt x="361441" y="2914328"/>
                </a:cubicBezTo>
                <a:lnTo>
                  <a:pt x="366072" y="2947863"/>
                </a:lnTo>
                <a:lnTo>
                  <a:pt x="362488" y="2982148"/>
                </a:lnTo>
                <a:cubicBezTo>
                  <a:pt x="354392" y="3014153"/>
                  <a:pt x="350582" y="3045777"/>
                  <a:pt x="350796" y="3077401"/>
                </a:cubicBezTo>
                <a:lnTo>
                  <a:pt x="350796" y="3077402"/>
                </a:lnTo>
                <a:lnTo>
                  <a:pt x="350796" y="3077402"/>
                </a:lnTo>
                <a:cubicBezTo>
                  <a:pt x="351010" y="3109026"/>
                  <a:pt x="355249" y="3140650"/>
                  <a:pt x="363250" y="3172655"/>
                </a:cubicBezTo>
                <a:cubicBezTo>
                  <a:pt x="389159" y="3276481"/>
                  <a:pt x="416591" y="3380306"/>
                  <a:pt x="410877" y="3489468"/>
                </a:cubicBezTo>
                <a:cubicBezTo>
                  <a:pt x="409925" y="3507564"/>
                  <a:pt x="421546" y="3529091"/>
                  <a:pt x="432976" y="3544714"/>
                </a:cubicBezTo>
                <a:cubicBezTo>
                  <a:pt x="438406" y="3552191"/>
                  <a:pt x="442585" y="3557716"/>
                  <a:pt x="445520" y="3562321"/>
                </a:cubicBezTo>
                <a:lnTo>
                  <a:pt x="450598" y="3574408"/>
                </a:lnTo>
                <a:lnTo>
                  <a:pt x="448246" y="3587174"/>
                </a:lnTo>
                <a:cubicBezTo>
                  <a:pt x="446228" y="3592232"/>
                  <a:pt x="442978" y="3598435"/>
                  <a:pt x="438500" y="3606817"/>
                </a:cubicBezTo>
                <a:cubicBezTo>
                  <a:pt x="434118" y="3614819"/>
                  <a:pt x="431452" y="3624725"/>
                  <a:pt x="424974" y="3630632"/>
                </a:cubicBezTo>
                <a:cubicBezTo>
                  <a:pt x="408496" y="3645682"/>
                  <a:pt x="402257" y="3662494"/>
                  <a:pt x="400733" y="3680163"/>
                </a:cubicBezTo>
                <a:lnTo>
                  <a:pt x="400733" y="3680164"/>
                </a:lnTo>
                <a:lnTo>
                  <a:pt x="400733" y="3680164"/>
                </a:lnTo>
                <a:lnTo>
                  <a:pt x="404781" y="3734838"/>
                </a:lnTo>
                <a:lnTo>
                  <a:pt x="404399" y="3754652"/>
                </a:lnTo>
                <a:cubicBezTo>
                  <a:pt x="398399" y="3767130"/>
                  <a:pt x="396447" y="3778655"/>
                  <a:pt x="398042" y="3789776"/>
                </a:cubicBezTo>
                <a:lnTo>
                  <a:pt x="398042" y="3789776"/>
                </a:lnTo>
                <a:lnTo>
                  <a:pt x="398042" y="3789777"/>
                </a:lnTo>
                <a:cubicBezTo>
                  <a:pt x="399638" y="3800897"/>
                  <a:pt x="404781" y="3811614"/>
                  <a:pt x="412973" y="3822473"/>
                </a:cubicBezTo>
                <a:lnTo>
                  <a:pt x="427308" y="3852620"/>
                </a:lnTo>
                <a:lnTo>
                  <a:pt x="426528" y="3868764"/>
                </a:lnTo>
                <a:cubicBezTo>
                  <a:pt x="425070" y="3874229"/>
                  <a:pt x="422307" y="3879766"/>
                  <a:pt x="417925" y="3885338"/>
                </a:cubicBezTo>
                <a:cubicBezTo>
                  <a:pt x="398494" y="3910104"/>
                  <a:pt x="388302" y="3935727"/>
                  <a:pt x="386040" y="3962159"/>
                </a:cubicBezTo>
                <a:lnTo>
                  <a:pt x="386040" y="3962160"/>
                </a:lnTo>
                <a:lnTo>
                  <a:pt x="386040" y="3962160"/>
                </a:lnTo>
                <a:cubicBezTo>
                  <a:pt x="383778" y="3988593"/>
                  <a:pt x="389446" y="4015835"/>
                  <a:pt x="401733" y="4043840"/>
                </a:cubicBezTo>
                <a:lnTo>
                  <a:pt x="416855" y="4103826"/>
                </a:lnTo>
                <a:lnTo>
                  <a:pt x="414887" y="4134256"/>
                </a:lnTo>
                <a:cubicBezTo>
                  <a:pt x="413045" y="4144498"/>
                  <a:pt x="409973" y="4154857"/>
                  <a:pt x="405543" y="4165383"/>
                </a:cubicBezTo>
                <a:cubicBezTo>
                  <a:pt x="402114" y="4173480"/>
                  <a:pt x="401543" y="4182767"/>
                  <a:pt x="401638" y="4192387"/>
                </a:cubicBezTo>
                <a:lnTo>
                  <a:pt x="401638" y="4192388"/>
                </a:lnTo>
                <a:lnTo>
                  <a:pt x="401638" y="4192388"/>
                </a:lnTo>
                <a:lnTo>
                  <a:pt x="401733" y="4221391"/>
                </a:lnTo>
                <a:lnTo>
                  <a:pt x="396017" y="4253014"/>
                </a:lnTo>
                <a:cubicBezTo>
                  <a:pt x="383824" y="4277401"/>
                  <a:pt x="368204" y="4300070"/>
                  <a:pt x="356201" y="4324645"/>
                </a:cubicBezTo>
                <a:cubicBezTo>
                  <a:pt x="350487" y="4336457"/>
                  <a:pt x="347439" y="4350554"/>
                  <a:pt x="347247" y="4363890"/>
                </a:cubicBezTo>
                <a:lnTo>
                  <a:pt x="347247" y="4363891"/>
                </a:lnTo>
                <a:lnTo>
                  <a:pt x="347247" y="4363891"/>
                </a:lnTo>
                <a:cubicBezTo>
                  <a:pt x="346295" y="4403326"/>
                  <a:pt x="346295" y="4442762"/>
                  <a:pt x="348009" y="4482005"/>
                </a:cubicBezTo>
                <a:cubicBezTo>
                  <a:pt x="350677" y="4546777"/>
                  <a:pt x="351249" y="4612501"/>
                  <a:pt x="408019" y="4659175"/>
                </a:cubicBezTo>
                <a:cubicBezTo>
                  <a:pt x="412591" y="4662987"/>
                  <a:pt x="415259" y="4671177"/>
                  <a:pt x="416021" y="4677656"/>
                </a:cubicBezTo>
                <a:cubicBezTo>
                  <a:pt x="419640" y="4707565"/>
                  <a:pt x="420022" y="4738236"/>
                  <a:pt x="425928" y="4767765"/>
                </a:cubicBezTo>
                <a:lnTo>
                  <a:pt x="427237" y="4800483"/>
                </a:lnTo>
                <a:lnTo>
                  <a:pt x="412401" y="4828916"/>
                </a:lnTo>
                <a:cubicBezTo>
                  <a:pt x="395828" y="4846490"/>
                  <a:pt x="384397" y="4866958"/>
                  <a:pt x="382691" y="4889275"/>
                </a:cubicBezTo>
                <a:lnTo>
                  <a:pt x="382691" y="4889275"/>
                </a:lnTo>
                <a:lnTo>
                  <a:pt x="382691" y="4889276"/>
                </a:lnTo>
                <a:cubicBezTo>
                  <a:pt x="382122" y="4896714"/>
                  <a:pt x="382634" y="4904358"/>
                  <a:pt x="384396" y="4912169"/>
                </a:cubicBezTo>
                <a:lnTo>
                  <a:pt x="385799" y="4933805"/>
                </a:lnTo>
                <a:lnTo>
                  <a:pt x="381039" y="4952673"/>
                </a:lnTo>
                <a:cubicBezTo>
                  <a:pt x="376253" y="4964604"/>
                  <a:pt x="368680" y="4975511"/>
                  <a:pt x="360964" y="4987037"/>
                </a:cubicBezTo>
                <a:cubicBezTo>
                  <a:pt x="349725" y="5003801"/>
                  <a:pt x="335627" y="5022852"/>
                  <a:pt x="334485" y="5041521"/>
                </a:cubicBezTo>
                <a:cubicBezTo>
                  <a:pt x="332628" y="5073241"/>
                  <a:pt x="310088" y="5101639"/>
                  <a:pt x="308337" y="5133224"/>
                </a:cubicBezTo>
                <a:lnTo>
                  <a:pt x="308337" y="5133225"/>
                </a:lnTo>
                <a:lnTo>
                  <a:pt x="308337" y="5133225"/>
                </a:lnTo>
                <a:lnTo>
                  <a:pt x="315052" y="5166114"/>
                </a:lnTo>
                <a:lnTo>
                  <a:pt x="314362" y="5172090"/>
                </a:lnTo>
                <a:cubicBezTo>
                  <a:pt x="313481" y="5174400"/>
                  <a:pt x="312290" y="5176876"/>
                  <a:pt x="311814" y="5179067"/>
                </a:cubicBezTo>
                <a:lnTo>
                  <a:pt x="311814" y="5179068"/>
                </a:lnTo>
                <a:lnTo>
                  <a:pt x="311814" y="5179068"/>
                </a:lnTo>
                <a:cubicBezTo>
                  <a:pt x="304574" y="5214122"/>
                  <a:pt x="311624" y="5247079"/>
                  <a:pt x="335437" y="5272797"/>
                </a:cubicBezTo>
                <a:cubicBezTo>
                  <a:pt x="350964" y="5289657"/>
                  <a:pt x="359489" y="5307422"/>
                  <a:pt x="362870" y="5326163"/>
                </a:cubicBezTo>
                <a:lnTo>
                  <a:pt x="364317" y="5355014"/>
                </a:lnTo>
                <a:lnTo>
                  <a:pt x="359440" y="5385384"/>
                </a:lnTo>
                <a:cubicBezTo>
                  <a:pt x="356201" y="5398721"/>
                  <a:pt x="353915" y="5412057"/>
                  <a:pt x="351249" y="5425582"/>
                </a:cubicBezTo>
                <a:cubicBezTo>
                  <a:pt x="347439" y="5443870"/>
                  <a:pt x="343437" y="5462351"/>
                  <a:pt x="339627" y="5480637"/>
                </a:cubicBezTo>
                <a:cubicBezTo>
                  <a:pt x="337722" y="5489497"/>
                  <a:pt x="335151" y="5498832"/>
                  <a:pt x="335103" y="5507667"/>
                </a:cubicBezTo>
                <a:lnTo>
                  <a:pt x="335103" y="5507668"/>
                </a:lnTo>
                <a:lnTo>
                  <a:pt x="335103" y="5507668"/>
                </a:lnTo>
                <a:cubicBezTo>
                  <a:pt x="335056" y="5516503"/>
                  <a:pt x="337532" y="5524837"/>
                  <a:pt x="345723" y="5531694"/>
                </a:cubicBezTo>
                <a:lnTo>
                  <a:pt x="355869" y="5547578"/>
                </a:lnTo>
                <a:lnTo>
                  <a:pt x="346295" y="5562746"/>
                </a:lnTo>
                <a:cubicBezTo>
                  <a:pt x="303622" y="5600467"/>
                  <a:pt x="276951" y="5646189"/>
                  <a:pt x="275047" y="5704483"/>
                </a:cubicBezTo>
                <a:cubicBezTo>
                  <a:pt x="274665" y="5716485"/>
                  <a:pt x="271999" y="5728678"/>
                  <a:pt x="269141" y="5740488"/>
                </a:cubicBezTo>
                <a:cubicBezTo>
                  <a:pt x="267426" y="5747728"/>
                  <a:pt x="265520" y="5756493"/>
                  <a:pt x="260376" y="5760873"/>
                </a:cubicBezTo>
                <a:cubicBezTo>
                  <a:pt x="221133" y="5794974"/>
                  <a:pt x="193890" y="5837457"/>
                  <a:pt x="171981" y="5883751"/>
                </a:cubicBezTo>
                <a:cubicBezTo>
                  <a:pt x="164171" y="5900323"/>
                  <a:pt x="156361" y="5918042"/>
                  <a:pt x="154075" y="5935949"/>
                </a:cubicBezTo>
                <a:lnTo>
                  <a:pt x="154075" y="5935950"/>
                </a:lnTo>
                <a:lnTo>
                  <a:pt x="154075" y="5935950"/>
                </a:lnTo>
                <a:cubicBezTo>
                  <a:pt x="151789" y="5954618"/>
                  <a:pt x="155599" y="5974241"/>
                  <a:pt x="157695" y="5993292"/>
                </a:cubicBezTo>
                <a:cubicBezTo>
                  <a:pt x="158837" y="6004532"/>
                  <a:pt x="158647" y="6017486"/>
                  <a:pt x="164171" y="6026441"/>
                </a:cubicBezTo>
                <a:cubicBezTo>
                  <a:pt x="181508" y="6054826"/>
                  <a:pt x="200176" y="6082259"/>
                  <a:pt x="220371" y="6108739"/>
                </a:cubicBezTo>
                <a:lnTo>
                  <a:pt x="234064" y="6133315"/>
                </a:lnTo>
                <a:lnTo>
                  <a:pt x="230364" y="6143190"/>
                </a:lnTo>
                <a:cubicBezTo>
                  <a:pt x="227813" y="6146732"/>
                  <a:pt x="223895" y="6150697"/>
                  <a:pt x="218465" y="6155602"/>
                </a:cubicBezTo>
                <a:cubicBezTo>
                  <a:pt x="196176" y="6175797"/>
                  <a:pt x="184556" y="6200944"/>
                  <a:pt x="179794" y="6228756"/>
                </a:cubicBezTo>
                <a:cubicBezTo>
                  <a:pt x="172363" y="6272764"/>
                  <a:pt x="166077" y="6317151"/>
                  <a:pt x="162457" y="6361539"/>
                </a:cubicBezTo>
                <a:lnTo>
                  <a:pt x="162457" y="6361540"/>
                </a:lnTo>
                <a:lnTo>
                  <a:pt x="162457" y="6361540"/>
                </a:lnTo>
                <a:lnTo>
                  <a:pt x="162684" y="6365557"/>
                </a:lnTo>
                <a:lnTo>
                  <a:pt x="163946" y="6387910"/>
                </a:lnTo>
                <a:lnTo>
                  <a:pt x="166047" y="6392243"/>
                </a:lnTo>
                <a:lnTo>
                  <a:pt x="173364" y="6407333"/>
                </a:lnTo>
                <a:lnTo>
                  <a:pt x="173364" y="6407332"/>
                </a:lnTo>
                <a:lnTo>
                  <a:pt x="166047" y="6392243"/>
                </a:lnTo>
                <a:lnTo>
                  <a:pt x="163946" y="6387910"/>
                </a:lnTo>
                <a:lnTo>
                  <a:pt x="162684" y="6365557"/>
                </a:lnTo>
                <a:lnTo>
                  <a:pt x="162457" y="6361540"/>
                </a:lnTo>
                <a:lnTo>
                  <a:pt x="179794" y="6228757"/>
                </a:lnTo>
                <a:cubicBezTo>
                  <a:pt x="184556" y="6200945"/>
                  <a:pt x="196176" y="6175798"/>
                  <a:pt x="218465" y="6155603"/>
                </a:cubicBezTo>
                <a:cubicBezTo>
                  <a:pt x="229325" y="6145793"/>
                  <a:pt x="234135" y="6139745"/>
                  <a:pt x="234064" y="6133315"/>
                </a:cubicBezTo>
                <a:lnTo>
                  <a:pt x="234064" y="6133315"/>
                </a:lnTo>
                <a:lnTo>
                  <a:pt x="234064" y="6133314"/>
                </a:lnTo>
                <a:cubicBezTo>
                  <a:pt x="233993" y="6126884"/>
                  <a:pt x="229039" y="6120074"/>
                  <a:pt x="220371" y="6108738"/>
                </a:cubicBezTo>
                <a:cubicBezTo>
                  <a:pt x="200176" y="6082258"/>
                  <a:pt x="181508" y="6054825"/>
                  <a:pt x="164171" y="6026440"/>
                </a:cubicBezTo>
                <a:cubicBezTo>
                  <a:pt x="158647" y="6017485"/>
                  <a:pt x="158837" y="6004531"/>
                  <a:pt x="157695" y="5993291"/>
                </a:cubicBezTo>
                <a:cubicBezTo>
                  <a:pt x="156647" y="5983766"/>
                  <a:pt x="155171" y="5974097"/>
                  <a:pt x="154242" y="5964477"/>
                </a:cubicBezTo>
                <a:lnTo>
                  <a:pt x="154075" y="5935950"/>
                </a:lnTo>
                <a:lnTo>
                  <a:pt x="160957" y="5909351"/>
                </a:lnTo>
                <a:cubicBezTo>
                  <a:pt x="164171" y="5900611"/>
                  <a:pt x="168076" y="5892038"/>
                  <a:pt x="171981" y="5883752"/>
                </a:cubicBezTo>
                <a:cubicBezTo>
                  <a:pt x="193890" y="5837458"/>
                  <a:pt x="221133" y="5794975"/>
                  <a:pt x="260376" y="5760874"/>
                </a:cubicBezTo>
                <a:cubicBezTo>
                  <a:pt x="265520" y="5756494"/>
                  <a:pt x="267426" y="5747729"/>
                  <a:pt x="269141" y="5740489"/>
                </a:cubicBezTo>
                <a:cubicBezTo>
                  <a:pt x="271999" y="5728679"/>
                  <a:pt x="274665" y="5716486"/>
                  <a:pt x="275047" y="5704484"/>
                </a:cubicBezTo>
                <a:cubicBezTo>
                  <a:pt x="276951" y="5646190"/>
                  <a:pt x="303622" y="5600468"/>
                  <a:pt x="346295" y="5562747"/>
                </a:cubicBezTo>
                <a:cubicBezTo>
                  <a:pt x="352392" y="5557318"/>
                  <a:pt x="355774" y="5552508"/>
                  <a:pt x="355869" y="5547579"/>
                </a:cubicBezTo>
                <a:lnTo>
                  <a:pt x="355869" y="5547578"/>
                </a:lnTo>
                <a:lnTo>
                  <a:pt x="355869" y="5547578"/>
                </a:lnTo>
                <a:cubicBezTo>
                  <a:pt x="355964" y="5542649"/>
                  <a:pt x="352773" y="5537600"/>
                  <a:pt x="345723" y="5531693"/>
                </a:cubicBezTo>
                <a:cubicBezTo>
                  <a:pt x="341628" y="5528265"/>
                  <a:pt x="338961" y="5524467"/>
                  <a:pt x="337324" y="5520422"/>
                </a:cubicBezTo>
                <a:lnTo>
                  <a:pt x="335103" y="5507668"/>
                </a:lnTo>
                <a:lnTo>
                  <a:pt x="339627" y="5480638"/>
                </a:lnTo>
                <a:cubicBezTo>
                  <a:pt x="343437" y="5462352"/>
                  <a:pt x="347439" y="5443871"/>
                  <a:pt x="351249" y="5425583"/>
                </a:cubicBezTo>
                <a:cubicBezTo>
                  <a:pt x="353915" y="5412058"/>
                  <a:pt x="356201" y="5398722"/>
                  <a:pt x="359440" y="5385385"/>
                </a:cubicBezTo>
                <a:cubicBezTo>
                  <a:pt x="361965" y="5375003"/>
                  <a:pt x="363668" y="5364883"/>
                  <a:pt x="364317" y="5355015"/>
                </a:cubicBezTo>
                <a:lnTo>
                  <a:pt x="364317" y="5355014"/>
                </a:lnTo>
                <a:lnTo>
                  <a:pt x="364317" y="5355014"/>
                </a:lnTo>
                <a:cubicBezTo>
                  <a:pt x="366264" y="5325412"/>
                  <a:pt x="358727" y="5298086"/>
                  <a:pt x="335437" y="5272796"/>
                </a:cubicBezTo>
                <a:cubicBezTo>
                  <a:pt x="323531" y="5259937"/>
                  <a:pt x="315815" y="5245269"/>
                  <a:pt x="311981" y="5229433"/>
                </a:cubicBezTo>
                <a:lnTo>
                  <a:pt x="311814" y="5179068"/>
                </a:lnTo>
                <a:lnTo>
                  <a:pt x="314362" y="5172091"/>
                </a:lnTo>
                <a:cubicBezTo>
                  <a:pt x="315243" y="5169781"/>
                  <a:pt x="315814" y="5167638"/>
                  <a:pt x="315052" y="5166114"/>
                </a:cubicBezTo>
                <a:lnTo>
                  <a:pt x="315052" y="5166114"/>
                </a:lnTo>
                <a:lnTo>
                  <a:pt x="315052" y="5166113"/>
                </a:lnTo>
                <a:lnTo>
                  <a:pt x="308337" y="5133225"/>
                </a:lnTo>
                <a:lnTo>
                  <a:pt x="315482" y="5102461"/>
                </a:lnTo>
                <a:cubicBezTo>
                  <a:pt x="322817" y="5082339"/>
                  <a:pt x="333247" y="5062669"/>
                  <a:pt x="334485" y="5041522"/>
                </a:cubicBezTo>
                <a:cubicBezTo>
                  <a:pt x="335627" y="5022853"/>
                  <a:pt x="349725" y="5003802"/>
                  <a:pt x="360964" y="4987038"/>
                </a:cubicBezTo>
                <a:cubicBezTo>
                  <a:pt x="372538" y="4969748"/>
                  <a:pt x="383790" y="4953853"/>
                  <a:pt x="385799" y="4933805"/>
                </a:cubicBezTo>
                <a:lnTo>
                  <a:pt x="385799" y="4933805"/>
                </a:lnTo>
                <a:lnTo>
                  <a:pt x="385799" y="4933805"/>
                </a:lnTo>
                <a:cubicBezTo>
                  <a:pt x="386468" y="4927122"/>
                  <a:pt x="386111" y="4919979"/>
                  <a:pt x="384396" y="4912168"/>
                </a:cubicBezTo>
                <a:lnTo>
                  <a:pt x="382691" y="4889275"/>
                </a:lnTo>
                <a:lnTo>
                  <a:pt x="387469" y="4867614"/>
                </a:lnTo>
                <a:cubicBezTo>
                  <a:pt x="392589" y="4853636"/>
                  <a:pt x="401352" y="4840633"/>
                  <a:pt x="412401" y="4828917"/>
                </a:cubicBezTo>
                <a:cubicBezTo>
                  <a:pt x="420784" y="4819964"/>
                  <a:pt x="425356" y="4810581"/>
                  <a:pt x="427237" y="4800484"/>
                </a:cubicBezTo>
                <a:lnTo>
                  <a:pt x="427237" y="4800483"/>
                </a:lnTo>
                <a:lnTo>
                  <a:pt x="427237" y="4800483"/>
                </a:lnTo>
                <a:cubicBezTo>
                  <a:pt x="429119" y="4790386"/>
                  <a:pt x="428309" y="4779575"/>
                  <a:pt x="425928" y="4767764"/>
                </a:cubicBezTo>
                <a:cubicBezTo>
                  <a:pt x="420022" y="4738235"/>
                  <a:pt x="419640" y="4707564"/>
                  <a:pt x="416021" y="4677655"/>
                </a:cubicBezTo>
                <a:cubicBezTo>
                  <a:pt x="415259" y="4671176"/>
                  <a:pt x="412591" y="4662986"/>
                  <a:pt x="408019" y="4659174"/>
                </a:cubicBezTo>
                <a:cubicBezTo>
                  <a:pt x="351249" y="4612500"/>
                  <a:pt x="350677" y="4546776"/>
                  <a:pt x="348009" y="4482004"/>
                </a:cubicBezTo>
                <a:lnTo>
                  <a:pt x="347247" y="4363891"/>
                </a:lnTo>
                <a:lnTo>
                  <a:pt x="356201" y="4324646"/>
                </a:lnTo>
                <a:cubicBezTo>
                  <a:pt x="368204" y="4300071"/>
                  <a:pt x="383824" y="4277402"/>
                  <a:pt x="396017" y="4253015"/>
                </a:cubicBezTo>
                <a:cubicBezTo>
                  <a:pt x="400781" y="4243873"/>
                  <a:pt x="400971" y="4232061"/>
                  <a:pt x="401733" y="4221392"/>
                </a:cubicBezTo>
                <a:lnTo>
                  <a:pt x="401733" y="4221391"/>
                </a:lnTo>
                <a:lnTo>
                  <a:pt x="401733" y="4221391"/>
                </a:lnTo>
                <a:lnTo>
                  <a:pt x="401638" y="4192388"/>
                </a:lnTo>
                <a:lnTo>
                  <a:pt x="405543" y="4165384"/>
                </a:lnTo>
                <a:cubicBezTo>
                  <a:pt x="414402" y="4144333"/>
                  <a:pt x="417831" y="4123948"/>
                  <a:pt x="416855" y="4103826"/>
                </a:cubicBezTo>
                <a:lnTo>
                  <a:pt x="416855" y="4103826"/>
                </a:lnTo>
                <a:lnTo>
                  <a:pt x="416855" y="4103825"/>
                </a:lnTo>
                <a:cubicBezTo>
                  <a:pt x="415879" y="4083702"/>
                  <a:pt x="410497" y="4063842"/>
                  <a:pt x="401733" y="4043839"/>
                </a:cubicBezTo>
                <a:cubicBezTo>
                  <a:pt x="395590" y="4029837"/>
                  <a:pt x="391101" y="4016025"/>
                  <a:pt x="388431" y="4002410"/>
                </a:cubicBezTo>
                <a:lnTo>
                  <a:pt x="386040" y="3962160"/>
                </a:lnTo>
                <a:lnTo>
                  <a:pt x="395544" y="3923125"/>
                </a:lnTo>
                <a:cubicBezTo>
                  <a:pt x="400804" y="3910319"/>
                  <a:pt x="408210" y="3897722"/>
                  <a:pt x="417925" y="3885339"/>
                </a:cubicBezTo>
                <a:cubicBezTo>
                  <a:pt x="426689" y="3874195"/>
                  <a:pt x="428975" y="3863193"/>
                  <a:pt x="427308" y="3852620"/>
                </a:cubicBezTo>
                <a:lnTo>
                  <a:pt x="427308" y="3852620"/>
                </a:lnTo>
                <a:lnTo>
                  <a:pt x="427308" y="3852619"/>
                </a:lnTo>
                <a:cubicBezTo>
                  <a:pt x="425642" y="3842046"/>
                  <a:pt x="420022" y="3831902"/>
                  <a:pt x="412973" y="3822472"/>
                </a:cubicBezTo>
                <a:lnTo>
                  <a:pt x="398042" y="3789776"/>
                </a:lnTo>
                <a:lnTo>
                  <a:pt x="404399" y="3754653"/>
                </a:lnTo>
                <a:cubicBezTo>
                  <a:pt x="407067" y="3749126"/>
                  <a:pt x="405733" y="3741316"/>
                  <a:pt x="404781" y="3734838"/>
                </a:cubicBezTo>
                <a:lnTo>
                  <a:pt x="404781" y="3734838"/>
                </a:lnTo>
                <a:lnTo>
                  <a:pt x="404781" y="3734837"/>
                </a:lnTo>
                <a:lnTo>
                  <a:pt x="400733" y="3680164"/>
                </a:lnTo>
                <a:lnTo>
                  <a:pt x="407246" y="3654416"/>
                </a:lnTo>
                <a:cubicBezTo>
                  <a:pt x="411056" y="3646123"/>
                  <a:pt x="416735" y="3638158"/>
                  <a:pt x="424974" y="3630633"/>
                </a:cubicBezTo>
                <a:cubicBezTo>
                  <a:pt x="431452" y="3624726"/>
                  <a:pt x="434118" y="3614820"/>
                  <a:pt x="438500" y="3606818"/>
                </a:cubicBezTo>
                <a:cubicBezTo>
                  <a:pt x="447455" y="3590054"/>
                  <a:pt x="451503" y="3582005"/>
                  <a:pt x="450598" y="3574409"/>
                </a:cubicBezTo>
                <a:lnTo>
                  <a:pt x="450598" y="3574408"/>
                </a:lnTo>
                <a:lnTo>
                  <a:pt x="450598" y="3574408"/>
                </a:lnTo>
                <a:cubicBezTo>
                  <a:pt x="449693" y="3566811"/>
                  <a:pt x="443835" y="3559668"/>
                  <a:pt x="432976" y="3544713"/>
                </a:cubicBezTo>
                <a:cubicBezTo>
                  <a:pt x="421546" y="3529090"/>
                  <a:pt x="409925" y="3507563"/>
                  <a:pt x="410877" y="3489467"/>
                </a:cubicBezTo>
                <a:cubicBezTo>
                  <a:pt x="416591" y="3380305"/>
                  <a:pt x="389159" y="3276480"/>
                  <a:pt x="363250" y="3172654"/>
                </a:cubicBezTo>
                <a:lnTo>
                  <a:pt x="350796" y="3077402"/>
                </a:lnTo>
                <a:lnTo>
                  <a:pt x="362488" y="2982149"/>
                </a:lnTo>
                <a:cubicBezTo>
                  <a:pt x="365441" y="2970576"/>
                  <a:pt x="366442" y="2959157"/>
                  <a:pt x="366072" y="2947863"/>
                </a:cubicBezTo>
                <a:lnTo>
                  <a:pt x="366072" y="2947863"/>
                </a:lnTo>
                <a:lnTo>
                  <a:pt x="366072" y="2947862"/>
                </a:lnTo>
                <a:cubicBezTo>
                  <a:pt x="364965" y="2913982"/>
                  <a:pt x="351534" y="2881226"/>
                  <a:pt x="341533" y="2848793"/>
                </a:cubicBezTo>
                <a:close/>
                <a:moveTo>
                  <a:pt x="817328" y="1508458"/>
                </a:moveTo>
                <a:lnTo>
                  <a:pt x="845421" y="1596213"/>
                </a:lnTo>
                <a:cubicBezTo>
                  <a:pt x="847898" y="1604978"/>
                  <a:pt x="846373" y="1615836"/>
                  <a:pt x="843517" y="1624980"/>
                </a:cubicBezTo>
                <a:cubicBezTo>
                  <a:pt x="833801" y="1656223"/>
                  <a:pt x="809415" y="1676036"/>
                  <a:pt x="786935" y="1697753"/>
                </a:cubicBezTo>
                <a:cubicBezTo>
                  <a:pt x="777029" y="1707279"/>
                  <a:pt x="769981" y="1720423"/>
                  <a:pt x="764267" y="1733188"/>
                </a:cubicBezTo>
                <a:cubicBezTo>
                  <a:pt x="749595" y="1766335"/>
                  <a:pt x="736452" y="1800246"/>
                  <a:pt x="722546" y="1833775"/>
                </a:cubicBezTo>
                <a:cubicBezTo>
                  <a:pt x="721212" y="1837013"/>
                  <a:pt x="717783" y="1839679"/>
                  <a:pt x="714925" y="1842158"/>
                </a:cubicBezTo>
                <a:cubicBezTo>
                  <a:pt x="684824" y="1866922"/>
                  <a:pt x="654535" y="1891497"/>
                  <a:pt x="624434" y="1916454"/>
                </a:cubicBezTo>
                <a:cubicBezTo>
                  <a:pt x="618720" y="1921216"/>
                  <a:pt x="614528" y="1928076"/>
                  <a:pt x="609004" y="1933219"/>
                </a:cubicBezTo>
                <a:cubicBezTo>
                  <a:pt x="601384" y="1940459"/>
                  <a:pt x="594143" y="1949603"/>
                  <a:pt x="584999" y="1953413"/>
                </a:cubicBezTo>
                <a:cubicBezTo>
                  <a:pt x="556234" y="1965224"/>
                  <a:pt x="543850" y="1987894"/>
                  <a:pt x="538516" y="2016469"/>
                </a:cubicBezTo>
                <a:cubicBezTo>
                  <a:pt x="533563" y="2042570"/>
                  <a:pt x="529371" y="2068669"/>
                  <a:pt x="523657" y="2094578"/>
                </a:cubicBezTo>
                <a:cubicBezTo>
                  <a:pt x="516799" y="2126201"/>
                  <a:pt x="509369" y="2157636"/>
                  <a:pt x="500986" y="2188879"/>
                </a:cubicBezTo>
                <a:cubicBezTo>
                  <a:pt x="497366" y="2202404"/>
                  <a:pt x="493176" y="2216692"/>
                  <a:pt x="485746" y="2228314"/>
                </a:cubicBezTo>
                <a:cubicBezTo>
                  <a:pt x="465171" y="2260890"/>
                  <a:pt x="451265" y="2295753"/>
                  <a:pt x="456789" y="2334044"/>
                </a:cubicBezTo>
                <a:cubicBezTo>
                  <a:pt x="461171" y="2364715"/>
                  <a:pt x="449931" y="2390434"/>
                  <a:pt x="432404" y="2409485"/>
                </a:cubicBezTo>
                <a:cubicBezTo>
                  <a:pt x="416497" y="2426822"/>
                  <a:pt x="410353" y="2444777"/>
                  <a:pt x="409472" y="2463017"/>
                </a:cubicBezTo>
                <a:lnTo>
                  <a:pt x="409472" y="2463018"/>
                </a:lnTo>
                <a:lnTo>
                  <a:pt x="409472" y="2463018"/>
                </a:lnTo>
                <a:cubicBezTo>
                  <a:pt x="408591" y="2481259"/>
                  <a:pt x="412972" y="2499786"/>
                  <a:pt x="418115" y="2518265"/>
                </a:cubicBezTo>
                <a:lnTo>
                  <a:pt x="421759" y="2545007"/>
                </a:lnTo>
                <a:lnTo>
                  <a:pt x="417545" y="2571034"/>
                </a:lnTo>
                <a:cubicBezTo>
                  <a:pt x="405543" y="2612945"/>
                  <a:pt x="372966" y="2640950"/>
                  <a:pt x="344391" y="2668001"/>
                </a:cubicBezTo>
                <a:cubicBezTo>
                  <a:pt x="320006" y="2691054"/>
                  <a:pt x="306290" y="2716963"/>
                  <a:pt x="296001" y="2745348"/>
                </a:cubicBezTo>
                <a:lnTo>
                  <a:pt x="296001" y="2745352"/>
                </a:lnTo>
                <a:lnTo>
                  <a:pt x="289670" y="2770758"/>
                </a:lnTo>
                <a:lnTo>
                  <a:pt x="290080" y="2778006"/>
                </a:lnTo>
                <a:lnTo>
                  <a:pt x="289301" y="2782305"/>
                </a:lnTo>
                <a:lnTo>
                  <a:pt x="290501" y="2785440"/>
                </a:lnTo>
                <a:lnTo>
                  <a:pt x="290929" y="2793023"/>
                </a:lnTo>
                <a:lnTo>
                  <a:pt x="300579" y="2811780"/>
                </a:lnTo>
                <a:lnTo>
                  <a:pt x="300582" y="2811787"/>
                </a:lnTo>
                <a:lnTo>
                  <a:pt x="300583" y="2811787"/>
                </a:lnTo>
                <a:lnTo>
                  <a:pt x="300579" y="2811780"/>
                </a:lnTo>
                <a:lnTo>
                  <a:pt x="290501" y="2785440"/>
                </a:lnTo>
                <a:lnTo>
                  <a:pt x="290080" y="2778006"/>
                </a:lnTo>
                <a:lnTo>
                  <a:pt x="296001" y="2745352"/>
                </a:lnTo>
                <a:lnTo>
                  <a:pt x="296001" y="2745349"/>
                </a:lnTo>
                <a:cubicBezTo>
                  <a:pt x="306290" y="2716964"/>
                  <a:pt x="320006" y="2691055"/>
                  <a:pt x="344391" y="2668002"/>
                </a:cubicBezTo>
                <a:cubicBezTo>
                  <a:pt x="372966" y="2640951"/>
                  <a:pt x="405543" y="2612946"/>
                  <a:pt x="417545" y="2571035"/>
                </a:cubicBezTo>
                <a:cubicBezTo>
                  <a:pt x="420117" y="2561986"/>
                  <a:pt x="421593" y="2553556"/>
                  <a:pt x="421760" y="2545007"/>
                </a:cubicBezTo>
                <a:lnTo>
                  <a:pt x="421759" y="2545007"/>
                </a:lnTo>
                <a:lnTo>
                  <a:pt x="421760" y="2545006"/>
                </a:lnTo>
                <a:cubicBezTo>
                  <a:pt x="421926" y="2536457"/>
                  <a:pt x="420783" y="2527790"/>
                  <a:pt x="418115" y="2518264"/>
                </a:cubicBezTo>
                <a:cubicBezTo>
                  <a:pt x="415544" y="2509025"/>
                  <a:pt x="413163" y="2499773"/>
                  <a:pt x="411535" y="2490551"/>
                </a:cubicBezTo>
                <a:lnTo>
                  <a:pt x="409472" y="2463018"/>
                </a:lnTo>
                <a:lnTo>
                  <a:pt x="415303" y="2435913"/>
                </a:lnTo>
                <a:cubicBezTo>
                  <a:pt x="418938" y="2426977"/>
                  <a:pt x="424451" y="2418154"/>
                  <a:pt x="432404" y="2409486"/>
                </a:cubicBezTo>
                <a:cubicBezTo>
                  <a:pt x="449931" y="2390435"/>
                  <a:pt x="461171" y="2364716"/>
                  <a:pt x="456789" y="2334045"/>
                </a:cubicBezTo>
                <a:cubicBezTo>
                  <a:pt x="451265" y="2295754"/>
                  <a:pt x="465171" y="2260891"/>
                  <a:pt x="485746" y="2228315"/>
                </a:cubicBezTo>
                <a:cubicBezTo>
                  <a:pt x="493176" y="2216693"/>
                  <a:pt x="497366" y="2202405"/>
                  <a:pt x="500986" y="2188880"/>
                </a:cubicBezTo>
                <a:cubicBezTo>
                  <a:pt x="509369" y="2157637"/>
                  <a:pt x="516799" y="2126202"/>
                  <a:pt x="523657" y="2094579"/>
                </a:cubicBezTo>
                <a:cubicBezTo>
                  <a:pt x="529371" y="2068670"/>
                  <a:pt x="533563" y="2042571"/>
                  <a:pt x="538516" y="2016470"/>
                </a:cubicBezTo>
                <a:cubicBezTo>
                  <a:pt x="543850" y="1987895"/>
                  <a:pt x="556234" y="1965225"/>
                  <a:pt x="584999" y="1953414"/>
                </a:cubicBezTo>
                <a:cubicBezTo>
                  <a:pt x="594143" y="1949604"/>
                  <a:pt x="601384" y="1940460"/>
                  <a:pt x="609004" y="1933220"/>
                </a:cubicBezTo>
                <a:cubicBezTo>
                  <a:pt x="614528" y="1928077"/>
                  <a:pt x="618720" y="1921217"/>
                  <a:pt x="624434" y="1916455"/>
                </a:cubicBezTo>
                <a:cubicBezTo>
                  <a:pt x="654535" y="1891498"/>
                  <a:pt x="684824" y="1866923"/>
                  <a:pt x="714925" y="1842159"/>
                </a:cubicBezTo>
                <a:cubicBezTo>
                  <a:pt x="717783" y="1839680"/>
                  <a:pt x="721212" y="1837014"/>
                  <a:pt x="722546" y="1833776"/>
                </a:cubicBezTo>
                <a:cubicBezTo>
                  <a:pt x="736452" y="1800247"/>
                  <a:pt x="749596" y="1766336"/>
                  <a:pt x="764267" y="1733189"/>
                </a:cubicBezTo>
                <a:cubicBezTo>
                  <a:pt x="769981" y="1720424"/>
                  <a:pt x="777029" y="1707280"/>
                  <a:pt x="786936" y="1697754"/>
                </a:cubicBezTo>
                <a:cubicBezTo>
                  <a:pt x="809416" y="1676037"/>
                  <a:pt x="833801" y="1656224"/>
                  <a:pt x="843517" y="1624981"/>
                </a:cubicBezTo>
                <a:cubicBezTo>
                  <a:pt x="846374" y="1615837"/>
                  <a:pt x="847899" y="1604979"/>
                  <a:pt x="845422" y="1596214"/>
                </a:cubicBezTo>
                <a:close/>
                <a:moveTo>
                  <a:pt x="792926" y="1453958"/>
                </a:moveTo>
                <a:lnTo>
                  <a:pt x="798723" y="1459073"/>
                </a:lnTo>
                <a:lnTo>
                  <a:pt x="807941" y="1481572"/>
                </a:lnTo>
                <a:lnTo>
                  <a:pt x="798724" y="1459074"/>
                </a:lnTo>
                <a:lnTo>
                  <a:pt x="798723" y="1459073"/>
                </a:lnTo>
                <a:lnTo>
                  <a:pt x="798723" y="1459073"/>
                </a:lnTo>
                <a:close/>
                <a:moveTo>
                  <a:pt x="779530" y="1268758"/>
                </a:moveTo>
                <a:lnTo>
                  <a:pt x="774363" y="1286069"/>
                </a:lnTo>
                <a:cubicBezTo>
                  <a:pt x="759789" y="1306930"/>
                  <a:pt x="753550" y="1328552"/>
                  <a:pt x="752025" y="1350627"/>
                </a:cubicBezTo>
                <a:lnTo>
                  <a:pt x="757620" y="1413840"/>
                </a:lnTo>
                <a:lnTo>
                  <a:pt x="752026" y="1350628"/>
                </a:lnTo>
                <a:cubicBezTo>
                  <a:pt x="753550" y="1328553"/>
                  <a:pt x="759790" y="1306930"/>
                  <a:pt x="774363" y="1286070"/>
                </a:cubicBezTo>
                <a:cubicBezTo>
                  <a:pt x="777506" y="1281689"/>
                  <a:pt x="779078" y="1275402"/>
                  <a:pt x="779530" y="1268758"/>
                </a:cubicBezTo>
                <a:close/>
                <a:moveTo>
                  <a:pt x="837801" y="773035"/>
                </a:moveTo>
                <a:lnTo>
                  <a:pt x="829801" y="854379"/>
                </a:lnTo>
                <a:cubicBezTo>
                  <a:pt x="827515" y="878956"/>
                  <a:pt x="826753" y="903722"/>
                  <a:pt x="798747" y="915343"/>
                </a:cubicBezTo>
                <a:cubicBezTo>
                  <a:pt x="794365" y="917059"/>
                  <a:pt x="791127" y="922773"/>
                  <a:pt x="788269" y="927155"/>
                </a:cubicBezTo>
                <a:cubicBezTo>
                  <a:pt x="744261" y="994785"/>
                  <a:pt x="745405" y="1030980"/>
                  <a:pt x="791889" y="1097087"/>
                </a:cubicBezTo>
                <a:cubicBezTo>
                  <a:pt x="796651" y="1103945"/>
                  <a:pt x="800081" y="1118613"/>
                  <a:pt x="796271" y="1123185"/>
                </a:cubicBezTo>
                <a:cubicBezTo>
                  <a:pt x="780459" y="1142617"/>
                  <a:pt x="773411" y="1162954"/>
                  <a:pt x="771553" y="1184029"/>
                </a:cubicBezTo>
                <a:cubicBezTo>
                  <a:pt x="773411" y="1162954"/>
                  <a:pt x="780460" y="1142618"/>
                  <a:pt x="796272" y="1123186"/>
                </a:cubicBezTo>
                <a:cubicBezTo>
                  <a:pt x="800082" y="1118614"/>
                  <a:pt x="796652" y="1103946"/>
                  <a:pt x="791890" y="1097088"/>
                </a:cubicBezTo>
                <a:cubicBezTo>
                  <a:pt x="745406" y="1030981"/>
                  <a:pt x="744262" y="994786"/>
                  <a:pt x="788270" y="927156"/>
                </a:cubicBezTo>
                <a:cubicBezTo>
                  <a:pt x="791128" y="922774"/>
                  <a:pt x="794366" y="917060"/>
                  <a:pt x="798748" y="915344"/>
                </a:cubicBezTo>
                <a:cubicBezTo>
                  <a:pt x="826753" y="903723"/>
                  <a:pt x="827515" y="878957"/>
                  <a:pt x="829801" y="854380"/>
                </a:cubicBezTo>
                <a:cubicBezTo>
                  <a:pt x="832277" y="827330"/>
                  <a:pt x="835515" y="800277"/>
                  <a:pt x="837801" y="773036"/>
                </a:cubicBezTo>
                <a:close/>
                <a:moveTo>
                  <a:pt x="782400" y="517851"/>
                </a:moveTo>
                <a:lnTo>
                  <a:pt x="791317" y="556047"/>
                </a:lnTo>
                <a:cubicBezTo>
                  <a:pt x="793413" y="564048"/>
                  <a:pt x="798937" y="572622"/>
                  <a:pt x="797795" y="580050"/>
                </a:cubicBezTo>
                <a:cubicBezTo>
                  <a:pt x="794461" y="601578"/>
                  <a:pt x="796890" y="622201"/>
                  <a:pt x="801176" y="642537"/>
                </a:cubicBezTo>
                <a:lnTo>
                  <a:pt x="813700" y="694928"/>
                </a:lnTo>
                <a:lnTo>
                  <a:pt x="801177" y="642538"/>
                </a:lnTo>
                <a:cubicBezTo>
                  <a:pt x="796891" y="622201"/>
                  <a:pt x="794462" y="601579"/>
                  <a:pt x="797796" y="580051"/>
                </a:cubicBezTo>
                <a:cubicBezTo>
                  <a:pt x="798938" y="572623"/>
                  <a:pt x="793414" y="564049"/>
                  <a:pt x="791318" y="556048"/>
                </a:cubicBezTo>
                <a:close/>
                <a:moveTo>
                  <a:pt x="769105" y="298169"/>
                </a:moveTo>
                <a:lnTo>
                  <a:pt x="783887" y="313533"/>
                </a:lnTo>
                <a:lnTo>
                  <a:pt x="786245" y="324058"/>
                </a:lnTo>
                <a:cubicBezTo>
                  <a:pt x="786031" y="328964"/>
                  <a:pt x="785126" y="334584"/>
                  <a:pt x="784459" y="338870"/>
                </a:cubicBezTo>
                <a:cubicBezTo>
                  <a:pt x="781601" y="357921"/>
                  <a:pt x="774363" y="376781"/>
                  <a:pt x="774553" y="395640"/>
                </a:cubicBezTo>
                <a:lnTo>
                  <a:pt x="778363" y="367328"/>
                </a:lnTo>
                <a:cubicBezTo>
                  <a:pt x="780506" y="357874"/>
                  <a:pt x="783031" y="348396"/>
                  <a:pt x="784460" y="338871"/>
                </a:cubicBezTo>
                <a:cubicBezTo>
                  <a:pt x="785794" y="330299"/>
                  <a:pt x="788080" y="316390"/>
                  <a:pt x="783888" y="313534"/>
                </a:cubicBezTo>
                <a:lnTo>
                  <a:pt x="783887" y="313533"/>
                </a:lnTo>
                <a:lnTo>
                  <a:pt x="783887" y="313533"/>
                </a:lnTo>
                <a:close/>
                <a:moveTo>
                  <a:pt x="761560" y="281568"/>
                </a:moveTo>
                <a:lnTo>
                  <a:pt x="766454" y="295415"/>
                </a:lnTo>
                <a:lnTo>
                  <a:pt x="766455" y="295415"/>
                </a:lnTo>
                <a:close/>
                <a:moveTo>
                  <a:pt x="774880" y="24486"/>
                </a:moveTo>
                <a:lnTo>
                  <a:pt x="777142" y="74129"/>
                </a:lnTo>
                <a:cubicBezTo>
                  <a:pt x="775758" y="100174"/>
                  <a:pt x="771253" y="125876"/>
                  <a:pt x="767023" y="151569"/>
                </a:cubicBezTo>
                <a:lnTo>
                  <a:pt x="766824" y="153388"/>
                </a:lnTo>
                <a:lnTo>
                  <a:pt x="763010" y="177271"/>
                </a:lnTo>
                <a:lnTo>
                  <a:pt x="758551" y="228944"/>
                </a:lnTo>
                <a:lnTo>
                  <a:pt x="758551" y="228948"/>
                </a:lnTo>
                <a:lnTo>
                  <a:pt x="758551" y="228949"/>
                </a:lnTo>
                <a:lnTo>
                  <a:pt x="758551" y="228944"/>
                </a:lnTo>
                <a:lnTo>
                  <a:pt x="766824" y="153388"/>
                </a:lnTo>
                <a:lnTo>
                  <a:pt x="771220" y="125861"/>
                </a:lnTo>
                <a:cubicBezTo>
                  <a:pt x="773910" y="108703"/>
                  <a:pt x="776220" y="91492"/>
                  <a:pt x="777143" y="74129"/>
                </a:cubicBezTo>
                <a:close/>
                <a:moveTo>
                  <a:pt x="313353" y="0"/>
                </a:moveTo>
                <a:lnTo>
                  <a:pt x="777461" y="0"/>
                </a:lnTo>
                <a:lnTo>
                  <a:pt x="774743" y="21486"/>
                </a:lnTo>
                <a:lnTo>
                  <a:pt x="777461" y="1"/>
                </a:lnTo>
                <a:lnTo>
                  <a:pt x="4543953" y="2"/>
                </a:lnTo>
                <a:lnTo>
                  <a:pt x="4543953" y="6858002"/>
                </a:lnTo>
                <a:lnTo>
                  <a:pt x="284400" y="6858002"/>
                </a:lnTo>
                <a:lnTo>
                  <a:pt x="284400" y="6858001"/>
                </a:lnTo>
                <a:lnTo>
                  <a:pt x="284400" y="6858001"/>
                </a:lnTo>
                <a:lnTo>
                  <a:pt x="278237" y="6812064"/>
                </a:lnTo>
                <a:lnTo>
                  <a:pt x="283011" y="6776800"/>
                </a:lnTo>
                <a:cubicBezTo>
                  <a:pt x="286107" y="6765164"/>
                  <a:pt x="290857" y="6753698"/>
                  <a:pt x="297715" y="6742553"/>
                </a:cubicBezTo>
                <a:cubicBezTo>
                  <a:pt x="306003" y="6729219"/>
                  <a:pt x="311147" y="6716169"/>
                  <a:pt x="311551" y="6702977"/>
                </a:cubicBezTo>
                <a:lnTo>
                  <a:pt x="311551" y="6702976"/>
                </a:lnTo>
                <a:lnTo>
                  <a:pt x="311551" y="6702976"/>
                </a:lnTo>
                <a:cubicBezTo>
                  <a:pt x="311956" y="6689783"/>
                  <a:pt x="307622" y="6676448"/>
                  <a:pt x="296953" y="6662541"/>
                </a:cubicBezTo>
                <a:cubicBezTo>
                  <a:pt x="293286" y="6657825"/>
                  <a:pt x="290989" y="6651967"/>
                  <a:pt x="289870" y="6645552"/>
                </a:cubicBezTo>
                <a:lnTo>
                  <a:pt x="289858" y="6625225"/>
                </a:lnTo>
                <a:lnTo>
                  <a:pt x="306480" y="6588626"/>
                </a:lnTo>
                <a:cubicBezTo>
                  <a:pt x="312576" y="6582147"/>
                  <a:pt x="318672" y="6575479"/>
                  <a:pt x="328959" y="6564621"/>
                </a:cubicBezTo>
                <a:lnTo>
                  <a:pt x="328959" y="6564620"/>
                </a:lnTo>
                <a:lnTo>
                  <a:pt x="306480" y="6588625"/>
                </a:lnTo>
                <a:cubicBezTo>
                  <a:pt x="298003" y="6597578"/>
                  <a:pt x="291954" y="6611342"/>
                  <a:pt x="289858" y="6625224"/>
                </a:cubicBezTo>
                <a:lnTo>
                  <a:pt x="289858" y="6625225"/>
                </a:lnTo>
                <a:lnTo>
                  <a:pt x="289858" y="6625225"/>
                </a:lnTo>
                <a:cubicBezTo>
                  <a:pt x="287762" y="6639108"/>
                  <a:pt x="289619" y="6653111"/>
                  <a:pt x="296953" y="6662542"/>
                </a:cubicBezTo>
                <a:cubicBezTo>
                  <a:pt x="302288" y="6669496"/>
                  <a:pt x="306038" y="6676306"/>
                  <a:pt x="308405" y="6683027"/>
                </a:cubicBezTo>
                <a:lnTo>
                  <a:pt x="311551" y="6702976"/>
                </a:lnTo>
                <a:lnTo>
                  <a:pt x="297715" y="6742552"/>
                </a:lnTo>
                <a:cubicBezTo>
                  <a:pt x="283999" y="6764841"/>
                  <a:pt x="278713" y="6788417"/>
                  <a:pt x="278237" y="6812063"/>
                </a:cubicBezTo>
                <a:lnTo>
                  <a:pt x="278237" y="6812064"/>
                </a:lnTo>
                <a:lnTo>
                  <a:pt x="278237" y="6812064"/>
                </a:lnTo>
                <a:lnTo>
                  <a:pt x="284400" y="6858001"/>
                </a:lnTo>
                <a:lnTo>
                  <a:pt x="112147" y="6858001"/>
                </a:lnTo>
                <a:lnTo>
                  <a:pt x="102447" y="6815516"/>
                </a:lnTo>
                <a:cubicBezTo>
                  <a:pt x="96923" y="6793035"/>
                  <a:pt x="87016" y="6771319"/>
                  <a:pt x="83396" y="6748458"/>
                </a:cubicBezTo>
                <a:cubicBezTo>
                  <a:pt x="74824" y="6694164"/>
                  <a:pt x="68728" y="6639488"/>
                  <a:pt x="61870" y="6584812"/>
                </a:cubicBezTo>
                <a:cubicBezTo>
                  <a:pt x="54821" y="6528424"/>
                  <a:pt x="47391" y="6472225"/>
                  <a:pt x="41105" y="6415833"/>
                </a:cubicBezTo>
                <a:cubicBezTo>
                  <a:pt x="37865" y="6384972"/>
                  <a:pt x="37295" y="6353919"/>
                  <a:pt x="34247" y="6323058"/>
                </a:cubicBezTo>
                <a:cubicBezTo>
                  <a:pt x="31579" y="6296005"/>
                  <a:pt x="26626" y="6269144"/>
                  <a:pt x="23386" y="6242093"/>
                </a:cubicBezTo>
                <a:cubicBezTo>
                  <a:pt x="20720" y="6218660"/>
                  <a:pt x="19196" y="6195037"/>
                  <a:pt x="16528" y="6171605"/>
                </a:cubicBezTo>
                <a:cubicBezTo>
                  <a:pt x="12148" y="6134075"/>
                  <a:pt x="7194" y="6096736"/>
                  <a:pt x="2622" y="6059397"/>
                </a:cubicBezTo>
                <a:lnTo>
                  <a:pt x="0" y="6041769"/>
                </a:lnTo>
                <a:lnTo>
                  <a:pt x="0" y="6000937"/>
                </a:lnTo>
                <a:lnTo>
                  <a:pt x="3670" y="5957595"/>
                </a:lnTo>
                <a:lnTo>
                  <a:pt x="0" y="5912511"/>
                </a:lnTo>
                <a:lnTo>
                  <a:pt x="0" y="5886401"/>
                </a:lnTo>
                <a:lnTo>
                  <a:pt x="1098" y="5864318"/>
                </a:lnTo>
                <a:cubicBezTo>
                  <a:pt x="7576" y="5839361"/>
                  <a:pt x="16720" y="5815169"/>
                  <a:pt x="24720" y="5790592"/>
                </a:cubicBezTo>
                <a:cubicBezTo>
                  <a:pt x="25672" y="5787924"/>
                  <a:pt x="25864" y="5784686"/>
                  <a:pt x="26434" y="5781830"/>
                </a:cubicBezTo>
                <a:cubicBezTo>
                  <a:pt x="29675" y="5765635"/>
                  <a:pt x="32913" y="5749634"/>
                  <a:pt x="35771" y="5733440"/>
                </a:cubicBezTo>
                <a:cubicBezTo>
                  <a:pt x="37295" y="5724678"/>
                  <a:pt x="37485" y="5715723"/>
                  <a:pt x="38819" y="5706959"/>
                </a:cubicBezTo>
                <a:cubicBezTo>
                  <a:pt x="44153" y="5673050"/>
                  <a:pt x="35199" y="5635711"/>
                  <a:pt x="58250" y="5606372"/>
                </a:cubicBezTo>
                <a:cubicBezTo>
                  <a:pt x="73110" y="5587321"/>
                  <a:pt x="69680" y="5568842"/>
                  <a:pt x="67394" y="5548460"/>
                </a:cubicBezTo>
                <a:cubicBezTo>
                  <a:pt x="65680" y="5533027"/>
                  <a:pt x="66252" y="5517215"/>
                  <a:pt x="66060" y="5501594"/>
                </a:cubicBezTo>
                <a:cubicBezTo>
                  <a:pt x="65490" y="5474161"/>
                  <a:pt x="65298" y="5446728"/>
                  <a:pt x="64346" y="5419295"/>
                </a:cubicBezTo>
                <a:cubicBezTo>
                  <a:pt x="63966" y="5410531"/>
                  <a:pt x="59202" y="5401579"/>
                  <a:pt x="59964" y="5393005"/>
                </a:cubicBezTo>
                <a:cubicBezTo>
                  <a:pt x="63584" y="5353379"/>
                  <a:pt x="69300" y="5313754"/>
                  <a:pt x="72538" y="5274129"/>
                </a:cubicBezTo>
                <a:cubicBezTo>
                  <a:pt x="74442" y="5251650"/>
                  <a:pt x="70824" y="5228597"/>
                  <a:pt x="73490" y="5206308"/>
                </a:cubicBezTo>
                <a:cubicBezTo>
                  <a:pt x="76538" y="5180591"/>
                  <a:pt x="84348" y="5155445"/>
                  <a:pt x="89113" y="5129916"/>
                </a:cubicBezTo>
                <a:cubicBezTo>
                  <a:pt x="90445" y="5122867"/>
                  <a:pt x="88731" y="5115057"/>
                  <a:pt x="88351" y="5107627"/>
                </a:cubicBezTo>
                <a:cubicBezTo>
                  <a:pt x="87968" y="5099245"/>
                  <a:pt x="87206" y="5091052"/>
                  <a:pt x="87016" y="5082670"/>
                </a:cubicBezTo>
                <a:cubicBezTo>
                  <a:pt x="86634" y="5057141"/>
                  <a:pt x="87206" y="5031614"/>
                  <a:pt x="85872" y="5006086"/>
                </a:cubicBezTo>
                <a:cubicBezTo>
                  <a:pt x="85110" y="4990465"/>
                  <a:pt x="77300" y="4974082"/>
                  <a:pt x="80158" y="4959602"/>
                </a:cubicBezTo>
                <a:cubicBezTo>
                  <a:pt x="85682" y="4930075"/>
                  <a:pt x="73300" y="4900546"/>
                  <a:pt x="83586" y="4871019"/>
                </a:cubicBezTo>
                <a:cubicBezTo>
                  <a:pt x="86634" y="4861873"/>
                  <a:pt x="79014" y="4849300"/>
                  <a:pt x="78634" y="4838250"/>
                </a:cubicBezTo>
                <a:cubicBezTo>
                  <a:pt x="77682" y="4810627"/>
                  <a:pt x="77872" y="4783004"/>
                  <a:pt x="78062" y="4755381"/>
                </a:cubicBezTo>
                <a:cubicBezTo>
                  <a:pt x="78252" y="4730614"/>
                  <a:pt x="75586" y="4704895"/>
                  <a:pt x="80920" y="4681083"/>
                </a:cubicBezTo>
                <a:cubicBezTo>
                  <a:pt x="86634" y="4656126"/>
                  <a:pt x="85872" y="4633647"/>
                  <a:pt x="79396" y="4609452"/>
                </a:cubicBezTo>
                <a:cubicBezTo>
                  <a:pt x="75014" y="4592878"/>
                  <a:pt x="74442" y="4575351"/>
                  <a:pt x="73110" y="4558207"/>
                </a:cubicBezTo>
                <a:cubicBezTo>
                  <a:pt x="71586" y="4539728"/>
                  <a:pt x="75586" y="4519343"/>
                  <a:pt x="69300" y="4502579"/>
                </a:cubicBezTo>
                <a:cubicBezTo>
                  <a:pt x="50629" y="4452665"/>
                  <a:pt x="46629" y="4401419"/>
                  <a:pt x="46629" y="4349222"/>
                </a:cubicBezTo>
                <a:cubicBezTo>
                  <a:pt x="46629" y="4339695"/>
                  <a:pt x="49295" y="4329979"/>
                  <a:pt x="52153" y="4320837"/>
                </a:cubicBezTo>
                <a:cubicBezTo>
                  <a:pt x="69300" y="4267493"/>
                  <a:pt x="67776" y="4213961"/>
                  <a:pt x="57297" y="4159667"/>
                </a:cubicBezTo>
                <a:cubicBezTo>
                  <a:pt x="55011" y="4148427"/>
                  <a:pt x="54629" y="4135854"/>
                  <a:pt x="56915" y="4124614"/>
                </a:cubicBezTo>
                <a:cubicBezTo>
                  <a:pt x="63584" y="4092989"/>
                  <a:pt x="74634" y="4062318"/>
                  <a:pt x="79396" y="4030503"/>
                </a:cubicBezTo>
                <a:cubicBezTo>
                  <a:pt x="87206" y="3977925"/>
                  <a:pt x="60918" y="3932394"/>
                  <a:pt x="43771" y="3885338"/>
                </a:cubicBezTo>
                <a:cubicBezTo>
                  <a:pt x="31627" y="3851761"/>
                  <a:pt x="8016" y="3821935"/>
                  <a:pt x="426" y="3786777"/>
                </a:cubicBezTo>
                <a:lnTo>
                  <a:pt x="0" y="3773897"/>
                </a:lnTo>
                <a:lnTo>
                  <a:pt x="0" y="3393882"/>
                </a:lnTo>
                <a:lnTo>
                  <a:pt x="11838" y="3359516"/>
                </a:lnTo>
                <a:cubicBezTo>
                  <a:pt x="14434" y="3346205"/>
                  <a:pt x="14910" y="3332774"/>
                  <a:pt x="12910" y="3318771"/>
                </a:cubicBezTo>
                <a:cubicBezTo>
                  <a:pt x="12243" y="3314104"/>
                  <a:pt x="9909" y="3308770"/>
                  <a:pt x="6718" y="3304079"/>
                </a:cubicBezTo>
                <a:lnTo>
                  <a:pt x="0" y="3297657"/>
                </a:lnTo>
                <a:lnTo>
                  <a:pt x="0" y="3207867"/>
                </a:lnTo>
                <a:lnTo>
                  <a:pt x="15553" y="3186771"/>
                </a:lnTo>
                <a:cubicBezTo>
                  <a:pt x="28483" y="3162329"/>
                  <a:pt x="30484" y="3134647"/>
                  <a:pt x="36341" y="3107500"/>
                </a:cubicBezTo>
                <a:cubicBezTo>
                  <a:pt x="41105" y="3085403"/>
                  <a:pt x="41295" y="3064827"/>
                  <a:pt x="38057" y="3042728"/>
                </a:cubicBezTo>
                <a:cubicBezTo>
                  <a:pt x="30817" y="2994722"/>
                  <a:pt x="41105" y="2948047"/>
                  <a:pt x="54249" y="2901943"/>
                </a:cubicBezTo>
                <a:cubicBezTo>
                  <a:pt x="63012" y="2871462"/>
                  <a:pt x="68346" y="2840219"/>
                  <a:pt x="77300" y="2809930"/>
                </a:cubicBezTo>
                <a:cubicBezTo>
                  <a:pt x="84158" y="2787259"/>
                  <a:pt x="92351" y="2764590"/>
                  <a:pt x="103399" y="2743826"/>
                </a:cubicBezTo>
                <a:cubicBezTo>
                  <a:pt x="119594" y="2713723"/>
                  <a:pt x="143978" y="2687436"/>
                  <a:pt x="137500" y="2649143"/>
                </a:cubicBezTo>
                <a:cubicBezTo>
                  <a:pt x="131786" y="2615421"/>
                  <a:pt x="143786" y="2584942"/>
                  <a:pt x="155217" y="2554079"/>
                </a:cubicBezTo>
                <a:cubicBezTo>
                  <a:pt x="163599" y="2531409"/>
                  <a:pt x="172173" y="2508742"/>
                  <a:pt x="177507" y="2485307"/>
                </a:cubicBezTo>
                <a:cubicBezTo>
                  <a:pt x="183794" y="2457492"/>
                  <a:pt x="181126" y="2426059"/>
                  <a:pt x="192748" y="2401292"/>
                </a:cubicBezTo>
                <a:cubicBezTo>
                  <a:pt x="204940" y="2375383"/>
                  <a:pt x="196748" y="2353859"/>
                  <a:pt x="193318" y="2330806"/>
                </a:cubicBezTo>
                <a:cubicBezTo>
                  <a:pt x="187984" y="2294039"/>
                  <a:pt x="178077" y="2257459"/>
                  <a:pt x="190652" y="2220312"/>
                </a:cubicBezTo>
                <a:cubicBezTo>
                  <a:pt x="205892" y="2175163"/>
                  <a:pt x="222275" y="2130393"/>
                  <a:pt x="236753" y="2085054"/>
                </a:cubicBezTo>
                <a:cubicBezTo>
                  <a:pt x="242280" y="2067525"/>
                  <a:pt x="244566" y="2048668"/>
                  <a:pt x="247042" y="2030378"/>
                </a:cubicBezTo>
                <a:cubicBezTo>
                  <a:pt x="249138" y="2013043"/>
                  <a:pt x="243804" y="1992279"/>
                  <a:pt x="251804" y="1978940"/>
                </a:cubicBezTo>
                <a:cubicBezTo>
                  <a:pt x="272379" y="1944649"/>
                  <a:pt x="282475" y="1909408"/>
                  <a:pt x="282475" y="1869780"/>
                </a:cubicBezTo>
                <a:cubicBezTo>
                  <a:pt x="282475" y="1854920"/>
                  <a:pt x="291049" y="1840441"/>
                  <a:pt x="292573" y="1825393"/>
                </a:cubicBezTo>
                <a:cubicBezTo>
                  <a:pt x="294477" y="1804816"/>
                  <a:pt x="299622" y="1781194"/>
                  <a:pt x="292381" y="1763287"/>
                </a:cubicBezTo>
                <a:cubicBezTo>
                  <a:pt x="275237" y="1721185"/>
                  <a:pt x="289525" y="1687086"/>
                  <a:pt x="306480" y="1650317"/>
                </a:cubicBezTo>
                <a:cubicBezTo>
                  <a:pt x="323244" y="1614120"/>
                  <a:pt x="336579" y="1576019"/>
                  <a:pt x="347629" y="1537537"/>
                </a:cubicBezTo>
                <a:cubicBezTo>
                  <a:pt x="351629" y="1523059"/>
                  <a:pt x="344961" y="1505724"/>
                  <a:pt x="343629" y="1489720"/>
                </a:cubicBezTo>
                <a:cubicBezTo>
                  <a:pt x="343247" y="1484004"/>
                  <a:pt x="342675" y="1477717"/>
                  <a:pt x="344581" y="1472575"/>
                </a:cubicBezTo>
                <a:cubicBezTo>
                  <a:pt x="362870" y="1422854"/>
                  <a:pt x="376776" y="1372368"/>
                  <a:pt x="367252" y="1318456"/>
                </a:cubicBezTo>
                <a:cubicBezTo>
                  <a:pt x="366298" y="1313504"/>
                  <a:pt x="368394" y="1307978"/>
                  <a:pt x="369728" y="1303024"/>
                </a:cubicBezTo>
                <a:cubicBezTo>
                  <a:pt x="376586" y="1278829"/>
                  <a:pt x="387444" y="1255206"/>
                  <a:pt x="389921" y="1230633"/>
                </a:cubicBezTo>
                <a:cubicBezTo>
                  <a:pt x="396017" y="1170051"/>
                  <a:pt x="398495" y="1109091"/>
                  <a:pt x="402495" y="1048125"/>
                </a:cubicBezTo>
                <a:cubicBezTo>
                  <a:pt x="402685" y="1044315"/>
                  <a:pt x="402685" y="1040315"/>
                  <a:pt x="404019" y="1036887"/>
                </a:cubicBezTo>
                <a:cubicBezTo>
                  <a:pt x="412211" y="1014406"/>
                  <a:pt x="409543" y="994785"/>
                  <a:pt x="393923" y="975733"/>
                </a:cubicBezTo>
                <a:cubicBezTo>
                  <a:pt x="387064" y="967350"/>
                  <a:pt x="383444" y="955920"/>
                  <a:pt x="379634" y="945444"/>
                </a:cubicBezTo>
                <a:cubicBezTo>
                  <a:pt x="373918" y="930011"/>
                  <a:pt x="368394" y="914200"/>
                  <a:pt x="364774" y="898198"/>
                </a:cubicBezTo>
                <a:cubicBezTo>
                  <a:pt x="361346" y="882384"/>
                  <a:pt x="356583" y="865430"/>
                  <a:pt x="359250" y="850189"/>
                </a:cubicBezTo>
                <a:cubicBezTo>
                  <a:pt x="364012" y="822756"/>
                  <a:pt x="374680" y="796655"/>
                  <a:pt x="381730" y="769605"/>
                </a:cubicBezTo>
                <a:cubicBezTo>
                  <a:pt x="384206" y="760270"/>
                  <a:pt x="383824" y="749982"/>
                  <a:pt x="384016" y="740268"/>
                </a:cubicBezTo>
                <a:cubicBezTo>
                  <a:pt x="384586" y="717977"/>
                  <a:pt x="379062" y="695116"/>
                  <a:pt x="394875" y="674923"/>
                </a:cubicBezTo>
                <a:cubicBezTo>
                  <a:pt x="409733" y="656255"/>
                  <a:pt x="405353" y="637392"/>
                  <a:pt x="394113" y="617772"/>
                </a:cubicBezTo>
                <a:cubicBezTo>
                  <a:pt x="386110" y="603673"/>
                  <a:pt x="379824" y="587672"/>
                  <a:pt x="376776" y="571860"/>
                </a:cubicBezTo>
                <a:cubicBezTo>
                  <a:pt x="372586" y="550141"/>
                  <a:pt x="370870" y="528615"/>
                  <a:pt x="373348" y="505182"/>
                </a:cubicBezTo>
                <a:cubicBezTo>
                  <a:pt x="375062" y="488607"/>
                  <a:pt x="375824" y="475081"/>
                  <a:pt x="385920" y="462126"/>
                </a:cubicBezTo>
                <a:cubicBezTo>
                  <a:pt x="387444" y="460032"/>
                  <a:pt x="387826" y="456222"/>
                  <a:pt x="387634" y="453364"/>
                </a:cubicBezTo>
                <a:cubicBezTo>
                  <a:pt x="384396" y="415835"/>
                  <a:pt x="386110" y="378686"/>
                  <a:pt x="388399" y="340774"/>
                </a:cubicBezTo>
                <a:cubicBezTo>
                  <a:pt x="391445" y="292579"/>
                  <a:pt x="382492" y="241901"/>
                  <a:pt x="350487" y="200182"/>
                </a:cubicBezTo>
                <a:cubicBezTo>
                  <a:pt x="345723" y="194085"/>
                  <a:pt x="343629" y="184941"/>
                  <a:pt x="342485" y="176939"/>
                </a:cubicBezTo>
                <a:cubicBezTo>
                  <a:pt x="337533" y="139219"/>
                  <a:pt x="334103" y="101308"/>
                  <a:pt x="328579" y="63587"/>
                </a:cubicBezTo>
                <a:cubicBezTo>
                  <a:pt x="325530" y="43012"/>
                  <a:pt x="322862" y="21486"/>
                  <a:pt x="314480" y="2817"/>
                </a:cubicBezTo>
                <a:close/>
              </a:path>
            </a:pathLst>
          </a:custGeom>
          <a:effectLst>
            <a:outerShdw blurRad="381000" dist="152400" dir="10800000" algn="r" rotWithShape="0">
              <a:prstClr val="black">
                <a:alpha val="10000"/>
              </a:prstClr>
            </a:outerShdw>
          </a:effectLst>
        </p:spPr>
      </p:pic>
      <p:grpSp>
        <p:nvGrpSpPr>
          <p:cNvPr id="26" name="Group 21">
            <a:extLst>
              <a:ext uri="{FF2B5EF4-FFF2-40B4-BE49-F238E27FC236}">
                <a16:creationId xmlns:a16="http://schemas.microsoft.com/office/drawing/2014/main" id="{564DEED3-BC52-4F15-8426-D33275CB01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20000" y="-1"/>
            <a:ext cx="874716" cy="6858001"/>
            <a:chOff x="7620000" y="-1"/>
            <a:chExt cx="874716" cy="6858001"/>
          </a:xfrm>
        </p:grpSpPr>
        <p:sp>
          <p:nvSpPr>
            <p:cNvPr id="23" name="Freeform: Shape 22">
              <a:extLst>
                <a:ext uri="{FF2B5EF4-FFF2-40B4-BE49-F238E27FC236}">
                  <a16:creationId xmlns:a16="http://schemas.microsoft.com/office/drawing/2014/main" id="{937D94AD-9CD7-4F7F-B13A-399B378406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4628357"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DF6D3FDC-6FDD-4615-B246-1FC651E95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4628357"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4">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Tree>
    <p:extLst>
      <p:ext uri="{BB962C8B-B14F-4D97-AF65-F5344CB8AC3E}">
        <p14:creationId xmlns:p14="http://schemas.microsoft.com/office/powerpoint/2010/main" val="2637318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9D36A8F-C3F8-499E-855C-24AC6973464C}"/>
              </a:ext>
            </a:extLst>
          </p:cNvPr>
          <p:cNvSpPr>
            <a:spLocks noGrp="1"/>
          </p:cNvSpPr>
          <p:nvPr>
            <p:ph type="ctrTitle"/>
          </p:nvPr>
        </p:nvSpPr>
        <p:spPr>
          <a:xfrm>
            <a:off x="761999" y="1163595"/>
            <a:ext cx="6029325" cy="2855956"/>
          </a:xfrm>
        </p:spPr>
        <p:txBody>
          <a:bodyPr>
            <a:normAutofit/>
          </a:bodyPr>
          <a:lstStyle/>
          <a:p>
            <a:pPr algn="l"/>
            <a:r>
              <a:rPr lang="es-MX" sz="8000" dirty="0"/>
              <a:t>POSTRES SALUDABLES</a:t>
            </a:r>
            <a:endParaRPr lang="es-CO" sz="8000" dirty="0"/>
          </a:p>
        </p:txBody>
      </p:sp>
      <p:sp>
        <p:nvSpPr>
          <p:cNvPr id="3" name="Subtítulo 2">
            <a:extLst>
              <a:ext uri="{FF2B5EF4-FFF2-40B4-BE49-F238E27FC236}">
                <a16:creationId xmlns:a16="http://schemas.microsoft.com/office/drawing/2014/main" id="{42387C91-CFA7-470F-952D-98D04AD9C013}"/>
              </a:ext>
            </a:extLst>
          </p:cNvPr>
          <p:cNvSpPr>
            <a:spLocks noGrp="1"/>
          </p:cNvSpPr>
          <p:nvPr>
            <p:ph type="subTitle" idx="1"/>
          </p:nvPr>
        </p:nvSpPr>
        <p:spPr>
          <a:xfrm>
            <a:off x="762000" y="4200525"/>
            <a:ext cx="6029324" cy="1595437"/>
          </a:xfrm>
        </p:spPr>
        <p:txBody>
          <a:bodyPr>
            <a:normAutofit/>
          </a:bodyPr>
          <a:lstStyle/>
          <a:p>
            <a:pPr algn="l"/>
            <a:endParaRPr lang="es-CO" dirty="0">
              <a:solidFill>
                <a:schemeClr val="bg1"/>
              </a:solidFill>
            </a:endParaRPr>
          </a:p>
        </p:txBody>
      </p:sp>
      <p:pic>
        <p:nvPicPr>
          <p:cNvPr id="6" name="Imagen 5">
            <a:extLst>
              <a:ext uri="{FF2B5EF4-FFF2-40B4-BE49-F238E27FC236}">
                <a16:creationId xmlns:a16="http://schemas.microsoft.com/office/drawing/2014/main" id="{22F9530F-CED4-4A17-B7CA-42ED460E851C}"/>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8180" r="37035"/>
          <a:stretch/>
        </p:blipFill>
        <p:spPr>
          <a:xfrm>
            <a:off x="8057357" y="-2"/>
            <a:ext cx="4543953" cy="6858002"/>
          </a:xfrm>
          <a:custGeom>
            <a:avLst/>
            <a:gdLst/>
            <a:ahLst/>
            <a:cxnLst/>
            <a:rect l="l" t="t" r="r" b="b"/>
            <a:pathLst>
              <a:path w="4543953" h="6858002">
                <a:moveTo>
                  <a:pt x="248638" y="6438981"/>
                </a:moveTo>
                <a:cubicBezTo>
                  <a:pt x="258140" y="6444077"/>
                  <a:pt x="265617" y="6451650"/>
                  <a:pt x="268569" y="6463841"/>
                </a:cubicBezTo>
                <a:lnTo>
                  <a:pt x="268572" y="6463849"/>
                </a:lnTo>
                <a:lnTo>
                  <a:pt x="279556" y="6508052"/>
                </a:lnTo>
                <a:lnTo>
                  <a:pt x="282367" y="6513012"/>
                </a:lnTo>
                <a:lnTo>
                  <a:pt x="284834" y="6521804"/>
                </a:lnTo>
                <a:lnTo>
                  <a:pt x="301172" y="6546195"/>
                </a:lnTo>
                <a:lnTo>
                  <a:pt x="301172" y="6546194"/>
                </a:lnTo>
                <a:lnTo>
                  <a:pt x="282367" y="6513012"/>
                </a:lnTo>
                <a:lnTo>
                  <a:pt x="268572" y="6463849"/>
                </a:lnTo>
                <a:lnTo>
                  <a:pt x="268569" y="6463840"/>
                </a:lnTo>
                <a:close/>
                <a:moveTo>
                  <a:pt x="332842" y="2836172"/>
                </a:moveTo>
                <a:lnTo>
                  <a:pt x="332842" y="2836173"/>
                </a:lnTo>
                <a:cubicBezTo>
                  <a:pt x="336914" y="2839983"/>
                  <a:pt x="340200" y="2844317"/>
                  <a:pt x="341533" y="2848794"/>
                </a:cubicBezTo>
                <a:cubicBezTo>
                  <a:pt x="348200" y="2870416"/>
                  <a:pt x="356392" y="2892181"/>
                  <a:pt x="361441" y="2914328"/>
                </a:cubicBezTo>
                <a:lnTo>
                  <a:pt x="366072" y="2947863"/>
                </a:lnTo>
                <a:lnTo>
                  <a:pt x="362488" y="2982148"/>
                </a:lnTo>
                <a:cubicBezTo>
                  <a:pt x="354392" y="3014153"/>
                  <a:pt x="350582" y="3045777"/>
                  <a:pt x="350796" y="3077401"/>
                </a:cubicBezTo>
                <a:lnTo>
                  <a:pt x="350796" y="3077402"/>
                </a:lnTo>
                <a:lnTo>
                  <a:pt x="350796" y="3077402"/>
                </a:lnTo>
                <a:cubicBezTo>
                  <a:pt x="351010" y="3109026"/>
                  <a:pt x="355249" y="3140650"/>
                  <a:pt x="363250" y="3172655"/>
                </a:cubicBezTo>
                <a:cubicBezTo>
                  <a:pt x="389159" y="3276481"/>
                  <a:pt x="416591" y="3380306"/>
                  <a:pt x="410877" y="3489468"/>
                </a:cubicBezTo>
                <a:cubicBezTo>
                  <a:pt x="409925" y="3507564"/>
                  <a:pt x="421546" y="3529091"/>
                  <a:pt x="432976" y="3544714"/>
                </a:cubicBezTo>
                <a:cubicBezTo>
                  <a:pt x="438406" y="3552191"/>
                  <a:pt x="442585" y="3557716"/>
                  <a:pt x="445520" y="3562321"/>
                </a:cubicBezTo>
                <a:lnTo>
                  <a:pt x="450598" y="3574408"/>
                </a:lnTo>
                <a:lnTo>
                  <a:pt x="448246" y="3587174"/>
                </a:lnTo>
                <a:cubicBezTo>
                  <a:pt x="446228" y="3592232"/>
                  <a:pt x="442978" y="3598435"/>
                  <a:pt x="438500" y="3606817"/>
                </a:cubicBezTo>
                <a:cubicBezTo>
                  <a:pt x="434118" y="3614819"/>
                  <a:pt x="431452" y="3624725"/>
                  <a:pt x="424974" y="3630632"/>
                </a:cubicBezTo>
                <a:cubicBezTo>
                  <a:pt x="408496" y="3645682"/>
                  <a:pt x="402257" y="3662494"/>
                  <a:pt x="400733" y="3680163"/>
                </a:cubicBezTo>
                <a:lnTo>
                  <a:pt x="400733" y="3680164"/>
                </a:lnTo>
                <a:lnTo>
                  <a:pt x="400733" y="3680164"/>
                </a:lnTo>
                <a:lnTo>
                  <a:pt x="404781" y="3734838"/>
                </a:lnTo>
                <a:lnTo>
                  <a:pt x="404399" y="3754652"/>
                </a:lnTo>
                <a:cubicBezTo>
                  <a:pt x="398399" y="3767130"/>
                  <a:pt x="396447" y="3778655"/>
                  <a:pt x="398042" y="3789776"/>
                </a:cubicBezTo>
                <a:lnTo>
                  <a:pt x="398042" y="3789776"/>
                </a:lnTo>
                <a:lnTo>
                  <a:pt x="398042" y="3789777"/>
                </a:lnTo>
                <a:cubicBezTo>
                  <a:pt x="399638" y="3800897"/>
                  <a:pt x="404781" y="3811614"/>
                  <a:pt x="412973" y="3822473"/>
                </a:cubicBezTo>
                <a:lnTo>
                  <a:pt x="427308" y="3852620"/>
                </a:lnTo>
                <a:lnTo>
                  <a:pt x="426528" y="3868764"/>
                </a:lnTo>
                <a:cubicBezTo>
                  <a:pt x="425070" y="3874229"/>
                  <a:pt x="422307" y="3879766"/>
                  <a:pt x="417925" y="3885338"/>
                </a:cubicBezTo>
                <a:cubicBezTo>
                  <a:pt x="398494" y="3910104"/>
                  <a:pt x="388302" y="3935727"/>
                  <a:pt x="386040" y="3962159"/>
                </a:cubicBezTo>
                <a:lnTo>
                  <a:pt x="386040" y="3962160"/>
                </a:lnTo>
                <a:lnTo>
                  <a:pt x="386040" y="3962160"/>
                </a:lnTo>
                <a:cubicBezTo>
                  <a:pt x="383778" y="3988593"/>
                  <a:pt x="389446" y="4015835"/>
                  <a:pt x="401733" y="4043840"/>
                </a:cubicBezTo>
                <a:lnTo>
                  <a:pt x="416855" y="4103826"/>
                </a:lnTo>
                <a:lnTo>
                  <a:pt x="414887" y="4134256"/>
                </a:lnTo>
                <a:cubicBezTo>
                  <a:pt x="413045" y="4144498"/>
                  <a:pt x="409973" y="4154857"/>
                  <a:pt x="405543" y="4165383"/>
                </a:cubicBezTo>
                <a:cubicBezTo>
                  <a:pt x="402114" y="4173480"/>
                  <a:pt x="401543" y="4182767"/>
                  <a:pt x="401638" y="4192387"/>
                </a:cubicBezTo>
                <a:lnTo>
                  <a:pt x="401638" y="4192388"/>
                </a:lnTo>
                <a:lnTo>
                  <a:pt x="401638" y="4192388"/>
                </a:lnTo>
                <a:lnTo>
                  <a:pt x="401733" y="4221391"/>
                </a:lnTo>
                <a:lnTo>
                  <a:pt x="396017" y="4253014"/>
                </a:lnTo>
                <a:cubicBezTo>
                  <a:pt x="383824" y="4277401"/>
                  <a:pt x="368204" y="4300070"/>
                  <a:pt x="356201" y="4324645"/>
                </a:cubicBezTo>
                <a:cubicBezTo>
                  <a:pt x="350487" y="4336457"/>
                  <a:pt x="347439" y="4350554"/>
                  <a:pt x="347247" y="4363890"/>
                </a:cubicBezTo>
                <a:lnTo>
                  <a:pt x="347247" y="4363891"/>
                </a:lnTo>
                <a:lnTo>
                  <a:pt x="347247" y="4363891"/>
                </a:lnTo>
                <a:cubicBezTo>
                  <a:pt x="346295" y="4403326"/>
                  <a:pt x="346295" y="4442762"/>
                  <a:pt x="348009" y="4482005"/>
                </a:cubicBezTo>
                <a:cubicBezTo>
                  <a:pt x="350677" y="4546777"/>
                  <a:pt x="351249" y="4612501"/>
                  <a:pt x="408019" y="4659175"/>
                </a:cubicBezTo>
                <a:cubicBezTo>
                  <a:pt x="412591" y="4662987"/>
                  <a:pt x="415259" y="4671177"/>
                  <a:pt x="416021" y="4677656"/>
                </a:cubicBezTo>
                <a:cubicBezTo>
                  <a:pt x="419640" y="4707565"/>
                  <a:pt x="420022" y="4738236"/>
                  <a:pt x="425928" y="4767765"/>
                </a:cubicBezTo>
                <a:lnTo>
                  <a:pt x="427237" y="4800483"/>
                </a:lnTo>
                <a:lnTo>
                  <a:pt x="412401" y="4828916"/>
                </a:lnTo>
                <a:cubicBezTo>
                  <a:pt x="395828" y="4846490"/>
                  <a:pt x="384397" y="4866958"/>
                  <a:pt x="382691" y="4889275"/>
                </a:cubicBezTo>
                <a:lnTo>
                  <a:pt x="382691" y="4889275"/>
                </a:lnTo>
                <a:lnTo>
                  <a:pt x="382691" y="4889276"/>
                </a:lnTo>
                <a:cubicBezTo>
                  <a:pt x="382122" y="4896714"/>
                  <a:pt x="382634" y="4904358"/>
                  <a:pt x="384396" y="4912169"/>
                </a:cubicBezTo>
                <a:lnTo>
                  <a:pt x="385799" y="4933805"/>
                </a:lnTo>
                <a:lnTo>
                  <a:pt x="381039" y="4952673"/>
                </a:lnTo>
                <a:cubicBezTo>
                  <a:pt x="376253" y="4964604"/>
                  <a:pt x="368680" y="4975511"/>
                  <a:pt x="360964" y="4987037"/>
                </a:cubicBezTo>
                <a:cubicBezTo>
                  <a:pt x="349725" y="5003801"/>
                  <a:pt x="335627" y="5022852"/>
                  <a:pt x="334485" y="5041521"/>
                </a:cubicBezTo>
                <a:cubicBezTo>
                  <a:pt x="332628" y="5073241"/>
                  <a:pt x="310088" y="5101639"/>
                  <a:pt x="308337" y="5133224"/>
                </a:cubicBezTo>
                <a:lnTo>
                  <a:pt x="308337" y="5133225"/>
                </a:lnTo>
                <a:lnTo>
                  <a:pt x="308337" y="5133225"/>
                </a:lnTo>
                <a:lnTo>
                  <a:pt x="315052" y="5166114"/>
                </a:lnTo>
                <a:lnTo>
                  <a:pt x="314362" y="5172090"/>
                </a:lnTo>
                <a:cubicBezTo>
                  <a:pt x="313481" y="5174400"/>
                  <a:pt x="312290" y="5176876"/>
                  <a:pt x="311814" y="5179067"/>
                </a:cubicBezTo>
                <a:lnTo>
                  <a:pt x="311814" y="5179068"/>
                </a:lnTo>
                <a:lnTo>
                  <a:pt x="311814" y="5179068"/>
                </a:lnTo>
                <a:cubicBezTo>
                  <a:pt x="304574" y="5214122"/>
                  <a:pt x="311624" y="5247079"/>
                  <a:pt x="335437" y="5272797"/>
                </a:cubicBezTo>
                <a:cubicBezTo>
                  <a:pt x="350964" y="5289657"/>
                  <a:pt x="359489" y="5307422"/>
                  <a:pt x="362870" y="5326163"/>
                </a:cubicBezTo>
                <a:lnTo>
                  <a:pt x="364317" y="5355014"/>
                </a:lnTo>
                <a:lnTo>
                  <a:pt x="359440" y="5385384"/>
                </a:lnTo>
                <a:cubicBezTo>
                  <a:pt x="356201" y="5398721"/>
                  <a:pt x="353915" y="5412057"/>
                  <a:pt x="351249" y="5425582"/>
                </a:cubicBezTo>
                <a:cubicBezTo>
                  <a:pt x="347439" y="5443870"/>
                  <a:pt x="343437" y="5462351"/>
                  <a:pt x="339627" y="5480637"/>
                </a:cubicBezTo>
                <a:cubicBezTo>
                  <a:pt x="337722" y="5489497"/>
                  <a:pt x="335151" y="5498832"/>
                  <a:pt x="335103" y="5507667"/>
                </a:cubicBezTo>
                <a:lnTo>
                  <a:pt x="335103" y="5507668"/>
                </a:lnTo>
                <a:lnTo>
                  <a:pt x="335103" y="5507668"/>
                </a:lnTo>
                <a:cubicBezTo>
                  <a:pt x="335056" y="5516503"/>
                  <a:pt x="337532" y="5524837"/>
                  <a:pt x="345723" y="5531694"/>
                </a:cubicBezTo>
                <a:lnTo>
                  <a:pt x="355869" y="5547578"/>
                </a:lnTo>
                <a:lnTo>
                  <a:pt x="346295" y="5562746"/>
                </a:lnTo>
                <a:cubicBezTo>
                  <a:pt x="303622" y="5600467"/>
                  <a:pt x="276951" y="5646189"/>
                  <a:pt x="275047" y="5704483"/>
                </a:cubicBezTo>
                <a:cubicBezTo>
                  <a:pt x="274665" y="5716485"/>
                  <a:pt x="271999" y="5728678"/>
                  <a:pt x="269141" y="5740488"/>
                </a:cubicBezTo>
                <a:cubicBezTo>
                  <a:pt x="267426" y="5747728"/>
                  <a:pt x="265520" y="5756493"/>
                  <a:pt x="260376" y="5760873"/>
                </a:cubicBezTo>
                <a:cubicBezTo>
                  <a:pt x="221133" y="5794974"/>
                  <a:pt x="193890" y="5837457"/>
                  <a:pt x="171981" y="5883751"/>
                </a:cubicBezTo>
                <a:cubicBezTo>
                  <a:pt x="164171" y="5900323"/>
                  <a:pt x="156361" y="5918042"/>
                  <a:pt x="154075" y="5935949"/>
                </a:cubicBezTo>
                <a:lnTo>
                  <a:pt x="154075" y="5935950"/>
                </a:lnTo>
                <a:lnTo>
                  <a:pt x="154075" y="5935950"/>
                </a:lnTo>
                <a:cubicBezTo>
                  <a:pt x="151789" y="5954618"/>
                  <a:pt x="155599" y="5974241"/>
                  <a:pt x="157695" y="5993292"/>
                </a:cubicBezTo>
                <a:cubicBezTo>
                  <a:pt x="158837" y="6004532"/>
                  <a:pt x="158647" y="6017486"/>
                  <a:pt x="164171" y="6026441"/>
                </a:cubicBezTo>
                <a:cubicBezTo>
                  <a:pt x="181508" y="6054826"/>
                  <a:pt x="200176" y="6082259"/>
                  <a:pt x="220371" y="6108739"/>
                </a:cubicBezTo>
                <a:lnTo>
                  <a:pt x="234064" y="6133315"/>
                </a:lnTo>
                <a:lnTo>
                  <a:pt x="230364" y="6143190"/>
                </a:lnTo>
                <a:cubicBezTo>
                  <a:pt x="227813" y="6146732"/>
                  <a:pt x="223895" y="6150697"/>
                  <a:pt x="218465" y="6155602"/>
                </a:cubicBezTo>
                <a:cubicBezTo>
                  <a:pt x="196176" y="6175797"/>
                  <a:pt x="184556" y="6200944"/>
                  <a:pt x="179794" y="6228756"/>
                </a:cubicBezTo>
                <a:cubicBezTo>
                  <a:pt x="172363" y="6272764"/>
                  <a:pt x="166077" y="6317151"/>
                  <a:pt x="162457" y="6361539"/>
                </a:cubicBezTo>
                <a:lnTo>
                  <a:pt x="162457" y="6361540"/>
                </a:lnTo>
                <a:lnTo>
                  <a:pt x="162457" y="6361540"/>
                </a:lnTo>
                <a:lnTo>
                  <a:pt x="162684" y="6365557"/>
                </a:lnTo>
                <a:lnTo>
                  <a:pt x="163946" y="6387910"/>
                </a:lnTo>
                <a:lnTo>
                  <a:pt x="166047" y="6392243"/>
                </a:lnTo>
                <a:lnTo>
                  <a:pt x="173364" y="6407333"/>
                </a:lnTo>
                <a:lnTo>
                  <a:pt x="173364" y="6407332"/>
                </a:lnTo>
                <a:lnTo>
                  <a:pt x="166047" y="6392243"/>
                </a:lnTo>
                <a:lnTo>
                  <a:pt x="163946" y="6387910"/>
                </a:lnTo>
                <a:lnTo>
                  <a:pt x="162684" y="6365557"/>
                </a:lnTo>
                <a:lnTo>
                  <a:pt x="162457" y="6361540"/>
                </a:lnTo>
                <a:lnTo>
                  <a:pt x="179794" y="6228757"/>
                </a:lnTo>
                <a:cubicBezTo>
                  <a:pt x="184556" y="6200945"/>
                  <a:pt x="196176" y="6175798"/>
                  <a:pt x="218465" y="6155603"/>
                </a:cubicBezTo>
                <a:cubicBezTo>
                  <a:pt x="229325" y="6145793"/>
                  <a:pt x="234135" y="6139745"/>
                  <a:pt x="234064" y="6133315"/>
                </a:cubicBezTo>
                <a:lnTo>
                  <a:pt x="234064" y="6133315"/>
                </a:lnTo>
                <a:lnTo>
                  <a:pt x="234064" y="6133314"/>
                </a:lnTo>
                <a:cubicBezTo>
                  <a:pt x="233993" y="6126884"/>
                  <a:pt x="229039" y="6120074"/>
                  <a:pt x="220371" y="6108738"/>
                </a:cubicBezTo>
                <a:cubicBezTo>
                  <a:pt x="200176" y="6082258"/>
                  <a:pt x="181508" y="6054825"/>
                  <a:pt x="164171" y="6026440"/>
                </a:cubicBezTo>
                <a:cubicBezTo>
                  <a:pt x="158647" y="6017485"/>
                  <a:pt x="158837" y="6004531"/>
                  <a:pt x="157695" y="5993291"/>
                </a:cubicBezTo>
                <a:cubicBezTo>
                  <a:pt x="156647" y="5983766"/>
                  <a:pt x="155171" y="5974097"/>
                  <a:pt x="154242" y="5964477"/>
                </a:cubicBezTo>
                <a:lnTo>
                  <a:pt x="154075" y="5935950"/>
                </a:lnTo>
                <a:lnTo>
                  <a:pt x="160957" y="5909351"/>
                </a:lnTo>
                <a:cubicBezTo>
                  <a:pt x="164171" y="5900611"/>
                  <a:pt x="168076" y="5892038"/>
                  <a:pt x="171981" y="5883752"/>
                </a:cubicBezTo>
                <a:cubicBezTo>
                  <a:pt x="193890" y="5837458"/>
                  <a:pt x="221133" y="5794975"/>
                  <a:pt x="260376" y="5760874"/>
                </a:cubicBezTo>
                <a:cubicBezTo>
                  <a:pt x="265520" y="5756494"/>
                  <a:pt x="267426" y="5747729"/>
                  <a:pt x="269141" y="5740489"/>
                </a:cubicBezTo>
                <a:cubicBezTo>
                  <a:pt x="271999" y="5728679"/>
                  <a:pt x="274665" y="5716486"/>
                  <a:pt x="275047" y="5704484"/>
                </a:cubicBezTo>
                <a:cubicBezTo>
                  <a:pt x="276951" y="5646190"/>
                  <a:pt x="303622" y="5600468"/>
                  <a:pt x="346295" y="5562747"/>
                </a:cubicBezTo>
                <a:cubicBezTo>
                  <a:pt x="352392" y="5557318"/>
                  <a:pt x="355774" y="5552508"/>
                  <a:pt x="355869" y="5547579"/>
                </a:cubicBezTo>
                <a:lnTo>
                  <a:pt x="355869" y="5547578"/>
                </a:lnTo>
                <a:lnTo>
                  <a:pt x="355869" y="5547578"/>
                </a:lnTo>
                <a:cubicBezTo>
                  <a:pt x="355964" y="5542649"/>
                  <a:pt x="352773" y="5537600"/>
                  <a:pt x="345723" y="5531693"/>
                </a:cubicBezTo>
                <a:cubicBezTo>
                  <a:pt x="341628" y="5528265"/>
                  <a:pt x="338961" y="5524467"/>
                  <a:pt x="337324" y="5520422"/>
                </a:cubicBezTo>
                <a:lnTo>
                  <a:pt x="335103" y="5507668"/>
                </a:lnTo>
                <a:lnTo>
                  <a:pt x="339627" y="5480638"/>
                </a:lnTo>
                <a:cubicBezTo>
                  <a:pt x="343437" y="5462352"/>
                  <a:pt x="347439" y="5443871"/>
                  <a:pt x="351249" y="5425583"/>
                </a:cubicBezTo>
                <a:cubicBezTo>
                  <a:pt x="353915" y="5412058"/>
                  <a:pt x="356201" y="5398722"/>
                  <a:pt x="359440" y="5385385"/>
                </a:cubicBezTo>
                <a:cubicBezTo>
                  <a:pt x="361965" y="5375003"/>
                  <a:pt x="363668" y="5364883"/>
                  <a:pt x="364317" y="5355015"/>
                </a:cubicBezTo>
                <a:lnTo>
                  <a:pt x="364317" y="5355014"/>
                </a:lnTo>
                <a:lnTo>
                  <a:pt x="364317" y="5355014"/>
                </a:lnTo>
                <a:cubicBezTo>
                  <a:pt x="366264" y="5325412"/>
                  <a:pt x="358727" y="5298086"/>
                  <a:pt x="335437" y="5272796"/>
                </a:cubicBezTo>
                <a:cubicBezTo>
                  <a:pt x="323531" y="5259937"/>
                  <a:pt x="315815" y="5245269"/>
                  <a:pt x="311981" y="5229433"/>
                </a:cubicBezTo>
                <a:lnTo>
                  <a:pt x="311814" y="5179068"/>
                </a:lnTo>
                <a:lnTo>
                  <a:pt x="314362" y="5172091"/>
                </a:lnTo>
                <a:cubicBezTo>
                  <a:pt x="315243" y="5169781"/>
                  <a:pt x="315814" y="5167638"/>
                  <a:pt x="315052" y="5166114"/>
                </a:cubicBezTo>
                <a:lnTo>
                  <a:pt x="315052" y="5166114"/>
                </a:lnTo>
                <a:lnTo>
                  <a:pt x="315052" y="5166113"/>
                </a:lnTo>
                <a:lnTo>
                  <a:pt x="308337" y="5133225"/>
                </a:lnTo>
                <a:lnTo>
                  <a:pt x="315482" y="5102461"/>
                </a:lnTo>
                <a:cubicBezTo>
                  <a:pt x="322817" y="5082339"/>
                  <a:pt x="333247" y="5062669"/>
                  <a:pt x="334485" y="5041522"/>
                </a:cubicBezTo>
                <a:cubicBezTo>
                  <a:pt x="335627" y="5022853"/>
                  <a:pt x="349725" y="5003802"/>
                  <a:pt x="360964" y="4987038"/>
                </a:cubicBezTo>
                <a:cubicBezTo>
                  <a:pt x="372538" y="4969748"/>
                  <a:pt x="383790" y="4953853"/>
                  <a:pt x="385799" y="4933805"/>
                </a:cubicBezTo>
                <a:lnTo>
                  <a:pt x="385799" y="4933805"/>
                </a:lnTo>
                <a:lnTo>
                  <a:pt x="385799" y="4933805"/>
                </a:lnTo>
                <a:cubicBezTo>
                  <a:pt x="386468" y="4927122"/>
                  <a:pt x="386111" y="4919979"/>
                  <a:pt x="384396" y="4912168"/>
                </a:cubicBezTo>
                <a:lnTo>
                  <a:pt x="382691" y="4889275"/>
                </a:lnTo>
                <a:lnTo>
                  <a:pt x="387469" y="4867614"/>
                </a:lnTo>
                <a:cubicBezTo>
                  <a:pt x="392589" y="4853636"/>
                  <a:pt x="401352" y="4840633"/>
                  <a:pt x="412401" y="4828917"/>
                </a:cubicBezTo>
                <a:cubicBezTo>
                  <a:pt x="420784" y="4819964"/>
                  <a:pt x="425356" y="4810581"/>
                  <a:pt x="427237" y="4800484"/>
                </a:cubicBezTo>
                <a:lnTo>
                  <a:pt x="427237" y="4800483"/>
                </a:lnTo>
                <a:lnTo>
                  <a:pt x="427237" y="4800483"/>
                </a:lnTo>
                <a:cubicBezTo>
                  <a:pt x="429119" y="4790386"/>
                  <a:pt x="428309" y="4779575"/>
                  <a:pt x="425928" y="4767764"/>
                </a:cubicBezTo>
                <a:cubicBezTo>
                  <a:pt x="420022" y="4738235"/>
                  <a:pt x="419640" y="4707564"/>
                  <a:pt x="416021" y="4677655"/>
                </a:cubicBezTo>
                <a:cubicBezTo>
                  <a:pt x="415259" y="4671176"/>
                  <a:pt x="412591" y="4662986"/>
                  <a:pt x="408019" y="4659174"/>
                </a:cubicBezTo>
                <a:cubicBezTo>
                  <a:pt x="351249" y="4612500"/>
                  <a:pt x="350677" y="4546776"/>
                  <a:pt x="348009" y="4482004"/>
                </a:cubicBezTo>
                <a:lnTo>
                  <a:pt x="347247" y="4363891"/>
                </a:lnTo>
                <a:lnTo>
                  <a:pt x="356201" y="4324646"/>
                </a:lnTo>
                <a:cubicBezTo>
                  <a:pt x="368204" y="4300071"/>
                  <a:pt x="383824" y="4277402"/>
                  <a:pt x="396017" y="4253015"/>
                </a:cubicBezTo>
                <a:cubicBezTo>
                  <a:pt x="400781" y="4243873"/>
                  <a:pt x="400971" y="4232061"/>
                  <a:pt x="401733" y="4221392"/>
                </a:cubicBezTo>
                <a:lnTo>
                  <a:pt x="401733" y="4221391"/>
                </a:lnTo>
                <a:lnTo>
                  <a:pt x="401733" y="4221391"/>
                </a:lnTo>
                <a:lnTo>
                  <a:pt x="401638" y="4192388"/>
                </a:lnTo>
                <a:lnTo>
                  <a:pt x="405543" y="4165384"/>
                </a:lnTo>
                <a:cubicBezTo>
                  <a:pt x="414402" y="4144333"/>
                  <a:pt x="417831" y="4123948"/>
                  <a:pt x="416855" y="4103826"/>
                </a:cubicBezTo>
                <a:lnTo>
                  <a:pt x="416855" y="4103826"/>
                </a:lnTo>
                <a:lnTo>
                  <a:pt x="416855" y="4103825"/>
                </a:lnTo>
                <a:cubicBezTo>
                  <a:pt x="415879" y="4083702"/>
                  <a:pt x="410497" y="4063842"/>
                  <a:pt x="401733" y="4043839"/>
                </a:cubicBezTo>
                <a:cubicBezTo>
                  <a:pt x="395590" y="4029837"/>
                  <a:pt x="391101" y="4016025"/>
                  <a:pt x="388431" y="4002410"/>
                </a:cubicBezTo>
                <a:lnTo>
                  <a:pt x="386040" y="3962160"/>
                </a:lnTo>
                <a:lnTo>
                  <a:pt x="395544" y="3923125"/>
                </a:lnTo>
                <a:cubicBezTo>
                  <a:pt x="400804" y="3910319"/>
                  <a:pt x="408210" y="3897722"/>
                  <a:pt x="417925" y="3885339"/>
                </a:cubicBezTo>
                <a:cubicBezTo>
                  <a:pt x="426689" y="3874195"/>
                  <a:pt x="428975" y="3863193"/>
                  <a:pt x="427308" y="3852620"/>
                </a:cubicBezTo>
                <a:lnTo>
                  <a:pt x="427308" y="3852620"/>
                </a:lnTo>
                <a:lnTo>
                  <a:pt x="427308" y="3852619"/>
                </a:lnTo>
                <a:cubicBezTo>
                  <a:pt x="425642" y="3842046"/>
                  <a:pt x="420022" y="3831902"/>
                  <a:pt x="412973" y="3822472"/>
                </a:cubicBezTo>
                <a:lnTo>
                  <a:pt x="398042" y="3789776"/>
                </a:lnTo>
                <a:lnTo>
                  <a:pt x="404399" y="3754653"/>
                </a:lnTo>
                <a:cubicBezTo>
                  <a:pt x="407067" y="3749126"/>
                  <a:pt x="405733" y="3741316"/>
                  <a:pt x="404781" y="3734838"/>
                </a:cubicBezTo>
                <a:lnTo>
                  <a:pt x="404781" y="3734838"/>
                </a:lnTo>
                <a:lnTo>
                  <a:pt x="404781" y="3734837"/>
                </a:lnTo>
                <a:lnTo>
                  <a:pt x="400733" y="3680164"/>
                </a:lnTo>
                <a:lnTo>
                  <a:pt x="407246" y="3654416"/>
                </a:lnTo>
                <a:cubicBezTo>
                  <a:pt x="411056" y="3646123"/>
                  <a:pt x="416735" y="3638158"/>
                  <a:pt x="424974" y="3630633"/>
                </a:cubicBezTo>
                <a:cubicBezTo>
                  <a:pt x="431452" y="3624726"/>
                  <a:pt x="434118" y="3614820"/>
                  <a:pt x="438500" y="3606818"/>
                </a:cubicBezTo>
                <a:cubicBezTo>
                  <a:pt x="447455" y="3590054"/>
                  <a:pt x="451503" y="3582005"/>
                  <a:pt x="450598" y="3574409"/>
                </a:cubicBezTo>
                <a:lnTo>
                  <a:pt x="450598" y="3574408"/>
                </a:lnTo>
                <a:lnTo>
                  <a:pt x="450598" y="3574408"/>
                </a:lnTo>
                <a:cubicBezTo>
                  <a:pt x="449693" y="3566811"/>
                  <a:pt x="443835" y="3559668"/>
                  <a:pt x="432976" y="3544713"/>
                </a:cubicBezTo>
                <a:cubicBezTo>
                  <a:pt x="421546" y="3529090"/>
                  <a:pt x="409925" y="3507563"/>
                  <a:pt x="410877" y="3489467"/>
                </a:cubicBezTo>
                <a:cubicBezTo>
                  <a:pt x="416591" y="3380305"/>
                  <a:pt x="389159" y="3276480"/>
                  <a:pt x="363250" y="3172654"/>
                </a:cubicBezTo>
                <a:lnTo>
                  <a:pt x="350796" y="3077402"/>
                </a:lnTo>
                <a:lnTo>
                  <a:pt x="362488" y="2982149"/>
                </a:lnTo>
                <a:cubicBezTo>
                  <a:pt x="365441" y="2970576"/>
                  <a:pt x="366442" y="2959157"/>
                  <a:pt x="366072" y="2947863"/>
                </a:cubicBezTo>
                <a:lnTo>
                  <a:pt x="366072" y="2947863"/>
                </a:lnTo>
                <a:lnTo>
                  <a:pt x="366072" y="2947862"/>
                </a:lnTo>
                <a:cubicBezTo>
                  <a:pt x="364965" y="2913982"/>
                  <a:pt x="351534" y="2881226"/>
                  <a:pt x="341533" y="2848793"/>
                </a:cubicBezTo>
                <a:close/>
                <a:moveTo>
                  <a:pt x="817328" y="1508458"/>
                </a:moveTo>
                <a:lnTo>
                  <a:pt x="845421" y="1596213"/>
                </a:lnTo>
                <a:cubicBezTo>
                  <a:pt x="847898" y="1604978"/>
                  <a:pt x="846373" y="1615836"/>
                  <a:pt x="843517" y="1624980"/>
                </a:cubicBezTo>
                <a:cubicBezTo>
                  <a:pt x="833801" y="1656223"/>
                  <a:pt x="809415" y="1676036"/>
                  <a:pt x="786935" y="1697753"/>
                </a:cubicBezTo>
                <a:cubicBezTo>
                  <a:pt x="777029" y="1707279"/>
                  <a:pt x="769981" y="1720423"/>
                  <a:pt x="764267" y="1733188"/>
                </a:cubicBezTo>
                <a:cubicBezTo>
                  <a:pt x="749595" y="1766335"/>
                  <a:pt x="736452" y="1800246"/>
                  <a:pt x="722546" y="1833775"/>
                </a:cubicBezTo>
                <a:cubicBezTo>
                  <a:pt x="721212" y="1837013"/>
                  <a:pt x="717783" y="1839679"/>
                  <a:pt x="714925" y="1842158"/>
                </a:cubicBezTo>
                <a:cubicBezTo>
                  <a:pt x="684824" y="1866922"/>
                  <a:pt x="654535" y="1891497"/>
                  <a:pt x="624434" y="1916454"/>
                </a:cubicBezTo>
                <a:cubicBezTo>
                  <a:pt x="618720" y="1921216"/>
                  <a:pt x="614528" y="1928076"/>
                  <a:pt x="609004" y="1933219"/>
                </a:cubicBezTo>
                <a:cubicBezTo>
                  <a:pt x="601384" y="1940459"/>
                  <a:pt x="594143" y="1949603"/>
                  <a:pt x="584999" y="1953413"/>
                </a:cubicBezTo>
                <a:cubicBezTo>
                  <a:pt x="556234" y="1965224"/>
                  <a:pt x="543850" y="1987894"/>
                  <a:pt x="538516" y="2016469"/>
                </a:cubicBezTo>
                <a:cubicBezTo>
                  <a:pt x="533563" y="2042570"/>
                  <a:pt x="529371" y="2068669"/>
                  <a:pt x="523657" y="2094578"/>
                </a:cubicBezTo>
                <a:cubicBezTo>
                  <a:pt x="516799" y="2126201"/>
                  <a:pt x="509369" y="2157636"/>
                  <a:pt x="500986" y="2188879"/>
                </a:cubicBezTo>
                <a:cubicBezTo>
                  <a:pt x="497366" y="2202404"/>
                  <a:pt x="493176" y="2216692"/>
                  <a:pt x="485746" y="2228314"/>
                </a:cubicBezTo>
                <a:cubicBezTo>
                  <a:pt x="465171" y="2260890"/>
                  <a:pt x="451265" y="2295753"/>
                  <a:pt x="456789" y="2334044"/>
                </a:cubicBezTo>
                <a:cubicBezTo>
                  <a:pt x="461171" y="2364715"/>
                  <a:pt x="449931" y="2390434"/>
                  <a:pt x="432404" y="2409485"/>
                </a:cubicBezTo>
                <a:cubicBezTo>
                  <a:pt x="416497" y="2426822"/>
                  <a:pt x="410353" y="2444777"/>
                  <a:pt x="409472" y="2463017"/>
                </a:cubicBezTo>
                <a:lnTo>
                  <a:pt x="409472" y="2463018"/>
                </a:lnTo>
                <a:lnTo>
                  <a:pt x="409472" y="2463018"/>
                </a:lnTo>
                <a:cubicBezTo>
                  <a:pt x="408591" y="2481259"/>
                  <a:pt x="412972" y="2499786"/>
                  <a:pt x="418115" y="2518265"/>
                </a:cubicBezTo>
                <a:lnTo>
                  <a:pt x="421759" y="2545007"/>
                </a:lnTo>
                <a:lnTo>
                  <a:pt x="417545" y="2571034"/>
                </a:lnTo>
                <a:cubicBezTo>
                  <a:pt x="405543" y="2612945"/>
                  <a:pt x="372966" y="2640950"/>
                  <a:pt x="344391" y="2668001"/>
                </a:cubicBezTo>
                <a:cubicBezTo>
                  <a:pt x="320006" y="2691054"/>
                  <a:pt x="306290" y="2716963"/>
                  <a:pt x="296001" y="2745348"/>
                </a:cubicBezTo>
                <a:lnTo>
                  <a:pt x="296001" y="2745352"/>
                </a:lnTo>
                <a:lnTo>
                  <a:pt x="289670" y="2770758"/>
                </a:lnTo>
                <a:lnTo>
                  <a:pt x="290080" y="2778006"/>
                </a:lnTo>
                <a:lnTo>
                  <a:pt x="289301" y="2782305"/>
                </a:lnTo>
                <a:lnTo>
                  <a:pt x="290501" y="2785440"/>
                </a:lnTo>
                <a:lnTo>
                  <a:pt x="290929" y="2793023"/>
                </a:lnTo>
                <a:lnTo>
                  <a:pt x="300579" y="2811780"/>
                </a:lnTo>
                <a:lnTo>
                  <a:pt x="300582" y="2811787"/>
                </a:lnTo>
                <a:lnTo>
                  <a:pt x="300583" y="2811787"/>
                </a:lnTo>
                <a:lnTo>
                  <a:pt x="300579" y="2811780"/>
                </a:lnTo>
                <a:lnTo>
                  <a:pt x="290501" y="2785440"/>
                </a:lnTo>
                <a:lnTo>
                  <a:pt x="290080" y="2778006"/>
                </a:lnTo>
                <a:lnTo>
                  <a:pt x="296001" y="2745352"/>
                </a:lnTo>
                <a:lnTo>
                  <a:pt x="296001" y="2745349"/>
                </a:lnTo>
                <a:cubicBezTo>
                  <a:pt x="306290" y="2716964"/>
                  <a:pt x="320006" y="2691055"/>
                  <a:pt x="344391" y="2668002"/>
                </a:cubicBezTo>
                <a:cubicBezTo>
                  <a:pt x="372966" y="2640951"/>
                  <a:pt x="405543" y="2612946"/>
                  <a:pt x="417545" y="2571035"/>
                </a:cubicBezTo>
                <a:cubicBezTo>
                  <a:pt x="420117" y="2561986"/>
                  <a:pt x="421593" y="2553556"/>
                  <a:pt x="421760" y="2545007"/>
                </a:cubicBezTo>
                <a:lnTo>
                  <a:pt x="421759" y="2545007"/>
                </a:lnTo>
                <a:lnTo>
                  <a:pt x="421760" y="2545006"/>
                </a:lnTo>
                <a:cubicBezTo>
                  <a:pt x="421926" y="2536457"/>
                  <a:pt x="420783" y="2527790"/>
                  <a:pt x="418115" y="2518264"/>
                </a:cubicBezTo>
                <a:cubicBezTo>
                  <a:pt x="415544" y="2509025"/>
                  <a:pt x="413163" y="2499773"/>
                  <a:pt x="411535" y="2490551"/>
                </a:cubicBezTo>
                <a:lnTo>
                  <a:pt x="409472" y="2463018"/>
                </a:lnTo>
                <a:lnTo>
                  <a:pt x="415303" y="2435913"/>
                </a:lnTo>
                <a:cubicBezTo>
                  <a:pt x="418938" y="2426977"/>
                  <a:pt x="424451" y="2418154"/>
                  <a:pt x="432404" y="2409486"/>
                </a:cubicBezTo>
                <a:cubicBezTo>
                  <a:pt x="449931" y="2390435"/>
                  <a:pt x="461171" y="2364716"/>
                  <a:pt x="456789" y="2334045"/>
                </a:cubicBezTo>
                <a:cubicBezTo>
                  <a:pt x="451265" y="2295754"/>
                  <a:pt x="465171" y="2260891"/>
                  <a:pt x="485746" y="2228315"/>
                </a:cubicBezTo>
                <a:cubicBezTo>
                  <a:pt x="493176" y="2216693"/>
                  <a:pt x="497366" y="2202405"/>
                  <a:pt x="500986" y="2188880"/>
                </a:cubicBezTo>
                <a:cubicBezTo>
                  <a:pt x="509369" y="2157637"/>
                  <a:pt x="516799" y="2126202"/>
                  <a:pt x="523657" y="2094579"/>
                </a:cubicBezTo>
                <a:cubicBezTo>
                  <a:pt x="529371" y="2068670"/>
                  <a:pt x="533563" y="2042571"/>
                  <a:pt x="538516" y="2016470"/>
                </a:cubicBezTo>
                <a:cubicBezTo>
                  <a:pt x="543850" y="1987895"/>
                  <a:pt x="556234" y="1965225"/>
                  <a:pt x="584999" y="1953414"/>
                </a:cubicBezTo>
                <a:cubicBezTo>
                  <a:pt x="594143" y="1949604"/>
                  <a:pt x="601384" y="1940460"/>
                  <a:pt x="609004" y="1933220"/>
                </a:cubicBezTo>
                <a:cubicBezTo>
                  <a:pt x="614528" y="1928077"/>
                  <a:pt x="618720" y="1921217"/>
                  <a:pt x="624434" y="1916455"/>
                </a:cubicBezTo>
                <a:cubicBezTo>
                  <a:pt x="654535" y="1891498"/>
                  <a:pt x="684824" y="1866923"/>
                  <a:pt x="714925" y="1842159"/>
                </a:cubicBezTo>
                <a:cubicBezTo>
                  <a:pt x="717783" y="1839680"/>
                  <a:pt x="721212" y="1837014"/>
                  <a:pt x="722546" y="1833776"/>
                </a:cubicBezTo>
                <a:cubicBezTo>
                  <a:pt x="736452" y="1800247"/>
                  <a:pt x="749596" y="1766336"/>
                  <a:pt x="764267" y="1733189"/>
                </a:cubicBezTo>
                <a:cubicBezTo>
                  <a:pt x="769981" y="1720424"/>
                  <a:pt x="777029" y="1707280"/>
                  <a:pt x="786936" y="1697754"/>
                </a:cubicBezTo>
                <a:cubicBezTo>
                  <a:pt x="809416" y="1676037"/>
                  <a:pt x="833801" y="1656224"/>
                  <a:pt x="843517" y="1624981"/>
                </a:cubicBezTo>
                <a:cubicBezTo>
                  <a:pt x="846374" y="1615837"/>
                  <a:pt x="847899" y="1604979"/>
                  <a:pt x="845422" y="1596214"/>
                </a:cubicBezTo>
                <a:close/>
                <a:moveTo>
                  <a:pt x="792926" y="1453958"/>
                </a:moveTo>
                <a:lnTo>
                  <a:pt x="798723" y="1459073"/>
                </a:lnTo>
                <a:lnTo>
                  <a:pt x="807941" y="1481572"/>
                </a:lnTo>
                <a:lnTo>
                  <a:pt x="798724" y="1459074"/>
                </a:lnTo>
                <a:lnTo>
                  <a:pt x="798723" y="1459073"/>
                </a:lnTo>
                <a:lnTo>
                  <a:pt x="798723" y="1459073"/>
                </a:lnTo>
                <a:close/>
                <a:moveTo>
                  <a:pt x="779530" y="1268758"/>
                </a:moveTo>
                <a:lnTo>
                  <a:pt x="774363" y="1286069"/>
                </a:lnTo>
                <a:cubicBezTo>
                  <a:pt x="759789" y="1306930"/>
                  <a:pt x="753550" y="1328552"/>
                  <a:pt x="752025" y="1350627"/>
                </a:cubicBezTo>
                <a:lnTo>
                  <a:pt x="757620" y="1413840"/>
                </a:lnTo>
                <a:lnTo>
                  <a:pt x="752026" y="1350628"/>
                </a:lnTo>
                <a:cubicBezTo>
                  <a:pt x="753550" y="1328553"/>
                  <a:pt x="759790" y="1306930"/>
                  <a:pt x="774363" y="1286070"/>
                </a:cubicBezTo>
                <a:cubicBezTo>
                  <a:pt x="777506" y="1281689"/>
                  <a:pt x="779078" y="1275402"/>
                  <a:pt x="779530" y="1268758"/>
                </a:cubicBezTo>
                <a:close/>
                <a:moveTo>
                  <a:pt x="837801" y="773035"/>
                </a:moveTo>
                <a:lnTo>
                  <a:pt x="829801" y="854379"/>
                </a:lnTo>
                <a:cubicBezTo>
                  <a:pt x="827515" y="878956"/>
                  <a:pt x="826753" y="903722"/>
                  <a:pt x="798747" y="915343"/>
                </a:cubicBezTo>
                <a:cubicBezTo>
                  <a:pt x="794365" y="917059"/>
                  <a:pt x="791127" y="922773"/>
                  <a:pt x="788269" y="927155"/>
                </a:cubicBezTo>
                <a:cubicBezTo>
                  <a:pt x="744261" y="994785"/>
                  <a:pt x="745405" y="1030980"/>
                  <a:pt x="791889" y="1097087"/>
                </a:cubicBezTo>
                <a:cubicBezTo>
                  <a:pt x="796651" y="1103945"/>
                  <a:pt x="800081" y="1118613"/>
                  <a:pt x="796271" y="1123185"/>
                </a:cubicBezTo>
                <a:cubicBezTo>
                  <a:pt x="780459" y="1142617"/>
                  <a:pt x="773411" y="1162954"/>
                  <a:pt x="771553" y="1184029"/>
                </a:cubicBezTo>
                <a:cubicBezTo>
                  <a:pt x="773411" y="1162954"/>
                  <a:pt x="780460" y="1142618"/>
                  <a:pt x="796272" y="1123186"/>
                </a:cubicBezTo>
                <a:cubicBezTo>
                  <a:pt x="800082" y="1118614"/>
                  <a:pt x="796652" y="1103946"/>
                  <a:pt x="791890" y="1097088"/>
                </a:cubicBezTo>
                <a:cubicBezTo>
                  <a:pt x="745406" y="1030981"/>
                  <a:pt x="744262" y="994786"/>
                  <a:pt x="788270" y="927156"/>
                </a:cubicBezTo>
                <a:cubicBezTo>
                  <a:pt x="791128" y="922774"/>
                  <a:pt x="794366" y="917060"/>
                  <a:pt x="798748" y="915344"/>
                </a:cubicBezTo>
                <a:cubicBezTo>
                  <a:pt x="826753" y="903723"/>
                  <a:pt x="827515" y="878957"/>
                  <a:pt x="829801" y="854380"/>
                </a:cubicBezTo>
                <a:cubicBezTo>
                  <a:pt x="832277" y="827330"/>
                  <a:pt x="835515" y="800277"/>
                  <a:pt x="837801" y="773036"/>
                </a:cubicBezTo>
                <a:close/>
                <a:moveTo>
                  <a:pt x="782400" y="517851"/>
                </a:moveTo>
                <a:lnTo>
                  <a:pt x="791317" y="556047"/>
                </a:lnTo>
                <a:cubicBezTo>
                  <a:pt x="793413" y="564048"/>
                  <a:pt x="798937" y="572622"/>
                  <a:pt x="797795" y="580050"/>
                </a:cubicBezTo>
                <a:cubicBezTo>
                  <a:pt x="794461" y="601578"/>
                  <a:pt x="796890" y="622201"/>
                  <a:pt x="801176" y="642537"/>
                </a:cubicBezTo>
                <a:lnTo>
                  <a:pt x="813700" y="694928"/>
                </a:lnTo>
                <a:lnTo>
                  <a:pt x="801177" y="642538"/>
                </a:lnTo>
                <a:cubicBezTo>
                  <a:pt x="796891" y="622201"/>
                  <a:pt x="794462" y="601579"/>
                  <a:pt x="797796" y="580051"/>
                </a:cubicBezTo>
                <a:cubicBezTo>
                  <a:pt x="798938" y="572623"/>
                  <a:pt x="793414" y="564049"/>
                  <a:pt x="791318" y="556048"/>
                </a:cubicBezTo>
                <a:close/>
                <a:moveTo>
                  <a:pt x="769105" y="298169"/>
                </a:moveTo>
                <a:lnTo>
                  <a:pt x="783887" y="313533"/>
                </a:lnTo>
                <a:lnTo>
                  <a:pt x="786245" y="324058"/>
                </a:lnTo>
                <a:cubicBezTo>
                  <a:pt x="786031" y="328964"/>
                  <a:pt x="785126" y="334584"/>
                  <a:pt x="784459" y="338870"/>
                </a:cubicBezTo>
                <a:cubicBezTo>
                  <a:pt x="781601" y="357921"/>
                  <a:pt x="774363" y="376781"/>
                  <a:pt x="774553" y="395640"/>
                </a:cubicBezTo>
                <a:lnTo>
                  <a:pt x="778363" y="367328"/>
                </a:lnTo>
                <a:cubicBezTo>
                  <a:pt x="780506" y="357874"/>
                  <a:pt x="783031" y="348396"/>
                  <a:pt x="784460" y="338871"/>
                </a:cubicBezTo>
                <a:cubicBezTo>
                  <a:pt x="785794" y="330299"/>
                  <a:pt x="788080" y="316390"/>
                  <a:pt x="783888" y="313534"/>
                </a:cubicBezTo>
                <a:lnTo>
                  <a:pt x="783887" y="313533"/>
                </a:lnTo>
                <a:lnTo>
                  <a:pt x="783887" y="313533"/>
                </a:lnTo>
                <a:close/>
                <a:moveTo>
                  <a:pt x="761560" y="281568"/>
                </a:moveTo>
                <a:lnTo>
                  <a:pt x="766454" y="295415"/>
                </a:lnTo>
                <a:lnTo>
                  <a:pt x="766455" y="295415"/>
                </a:lnTo>
                <a:close/>
                <a:moveTo>
                  <a:pt x="774880" y="24486"/>
                </a:moveTo>
                <a:lnTo>
                  <a:pt x="777142" y="74129"/>
                </a:lnTo>
                <a:cubicBezTo>
                  <a:pt x="775758" y="100174"/>
                  <a:pt x="771253" y="125876"/>
                  <a:pt x="767023" y="151569"/>
                </a:cubicBezTo>
                <a:lnTo>
                  <a:pt x="766824" y="153388"/>
                </a:lnTo>
                <a:lnTo>
                  <a:pt x="763010" y="177271"/>
                </a:lnTo>
                <a:lnTo>
                  <a:pt x="758551" y="228944"/>
                </a:lnTo>
                <a:lnTo>
                  <a:pt x="758551" y="228948"/>
                </a:lnTo>
                <a:lnTo>
                  <a:pt x="758551" y="228949"/>
                </a:lnTo>
                <a:lnTo>
                  <a:pt x="758551" y="228944"/>
                </a:lnTo>
                <a:lnTo>
                  <a:pt x="766824" y="153388"/>
                </a:lnTo>
                <a:lnTo>
                  <a:pt x="771220" y="125861"/>
                </a:lnTo>
                <a:cubicBezTo>
                  <a:pt x="773910" y="108703"/>
                  <a:pt x="776220" y="91492"/>
                  <a:pt x="777143" y="74129"/>
                </a:cubicBezTo>
                <a:close/>
                <a:moveTo>
                  <a:pt x="313353" y="0"/>
                </a:moveTo>
                <a:lnTo>
                  <a:pt x="777461" y="0"/>
                </a:lnTo>
                <a:lnTo>
                  <a:pt x="774743" y="21486"/>
                </a:lnTo>
                <a:lnTo>
                  <a:pt x="777461" y="1"/>
                </a:lnTo>
                <a:lnTo>
                  <a:pt x="4543953" y="2"/>
                </a:lnTo>
                <a:lnTo>
                  <a:pt x="4543953" y="6858002"/>
                </a:lnTo>
                <a:lnTo>
                  <a:pt x="284400" y="6858002"/>
                </a:lnTo>
                <a:lnTo>
                  <a:pt x="284400" y="6858001"/>
                </a:lnTo>
                <a:lnTo>
                  <a:pt x="284400" y="6858001"/>
                </a:lnTo>
                <a:lnTo>
                  <a:pt x="278237" y="6812064"/>
                </a:lnTo>
                <a:lnTo>
                  <a:pt x="283011" y="6776800"/>
                </a:lnTo>
                <a:cubicBezTo>
                  <a:pt x="286107" y="6765164"/>
                  <a:pt x="290857" y="6753698"/>
                  <a:pt x="297715" y="6742553"/>
                </a:cubicBezTo>
                <a:cubicBezTo>
                  <a:pt x="306003" y="6729219"/>
                  <a:pt x="311147" y="6716169"/>
                  <a:pt x="311551" y="6702977"/>
                </a:cubicBezTo>
                <a:lnTo>
                  <a:pt x="311551" y="6702976"/>
                </a:lnTo>
                <a:lnTo>
                  <a:pt x="311551" y="6702976"/>
                </a:lnTo>
                <a:cubicBezTo>
                  <a:pt x="311956" y="6689783"/>
                  <a:pt x="307622" y="6676448"/>
                  <a:pt x="296953" y="6662541"/>
                </a:cubicBezTo>
                <a:cubicBezTo>
                  <a:pt x="293286" y="6657825"/>
                  <a:pt x="290989" y="6651967"/>
                  <a:pt x="289870" y="6645552"/>
                </a:cubicBezTo>
                <a:lnTo>
                  <a:pt x="289858" y="6625225"/>
                </a:lnTo>
                <a:lnTo>
                  <a:pt x="306480" y="6588626"/>
                </a:lnTo>
                <a:cubicBezTo>
                  <a:pt x="312576" y="6582147"/>
                  <a:pt x="318672" y="6575479"/>
                  <a:pt x="328959" y="6564621"/>
                </a:cubicBezTo>
                <a:lnTo>
                  <a:pt x="328959" y="6564620"/>
                </a:lnTo>
                <a:lnTo>
                  <a:pt x="306480" y="6588625"/>
                </a:lnTo>
                <a:cubicBezTo>
                  <a:pt x="298003" y="6597578"/>
                  <a:pt x="291954" y="6611342"/>
                  <a:pt x="289858" y="6625224"/>
                </a:cubicBezTo>
                <a:lnTo>
                  <a:pt x="289858" y="6625225"/>
                </a:lnTo>
                <a:lnTo>
                  <a:pt x="289858" y="6625225"/>
                </a:lnTo>
                <a:cubicBezTo>
                  <a:pt x="287762" y="6639108"/>
                  <a:pt x="289619" y="6653111"/>
                  <a:pt x="296953" y="6662542"/>
                </a:cubicBezTo>
                <a:cubicBezTo>
                  <a:pt x="302288" y="6669496"/>
                  <a:pt x="306038" y="6676306"/>
                  <a:pt x="308405" y="6683027"/>
                </a:cubicBezTo>
                <a:lnTo>
                  <a:pt x="311551" y="6702976"/>
                </a:lnTo>
                <a:lnTo>
                  <a:pt x="297715" y="6742552"/>
                </a:lnTo>
                <a:cubicBezTo>
                  <a:pt x="283999" y="6764841"/>
                  <a:pt x="278713" y="6788417"/>
                  <a:pt x="278237" y="6812063"/>
                </a:cubicBezTo>
                <a:lnTo>
                  <a:pt x="278237" y="6812064"/>
                </a:lnTo>
                <a:lnTo>
                  <a:pt x="278237" y="6812064"/>
                </a:lnTo>
                <a:lnTo>
                  <a:pt x="284400" y="6858001"/>
                </a:lnTo>
                <a:lnTo>
                  <a:pt x="112147" y="6858001"/>
                </a:lnTo>
                <a:lnTo>
                  <a:pt x="102447" y="6815516"/>
                </a:lnTo>
                <a:cubicBezTo>
                  <a:pt x="96923" y="6793035"/>
                  <a:pt x="87016" y="6771319"/>
                  <a:pt x="83396" y="6748458"/>
                </a:cubicBezTo>
                <a:cubicBezTo>
                  <a:pt x="74824" y="6694164"/>
                  <a:pt x="68728" y="6639488"/>
                  <a:pt x="61870" y="6584812"/>
                </a:cubicBezTo>
                <a:cubicBezTo>
                  <a:pt x="54821" y="6528424"/>
                  <a:pt x="47391" y="6472225"/>
                  <a:pt x="41105" y="6415833"/>
                </a:cubicBezTo>
                <a:cubicBezTo>
                  <a:pt x="37865" y="6384972"/>
                  <a:pt x="37295" y="6353919"/>
                  <a:pt x="34247" y="6323058"/>
                </a:cubicBezTo>
                <a:cubicBezTo>
                  <a:pt x="31579" y="6296005"/>
                  <a:pt x="26626" y="6269144"/>
                  <a:pt x="23386" y="6242093"/>
                </a:cubicBezTo>
                <a:cubicBezTo>
                  <a:pt x="20720" y="6218660"/>
                  <a:pt x="19196" y="6195037"/>
                  <a:pt x="16528" y="6171605"/>
                </a:cubicBezTo>
                <a:cubicBezTo>
                  <a:pt x="12148" y="6134075"/>
                  <a:pt x="7194" y="6096736"/>
                  <a:pt x="2622" y="6059397"/>
                </a:cubicBezTo>
                <a:lnTo>
                  <a:pt x="0" y="6041769"/>
                </a:lnTo>
                <a:lnTo>
                  <a:pt x="0" y="6000937"/>
                </a:lnTo>
                <a:lnTo>
                  <a:pt x="3670" y="5957595"/>
                </a:lnTo>
                <a:lnTo>
                  <a:pt x="0" y="5912511"/>
                </a:lnTo>
                <a:lnTo>
                  <a:pt x="0" y="5886401"/>
                </a:lnTo>
                <a:lnTo>
                  <a:pt x="1098" y="5864318"/>
                </a:lnTo>
                <a:cubicBezTo>
                  <a:pt x="7576" y="5839361"/>
                  <a:pt x="16720" y="5815169"/>
                  <a:pt x="24720" y="5790592"/>
                </a:cubicBezTo>
                <a:cubicBezTo>
                  <a:pt x="25672" y="5787924"/>
                  <a:pt x="25864" y="5784686"/>
                  <a:pt x="26434" y="5781830"/>
                </a:cubicBezTo>
                <a:cubicBezTo>
                  <a:pt x="29675" y="5765635"/>
                  <a:pt x="32913" y="5749634"/>
                  <a:pt x="35771" y="5733440"/>
                </a:cubicBezTo>
                <a:cubicBezTo>
                  <a:pt x="37295" y="5724678"/>
                  <a:pt x="37485" y="5715723"/>
                  <a:pt x="38819" y="5706959"/>
                </a:cubicBezTo>
                <a:cubicBezTo>
                  <a:pt x="44153" y="5673050"/>
                  <a:pt x="35199" y="5635711"/>
                  <a:pt x="58250" y="5606372"/>
                </a:cubicBezTo>
                <a:cubicBezTo>
                  <a:pt x="73110" y="5587321"/>
                  <a:pt x="69680" y="5568842"/>
                  <a:pt x="67394" y="5548460"/>
                </a:cubicBezTo>
                <a:cubicBezTo>
                  <a:pt x="65680" y="5533027"/>
                  <a:pt x="66252" y="5517215"/>
                  <a:pt x="66060" y="5501594"/>
                </a:cubicBezTo>
                <a:cubicBezTo>
                  <a:pt x="65490" y="5474161"/>
                  <a:pt x="65298" y="5446728"/>
                  <a:pt x="64346" y="5419295"/>
                </a:cubicBezTo>
                <a:cubicBezTo>
                  <a:pt x="63966" y="5410531"/>
                  <a:pt x="59202" y="5401579"/>
                  <a:pt x="59964" y="5393005"/>
                </a:cubicBezTo>
                <a:cubicBezTo>
                  <a:pt x="63584" y="5353379"/>
                  <a:pt x="69300" y="5313754"/>
                  <a:pt x="72538" y="5274129"/>
                </a:cubicBezTo>
                <a:cubicBezTo>
                  <a:pt x="74442" y="5251650"/>
                  <a:pt x="70824" y="5228597"/>
                  <a:pt x="73490" y="5206308"/>
                </a:cubicBezTo>
                <a:cubicBezTo>
                  <a:pt x="76538" y="5180591"/>
                  <a:pt x="84348" y="5155445"/>
                  <a:pt x="89113" y="5129916"/>
                </a:cubicBezTo>
                <a:cubicBezTo>
                  <a:pt x="90445" y="5122867"/>
                  <a:pt x="88731" y="5115057"/>
                  <a:pt x="88351" y="5107627"/>
                </a:cubicBezTo>
                <a:cubicBezTo>
                  <a:pt x="87968" y="5099245"/>
                  <a:pt x="87206" y="5091052"/>
                  <a:pt x="87016" y="5082670"/>
                </a:cubicBezTo>
                <a:cubicBezTo>
                  <a:pt x="86634" y="5057141"/>
                  <a:pt x="87206" y="5031614"/>
                  <a:pt x="85872" y="5006086"/>
                </a:cubicBezTo>
                <a:cubicBezTo>
                  <a:pt x="85110" y="4990465"/>
                  <a:pt x="77300" y="4974082"/>
                  <a:pt x="80158" y="4959602"/>
                </a:cubicBezTo>
                <a:cubicBezTo>
                  <a:pt x="85682" y="4930075"/>
                  <a:pt x="73300" y="4900546"/>
                  <a:pt x="83586" y="4871019"/>
                </a:cubicBezTo>
                <a:cubicBezTo>
                  <a:pt x="86634" y="4861873"/>
                  <a:pt x="79014" y="4849300"/>
                  <a:pt x="78634" y="4838250"/>
                </a:cubicBezTo>
                <a:cubicBezTo>
                  <a:pt x="77682" y="4810627"/>
                  <a:pt x="77872" y="4783004"/>
                  <a:pt x="78062" y="4755381"/>
                </a:cubicBezTo>
                <a:cubicBezTo>
                  <a:pt x="78252" y="4730614"/>
                  <a:pt x="75586" y="4704895"/>
                  <a:pt x="80920" y="4681083"/>
                </a:cubicBezTo>
                <a:cubicBezTo>
                  <a:pt x="86634" y="4656126"/>
                  <a:pt x="85872" y="4633647"/>
                  <a:pt x="79396" y="4609452"/>
                </a:cubicBezTo>
                <a:cubicBezTo>
                  <a:pt x="75014" y="4592878"/>
                  <a:pt x="74442" y="4575351"/>
                  <a:pt x="73110" y="4558207"/>
                </a:cubicBezTo>
                <a:cubicBezTo>
                  <a:pt x="71586" y="4539728"/>
                  <a:pt x="75586" y="4519343"/>
                  <a:pt x="69300" y="4502579"/>
                </a:cubicBezTo>
                <a:cubicBezTo>
                  <a:pt x="50629" y="4452665"/>
                  <a:pt x="46629" y="4401419"/>
                  <a:pt x="46629" y="4349222"/>
                </a:cubicBezTo>
                <a:cubicBezTo>
                  <a:pt x="46629" y="4339695"/>
                  <a:pt x="49295" y="4329979"/>
                  <a:pt x="52153" y="4320837"/>
                </a:cubicBezTo>
                <a:cubicBezTo>
                  <a:pt x="69300" y="4267493"/>
                  <a:pt x="67776" y="4213961"/>
                  <a:pt x="57297" y="4159667"/>
                </a:cubicBezTo>
                <a:cubicBezTo>
                  <a:pt x="55011" y="4148427"/>
                  <a:pt x="54629" y="4135854"/>
                  <a:pt x="56915" y="4124614"/>
                </a:cubicBezTo>
                <a:cubicBezTo>
                  <a:pt x="63584" y="4092989"/>
                  <a:pt x="74634" y="4062318"/>
                  <a:pt x="79396" y="4030503"/>
                </a:cubicBezTo>
                <a:cubicBezTo>
                  <a:pt x="87206" y="3977925"/>
                  <a:pt x="60918" y="3932394"/>
                  <a:pt x="43771" y="3885338"/>
                </a:cubicBezTo>
                <a:cubicBezTo>
                  <a:pt x="31627" y="3851761"/>
                  <a:pt x="8016" y="3821935"/>
                  <a:pt x="426" y="3786777"/>
                </a:cubicBezTo>
                <a:lnTo>
                  <a:pt x="0" y="3773897"/>
                </a:lnTo>
                <a:lnTo>
                  <a:pt x="0" y="3393882"/>
                </a:lnTo>
                <a:lnTo>
                  <a:pt x="11838" y="3359516"/>
                </a:lnTo>
                <a:cubicBezTo>
                  <a:pt x="14434" y="3346205"/>
                  <a:pt x="14910" y="3332774"/>
                  <a:pt x="12910" y="3318771"/>
                </a:cubicBezTo>
                <a:cubicBezTo>
                  <a:pt x="12243" y="3314104"/>
                  <a:pt x="9909" y="3308770"/>
                  <a:pt x="6718" y="3304079"/>
                </a:cubicBezTo>
                <a:lnTo>
                  <a:pt x="0" y="3297657"/>
                </a:lnTo>
                <a:lnTo>
                  <a:pt x="0" y="3207867"/>
                </a:lnTo>
                <a:lnTo>
                  <a:pt x="15553" y="3186771"/>
                </a:lnTo>
                <a:cubicBezTo>
                  <a:pt x="28483" y="3162329"/>
                  <a:pt x="30484" y="3134647"/>
                  <a:pt x="36341" y="3107500"/>
                </a:cubicBezTo>
                <a:cubicBezTo>
                  <a:pt x="41105" y="3085403"/>
                  <a:pt x="41295" y="3064827"/>
                  <a:pt x="38057" y="3042728"/>
                </a:cubicBezTo>
                <a:cubicBezTo>
                  <a:pt x="30817" y="2994722"/>
                  <a:pt x="41105" y="2948047"/>
                  <a:pt x="54249" y="2901943"/>
                </a:cubicBezTo>
                <a:cubicBezTo>
                  <a:pt x="63012" y="2871462"/>
                  <a:pt x="68346" y="2840219"/>
                  <a:pt x="77300" y="2809930"/>
                </a:cubicBezTo>
                <a:cubicBezTo>
                  <a:pt x="84158" y="2787259"/>
                  <a:pt x="92351" y="2764590"/>
                  <a:pt x="103399" y="2743826"/>
                </a:cubicBezTo>
                <a:cubicBezTo>
                  <a:pt x="119594" y="2713723"/>
                  <a:pt x="143978" y="2687436"/>
                  <a:pt x="137500" y="2649143"/>
                </a:cubicBezTo>
                <a:cubicBezTo>
                  <a:pt x="131786" y="2615421"/>
                  <a:pt x="143786" y="2584942"/>
                  <a:pt x="155217" y="2554079"/>
                </a:cubicBezTo>
                <a:cubicBezTo>
                  <a:pt x="163599" y="2531409"/>
                  <a:pt x="172173" y="2508742"/>
                  <a:pt x="177507" y="2485307"/>
                </a:cubicBezTo>
                <a:cubicBezTo>
                  <a:pt x="183794" y="2457492"/>
                  <a:pt x="181126" y="2426059"/>
                  <a:pt x="192748" y="2401292"/>
                </a:cubicBezTo>
                <a:cubicBezTo>
                  <a:pt x="204940" y="2375383"/>
                  <a:pt x="196748" y="2353859"/>
                  <a:pt x="193318" y="2330806"/>
                </a:cubicBezTo>
                <a:cubicBezTo>
                  <a:pt x="187984" y="2294039"/>
                  <a:pt x="178077" y="2257459"/>
                  <a:pt x="190652" y="2220312"/>
                </a:cubicBezTo>
                <a:cubicBezTo>
                  <a:pt x="205892" y="2175163"/>
                  <a:pt x="222275" y="2130393"/>
                  <a:pt x="236753" y="2085054"/>
                </a:cubicBezTo>
                <a:cubicBezTo>
                  <a:pt x="242280" y="2067525"/>
                  <a:pt x="244566" y="2048668"/>
                  <a:pt x="247042" y="2030378"/>
                </a:cubicBezTo>
                <a:cubicBezTo>
                  <a:pt x="249138" y="2013043"/>
                  <a:pt x="243804" y="1992279"/>
                  <a:pt x="251804" y="1978940"/>
                </a:cubicBezTo>
                <a:cubicBezTo>
                  <a:pt x="272379" y="1944649"/>
                  <a:pt x="282475" y="1909408"/>
                  <a:pt x="282475" y="1869780"/>
                </a:cubicBezTo>
                <a:cubicBezTo>
                  <a:pt x="282475" y="1854920"/>
                  <a:pt x="291049" y="1840441"/>
                  <a:pt x="292573" y="1825393"/>
                </a:cubicBezTo>
                <a:cubicBezTo>
                  <a:pt x="294477" y="1804816"/>
                  <a:pt x="299622" y="1781194"/>
                  <a:pt x="292381" y="1763287"/>
                </a:cubicBezTo>
                <a:cubicBezTo>
                  <a:pt x="275237" y="1721185"/>
                  <a:pt x="289525" y="1687086"/>
                  <a:pt x="306480" y="1650317"/>
                </a:cubicBezTo>
                <a:cubicBezTo>
                  <a:pt x="323244" y="1614120"/>
                  <a:pt x="336579" y="1576019"/>
                  <a:pt x="347629" y="1537537"/>
                </a:cubicBezTo>
                <a:cubicBezTo>
                  <a:pt x="351629" y="1523059"/>
                  <a:pt x="344961" y="1505724"/>
                  <a:pt x="343629" y="1489720"/>
                </a:cubicBezTo>
                <a:cubicBezTo>
                  <a:pt x="343247" y="1484004"/>
                  <a:pt x="342675" y="1477717"/>
                  <a:pt x="344581" y="1472575"/>
                </a:cubicBezTo>
                <a:cubicBezTo>
                  <a:pt x="362870" y="1422854"/>
                  <a:pt x="376776" y="1372368"/>
                  <a:pt x="367252" y="1318456"/>
                </a:cubicBezTo>
                <a:cubicBezTo>
                  <a:pt x="366298" y="1313504"/>
                  <a:pt x="368394" y="1307978"/>
                  <a:pt x="369728" y="1303024"/>
                </a:cubicBezTo>
                <a:cubicBezTo>
                  <a:pt x="376586" y="1278829"/>
                  <a:pt x="387444" y="1255206"/>
                  <a:pt x="389921" y="1230633"/>
                </a:cubicBezTo>
                <a:cubicBezTo>
                  <a:pt x="396017" y="1170051"/>
                  <a:pt x="398495" y="1109091"/>
                  <a:pt x="402495" y="1048125"/>
                </a:cubicBezTo>
                <a:cubicBezTo>
                  <a:pt x="402685" y="1044315"/>
                  <a:pt x="402685" y="1040315"/>
                  <a:pt x="404019" y="1036887"/>
                </a:cubicBezTo>
                <a:cubicBezTo>
                  <a:pt x="412211" y="1014406"/>
                  <a:pt x="409543" y="994785"/>
                  <a:pt x="393923" y="975733"/>
                </a:cubicBezTo>
                <a:cubicBezTo>
                  <a:pt x="387064" y="967350"/>
                  <a:pt x="383444" y="955920"/>
                  <a:pt x="379634" y="945444"/>
                </a:cubicBezTo>
                <a:cubicBezTo>
                  <a:pt x="373918" y="930011"/>
                  <a:pt x="368394" y="914200"/>
                  <a:pt x="364774" y="898198"/>
                </a:cubicBezTo>
                <a:cubicBezTo>
                  <a:pt x="361346" y="882384"/>
                  <a:pt x="356583" y="865430"/>
                  <a:pt x="359250" y="850189"/>
                </a:cubicBezTo>
                <a:cubicBezTo>
                  <a:pt x="364012" y="822756"/>
                  <a:pt x="374680" y="796655"/>
                  <a:pt x="381730" y="769605"/>
                </a:cubicBezTo>
                <a:cubicBezTo>
                  <a:pt x="384206" y="760270"/>
                  <a:pt x="383824" y="749982"/>
                  <a:pt x="384016" y="740268"/>
                </a:cubicBezTo>
                <a:cubicBezTo>
                  <a:pt x="384586" y="717977"/>
                  <a:pt x="379062" y="695116"/>
                  <a:pt x="394875" y="674923"/>
                </a:cubicBezTo>
                <a:cubicBezTo>
                  <a:pt x="409733" y="656255"/>
                  <a:pt x="405353" y="637392"/>
                  <a:pt x="394113" y="617772"/>
                </a:cubicBezTo>
                <a:cubicBezTo>
                  <a:pt x="386110" y="603673"/>
                  <a:pt x="379824" y="587672"/>
                  <a:pt x="376776" y="571860"/>
                </a:cubicBezTo>
                <a:cubicBezTo>
                  <a:pt x="372586" y="550141"/>
                  <a:pt x="370870" y="528615"/>
                  <a:pt x="373348" y="505182"/>
                </a:cubicBezTo>
                <a:cubicBezTo>
                  <a:pt x="375062" y="488607"/>
                  <a:pt x="375824" y="475081"/>
                  <a:pt x="385920" y="462126"/>
                </a:cubicBezTo>
                <a:cubicBezTo>
                  <a:pt x="387444" y="460032"/>
                  <a:pt x="387826" y="456222"/>
                  <a:pt x="387634" y="453364"/>
                </a:cubicBezTo>
                <a:cubicBezTo>
                  <a:pt x="384396" y="415835"/>
                  <a:pt x="386110" y="378686"/>
                  <a:pt x="388399" y="340774"/>
                </a:cubicBezTo>
                <a:cubicBezTo>
                  <a:pt x="391445" y="292579"/>
                  <a:pt x="382492" y="241901"/>
                  <a:pt x="350487" y="200182"/>
                </a:cubicBezTo>
                <a:cubicBezTo>
                  <a:pt x="345723" y="194085"/>
                  <a:pt x="343629" y="184941"/>
                  <a:pt x="342485" y="176939"/>
                </a:cubicBezTo>
                <a:cubicBezTo>
                  <a:pt x="337533" y="139219"/>
                  <a:pt x="334103" y="101308"/>
                  <a:pt x="328579" y="63587"/>
                </a:cubicBezTo>
                <a:cubicBezTo>
                  <a:pt x="325530" y="43012"/>
                  <a:pt x="322862" y="21486"/>
                  <a:pt x="314480" y="2817"/>
                </a:cubicBezTo>
                <a:close/>
              </a:path>
            </a:pathLst>
          </a:custGeom>
          <a:effectLst>
            <a:outerShdw blurRad="381000" dist="152400" dir="10800000" algn="r" rotWithShape="0">
              <a:prstClr val="black">
                <a:alpha val="10000"/>
              </a:prstClr>
            </a:outerShdw>
          </a:effectLst>
        </p:spPr>
      </p:pic>
      <p:grpSp>
        <p:nvGrpSpPr>
          <p:cNvPr id="13" name="Group 12">
            <a:extLst>
              <a:ext uri="{FF2B5EF4-FFF2-40B4-BE49-F238E27FC236}">
                <a16:creationId xmlns:a16="http://schemas.microsoft.com/office/drawing/2014/main" id="{564DEED3-BC52-4F15-8426-D33275CB01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20000" y="-1"/>
            <a:ext cx="874716" cy="6858001"/>
            <a:chOff x="7620000" y="-1"/>
            <a:chExt cx="874716" cy="6858001"/>
          </a:xfrm>
        </p:grpSpPr>
        <p:sp>
          <p:nvSpPr>
            <p:cNvPr id="14" name="Freeform: Shape 13">
              <a:extLst>
                <a:ext uri="{FF2B5EF4-FFF2-40B4-BE49-F238E27FC236}">
                  <a16:creationId xmlns:a16="http://schemas.microsoft.com/office/drawing/2014/main" id="{937D94AD-9CD7-4F7F-B13A-399B378406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4628357"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DF6D3FDC-6FDD-4615-B246-1FC651E95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4628357"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4">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Tree>
    <p:extLst>
      <p:ext uri="{BB962C8B-B14F-4D97-AF65-F5344CB8AC3E}">
        <p14:creationId xmlns:p14="http://schemas.microsoft.com/office/powerpoint/2010/main" val="3629621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pic>
        <p:nvPicPr>
          <p:cNvPr id="9" name="Marcador de contenido 8">
            <a:extLst>
              <a:ext uri="{FF2B5EF4-FFF2-40B4-BE49-F238E27FC236}">
                <a16:creationId xmlns:a16="http://schemas.microsoft.com/office/drawing/2014/main" id="{B4DC42AA-E3A3-447E-B2F3-7D1C719975AE}"/>
              </a:ext>
            </a:extLst>
          </p:cNvPr>
          <p:cNvPicPr>
            <a:picLocks noGrp="1" noChangeAspect="1"/>
          </p:cNvPicPr>
          <p:nvPr>
            <p:ph idx="1"/>
          </p:nvPr>
        </p:nvPicPr>
        <p:blipFill>
          <a:blip r:embed="rId2"/>
          <a:stretch>
            <a:fillRect/>
          </a:stretch>
        </p:blipFill>
        <p:spPr>
          <a:xfrm>
            <a:off x="7761630" y="754009"/>
            <a:ext cx="3668371" cy="244113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Marcador de texto 4">
            <a:extLst>
              <a:ext uri="{FF2B5EF4-FFF2-40B4-BE49-F238E27FC236}">
                <a16:creationId xmlns:a16="http://schemas.microsoft.com/office/drawing/2014/main" id="{ED8FC616-7421-45A4-8E50-AB65B6809CE7}"/>
              </a:ext>
            </a:extLst>
          </p:cNvPr>
          <p:cNvSpPr>
            <a:spLocks noGrp="1"/>
          </p:cNvSpPr>
          <p:nvPr>
            <p:ph type="body" sz="half" idx="2"/>
          </p:nvPr>
        </p:nvSpPr>
        <p:spPr>
          <a:xfrm>
            <a:off x="571781" y="1524000"/>
            <a:ext cx="5524219" cy="5036233"/>
          </a:xfrm>
        </p:spPr>
        <p:txBody>
          <a:bodyPr>
            <a:normAutofit/>
          </a:bodyPr>
          <a:lstStyle/>
          <a:p>
            <a:r>
              <a:rPr lang="es-MX" sz="2000" b="1" dirty="0">
                <a:solidFill>
                  <a:schemeClr val="bg1"/>
                </a:solidFill>
              </a:rPr>
              <a:t>INGREDIENTES:</a:t>
            </a:r>
          </a:p>
          <a:p>
            <a:r>
              <a:rPr lang="es-CO" sz="2000" dirty="0">
                <a:solidFill>
                  <a:schemeClr val="bg1"/>
                </a:solidFill>
              </a:rPr>
              <a:t>1taza de avena, 4 cucharadas de ajonjolí tostado, ¼ de taza de coco rallado, 1 cucharadita de ralladura de naranja, 4 cucharadas de jugo de naranja, ½ taza de leche de coco</a:t>
            </a:r>
          </a:p>
          <a:p>
            <a:r>
              <a:rPr lang="es-MX" sz="2000" b="1" dirty="0">
                <a:solidFill>
                  <a:schemeClr val="bg1"/>
                </a:solidFill>
              </a:rPr>
              <a:t>PROCEDIMIENTO:</a:t>
            </a:r>
            <a:r>
              <a:rPr lang="es-MX" sz="2000" dirty="0">
                <a:solidFill>
                  <a:schemeClr val="bg1"/>
                </a:solidFill>
              </a:rPr>
              <a:t> En un recipiente hondo agregamos la taza de avena, ingresamos la leche de coco, el ajonjolí, la ralladura se naranja, el coco rallado y el jugo de naranja, amasamos incorporamos dulce al gusto y una pisca de sal continuamos amasando y con una cuchara colocamos en un molde y decoramos con pasas después ponemos nuestras galletas al horno durante 25 minutos a 200 </a:t>
            </a:r>
            <a:r>
              <a:rPr lang="es-MX" sz="2000" dirty="0" err="1">
                <a:solidFill>
                  <a:schemeClr val="bg1"/>
                </a:solidFill>
              </a:rPr>
              <a:t>ºC</a:t>
            </a:r>
            <a:r>
              <a:rPr lang="es-MX" sz="2000" dirty="0">
                <a:solidFill>
                  <a:schemeClr val="bg1"/>
                </a:solidFill>
              </a:rPr>
              <a:t>.</a:t>
            </a:r>
          </a:p>
          <a:p>
            <a:endParaRPr lang="es-CO" dirty="0">
              <a:solidFill>
                <a:schemeClr val="bg1"/>
              </a:solidFill>
            </a:endParaRPr>
          </a:p>
          <a:p>
            <a:endParaRPr lang="es-CO" dirty="0"/>
          </a:p>
        </p:txBody>
      </p:sp>
      <p:sp>
        <p:nvSpPr>
          <p:cNvPr id="8" name="Título 7">
            <a:extLst>
              <a:ext uri="{FF2B5EF4-FFF2-40B4-BE49-F238E27FC236}">
                <a16:creationId xmlns:a16="http://schemas.microsoft.com/office/drawing/2014/main" id="{0C9613B5-1D5F-435D-80D7-1523B6203A83}"/>
              </a:ext>
            </a:extLst>
          </p:cNvPr>
          <p:cNvSpPr>
            <a:spLocks noGrp="1"/>
          </p:cNvSpPr>
          <p:nvPr>
            <p:ph type="title"/>
          </p:nvPr>
        </p:nvSpPr>
        <p:spPr>
          <a:xfrm>
            <a:off x="761999" y="762000"/>
            <a:ext cx="3821113" cy="1524000"/>
          </a:xfrm>
        </p:spPr>
        <p:txBody>
          <a:bodyPr/>
          <a:lstStyle/>
          <a:p>
            <a:r>
              <a:rPr lang="es-MX" dirty="0">
                <a:solidFill>
                  <a:schemeClr val="bg1"/>
                </a:solidFill>
              </a:rPr>
              <a:t>GALLETAS DE AVENA</a:t>
            </a:r>
            <a:endParaRPr lang="es-CO" dirty="0">
              <a:solidFill>
                <a:schemeClr val="bg1"/>
              </a:solidFill>
            </a:endParaRPr>
          </a:p>
        </p:txBody>
      </p:sp>
      <p:pic>
        <p:nvPicPr>
          <p:cNvPr id="10" name="Imagen 9">
            <a:extLst>
              <a:ext uri="{FF2B5EF4-FFF2-40B4-BE49-F238E27FC236}">
                <a16:creationId xmlns:a16="http://schemas.microsoft.com/office/drawing/2014/main" id="{5D1269BE-2AAF-4E5F-8CD3-4D6BC536C4A2}"/>
              </a:ext>
            </a:extLst>
          </p:cNvPr>
          <p:cNvPicPr>
            <a:picLocks noChangeAspect="1"/>
          </p:cNvPicPr>
          <p:nvPr/>
        </p:nvPicPr>
        <p:blipFill>
          <a:blip r:embed="rId3"/>
          <a:stretch>
            <a:fillRect/>
          </a:stretch>
        </p:blipFill>
        <p:spPr>
          <a:xfrm>
            <a:off x="7188591" y="3477189"/>
            <a:ext cx="3513628" cy="233816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638006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ED8FC616-7421-45A4-8E50-AB65B6809CE7}"/>
              </a:ext>
            </a:extLst>
          </p:cNvPr>
          <p:cNvSpPr>
            <a:spLocks noGrp="1"/>
          </p:cNvSpPr>
          <p:nvPr>
            <p:ph type="body" sz="half" idx="2"/>
          </p:nvPr>
        </p:nvSpPr>
        <p:spPr>
          <a:xfrm>
            <a:off x="250939" y="1354534"/>
            <a:ext cx="6230072" cy="5036233"/>
          </a:xfrm>
        </p:spPr>
        <p:txBody>
          <a:bodyPr>
            <a:normAutofit/>
          </a:bodyPr>
          <a:lstStyle/>
          <a:p>
            <a:endParaRPr lang="es-CO" dirty="0">
              <a:solidFill>
                <a:schemeClr val="bg1"/>
              </a:solidFill>
            </a:endParaRPr>
          </a:p>
          <a:p>
            <a:r>
              <a:rPr lang="es-ES" sz="2000" b="1" dirty="0">
                <a:solidFill>
                  <a:schemeClr val="bg1"/>
                </a:solidFill>
              </a:rPr>
              <a:t>INGREDIENTES</a:t>
            </a:r>
            <a:r>
              <a:rPr lang="es-ES" sz="2000" dirty="0">
                <a:solidFill>
                  <a:schemeClr val="bg1"/>
                </a:solidFill>
              </a:rPr>
              <a:t>: mermelada de mora, fresa, maracuyá, coco, maicena , galleta saltin.</a:t>
            </a:r>
          </a:p>
          <a:p>
            <a:r>
              <a:rPr lang="es-ES" sz="2000" b="1" dirty="0">
                <a:solidFill>
                  <a:schemeClr val="bg1"/>
                </a:solidFill>
              </a:rPr>
              <a:t>PROCEDIMIENTO :</a:t>
            </a:r>
          </a:p>
          <a:p>
            <a:r>
              <a:rPr lang="es-ES" sz="2000" dirty="0">
                <a:solidFill>
                  <a:schemeClr val="bg1"/>
                </a:solidFill>
              </a:rPr>
              <a:t>PARA HACER LAS MERMELADAS : melamos nuestras frutas, (azúcar o melado de panela), ponemos a calentar nuestra fruta melada: aparte mezclamos dos cucharadas de maicena en ½ vaso de ocho onzas, cuando nuestra fruta melada este en ebullición agregamos muy suavemente nuestra mezcla liquida de maicena, mezclar bien para que no se creen grumos y listo, dejamos enfriar y estará lista nuestra mermelada (sino quieres usar maicena puedes usar agar agar, sagú, gelatina sin sabor o chía). En la mermelada de coco para esa no vamos a usar dulce; hacemos la leche de coco que quede espesita y seguimos con el resto de los pasos sin agregar nada de dulce.</a:t>
            </a:r>
          </a:p>
          <a:p>
            <a:endParaRPr lang="es-CO" dirty="0"/>
          </a:p>
        </p:txBody>
      </p:sp>
      <p:sp>
        <p:nvSpPr>
          <p:cNvPr id="8" name="Título 7">
            <a:extLst>
              <a:ext uri="{FF2B5EF4-FFF2-40B4-BE49-F238E27FC236}">
                <a16:creationId xmlns:a16="http://schemas.microsoft.com/office/drawing/2014/main" id="{0C9613B5-1D5F-435D-80D7-1523B6203A83}"/>
              </a:ext>
            </a:extLst>
          </p:cNvPr>
          <p:cNvSpPr>
            <a:spLocks noGrp="1"/>
          </p:cNvSpPr>
          <p:nvPr>
            <p:ph type="title"/>
          </p:nvPr>
        </p:nvSpPr>
        <p:spPr>
          <a:xfrm>
            <a:off x="739597" y="23039"/>
            <a:ext cx="3538089" cy="1434780"/>
          </a:xfrm>
        </p:spPr>
        <p:txBody>
          <a:bodyPr>
            <a:normAutofit/>
          </a:bodyPr>
          <a:lstStyle/>
          <a:p>
            <a:pPr marR="0" lvl="0" algn="l" defTabSz="914400" rtl="0" eaLnBrk="1" fontAlgn="auto" latinLnBrk="0" hangingPunct="1">
              <a:lnSpc>
                <a:spcPct val="100000"/>
              </a:lnSpc>
              <a:spcBef>
                <a:spcPts val="600"/>
              </a:spcBef>
              <a:spcAft>
                <a:spcPts val="0"/>
              </a:spcAft>
              <a:buClr>
                <a:srgbClr val="B13F9A"/>
              </a:buClr>
              <a:buSzPct val="73000"/>
              <a:tabLst/>
              <a:defRPr/>
            </a:pPr>
            <a:br>
              <a:rPr kumimoji="0" lang="es-ES" sz="1800" b="0" i="0" u="none" strike="noStrike" kern="1200" cap="none" spc="0" normalizeH="0" baseline="0" noProof="0" dirty="0">
                <a:ln>
                  <a:noFill/>
                </a:ln>
                <a:solidFill>
                  <a:srgbClr val="B83D68">
                    <a:lumMod val="50000"/>
                  </a:srgbClr>
                </a:solidFill>
                <a:effectLst/>
                <a:uLnTx/>
                <a:uFillTx/>
                <a:latin typeface="Trebuchet MS"/>
                <a:ea typeface="+mn-ea"/>
                <a:cs typeface="+mn-cs"/>
              </a:rPr>
            </a:br>
            <a:br>
              <a:rPr kumimoji="0" lang="es-ES" sz="1800" b="0" i="0" u="none" strike="noStrike" kern="1200" cap="none" spc="0" normalizeH="0" baseline="0" noProof="0" dirty="0">
                <a:ln>
                  <a:noFill/>
                </a:ln>
                <a:solidFill>
                  <a:srgbClr val="B83D68">
                    <a:lumMod val="50000"/>
                  </a:srgbClr>
                </a:solidFill>
                <a:effectLst/>
                <a:uLnTx/>
                <a:uFillTx/>
                <a:latin typeface="Trebuchet MS"/>
                <a:ea typeface="+mn-ea"/>
                <a:cs typeface="+mn-cs"/>
              </a:rPr>
            </a:br>
            <a:r>
              <a:rPr lang="es-MX" dirty="0">
                <a:solidFill>
                  <a:schemeClr val="bg1"/>
                </a:solidFill>
              </a:rPr>
              <a:t>TORTA FRÍA</a:t>
            </a:r>
            <a:endParaRPr lang="es-CO" dirty="0">
              <a:solidFill>
                <a:schemeClr val="bg1"/>
              </a:solidFill>
            </a:endParaRPr>
          </a:p>
        </p:txBody>
      </p:sp>
      <p:pic>
        <p:nvPicPr>
          <p:cNvPr id="6" name="Imagen 5">
            <a:extLst>
              <a:ext uri="{FF2B5EF4-FFF2-40B4-BE49-F238E27FC236}">
                <a16:creationId xmlns:a16="http://schemas.microsoft.com/office/drawing/2014/main" id="{703B7B6C-F618-45BB-BAD6-B51101EB5D25}"/>
              </a:ext>
            </a:extLst>
          </p:cNvPr>
          <p:cNvPicPr>
            <a:picLocks noChangeAspect="1"/>
          </p:cNvPicPr>
          <p:nvPr/>
        </p:nvPicPr>
        <p:blipFill rotWithShape="1">
          <a:blip r:embed="rId2"/>
          <a:srcRect b="11104"/>
          <a:stretch/>
        </p:blipFill>
        <p:spPr>
          <a:xfrm>
            <a:off x="6932456" y="2250771"/>
            <a:ext cx="5008605" cy="296291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3890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ED8FC616-7421-45A4-8E50-AB65B6809CE7}"/>
              </a:ext>
            </a:extLst>
          </p:cNvPr>
          <p:cNvSpPr>
            <a:spLocks noGrp="1"/>
          </p:cNvSpPr>
          <p:nvPr>
            <p:ph type="body" sz="half" idx="2"/>
          </p:nvPr>
        </p:nvSpPr>
        <p:spPr>
          <a:xfrm>
            <a:off x="250939" y="1354534"/>
            <a:ext cx="6230072" cy="5036233"/>
          </a:xfrm>
        </p:spPr>
        <p:txBody>
          <a:bodyPr>
            <a:normAutofit/>
          </a:bodyPr>
          <a:lstStyle/>
          <a:p>
            <a:endParaRPr lang="es-CO" dirty="0">
              <a:solidFill>
                <a:schemeClr val="bg1"/>
              </a:solidFill>
            </a:endParaRPr>
          </a:p>
          <a:p>
            <a:endParaRPr lang="es-CO" dirty="0"/>
          </a:p>
        </p:txBody>
      </p:sp>
      <p:sp>
        <p:nvSpPr>
          <p:cNvPr id="8" name="Título 7">
            <a:extLst>
              <a:ext uri="{FF2B5EF4-FFF2-40B4-BE49-F238E27FC236}">
                <a16:creationId xmlns:a16="http://schemas.microsoft.com/office/drawing/2014/main" id="{0C9613B5-1D5F-435D-80D7-1523B6203A83}"/>
              </a:ext>
            </a:extLst>
          </p:cNvPr>
          <p:cNvSpPr>
            <a:spLocks noGrp="1"/>
          </p:cNvSpPr>
          <p:nvPr>
            <p:ph type="title"/>
          </p:nvPr>
        </p:nvSpPr>
        <p:spPr>
          <a:xfrm>
            <a:off x="739597" y="23039"/>
            <a:ext cx="3538089" cy="1434780"/>
          </a:xfrm>
        </p:spPr>
        <p:txBody>
          <a:bodyPr>
            <a:normAutofit/>
          </a:bodyPr>
          <a:lstStyle/>
          <a:p>
            <a:pPr marR="0" lvl="0" algn="l" defTabSz="914400" rtl="0" eaLnBrk="1" fontAlgn="auto" latinLnBrk="0" hangingPunct="1">
              <a:lnSpc>
                <a:spcPct val="100000"/>
              </a:lnSpc>
              <a:spcBef>
                <a:spcPts val="600"/>
              </a:spcBef>
              <a:spcAft>
                <a:spcPts val="0"/>
              </a:spcAft>
              <a:buClr>
                <a:srgbClr val="B13F9A"/>
              </a:buClr>
              <a:buSzPct val="73000"/>
              <a:tabLst/>
              <a:defRPr/>
            </a:pPr>
            <a:br>
              <a:rPr kumimoji="0" lang="es-ES" sz="1800" b="0" i="0" u="none" strike="noStrike" kern="1200" cap="none" spc="0" normalizeH="0" baseline="0" noProof="0" dirty="0">
                <a:ln>
                  <a:noFill/>
                </a:ln>
                <a:solidFill>
                  <a:srgbClr val="B83D68">
                    <a:lumMod val="50000"/>
                  </a:srgbClr>
                </a:solidFill>
                <a:effectLst/>
                <a:uLnTx/>
                <a:uFillTx/>
                <a:latin typeface="Trebuchet MS"/>
                <a:ea typeface="+mn-ea"/>
                <a:cs typeface="+mn-cs"/>
              </a:rPr>
            </a:br>
            <a:br>
              <a:rPr kumimoji="0" lang="es-ES" sz="1800" b="0" i="0" u="none" strike="noStrike" kern="1200" cap="none" spc="0" normalizeH="0" baseline="0" noProof="0" dirty="0">
                <a:ln>
                  <a:noFill/>
                </a:ln>
                <a:solidFill>
                  <a:srgbClr val="B83D68">
                    <a:lumMod val="50000"/>
                  </a:srgbClr>
                </a:solidFill>
                <a:effectLst/>
                <a:uLnTx/>
                <a:uFillTx/>
                <a:latin typeface="Trebuchet MS"/>
                <a:ea typeface="+mn-ea"/>
                <a:cs typeface="+mn-cs"/>
              </a:rPr>
            </a:br>
            <a:r>
              <a:rPr lang="es-MX" dirty="0">
                <a:solidFill>
                  <a:schemeClr val="bg1"/>
                </a:solidFill>
              </a:rPr>
              <a:t>TORTA FRÍA</a:t>
            </a:r>
            <a:endParaRPr lang="es-CO" dirty="0">
              <a:solidFill>
                <a:schemeClr val="bg1"/>
              </a:solidFill>
            </a:endParaRPr>
          </a:p>
        </p:txBody>
      </p:sp>
      <p:sp>
        <p:nvSpPr>
          <p:cNvPr id="6" name="CuadroTexto 5">
            <a:extLst>
              <a:ext uri="{FF2B5EF4-FFF2-40B4-BE49-F238E27FC236}">
                <a16:creationId xmlns:a16="http://schemas.microsoft.com/office/drawing/2014/main" id="{EEEF517C-B191-480F-A693-F1FD82B33130}"/>
              </a:ext>
            </a:extLst>
          </p:cNvPr>
          <p:cNvSpPr txBox="1"/>
          <p:nvPr/>
        </p:nvSpPr>
        <p:spPr>
          <a:xfrm>
            <a:off x="669872" y="1819755"/>
            <a:ext cx="5426128" cy="2554545"/>
          </a:xfrm>
          <a:prstGeom prst="rect">
            <a:avLst/>
          </a:prstGeom>
          <a:noFill/>
        </p:spPr>
        <p:txBody>
          <a:bodyPr wrap="square">
            <a:spAutoFit/>
          </a:bodyPr>
          <a:lstStyle/>
          <a:p>
            <a:r>
              <a:rPr kumimoji="0" lang="es-ES" sz="2000" b="0" i="0" u="none" strike="noStrike" kern="1200" cap="none" spc="0" normalizeH="0" baseline="0" noProof="0" dirty="0">
                <a:ln>
                  <a:noFill/>
                </a:ln>
                <a:solidFill>
                  <a:schemeClr val="bg1"/>
                </a:solidFill>
                <a:effectLst/>
                <a:uLnTx/>
                <a:uFillTx/>
                <a:ea typeface="+mn-ea"/>
                <a:cs typeface="+mn-cs"/>
              </a:rPr>
              <a:t>PARA LA TORTA : cuando ya tengamos listo nuestras mermeladas , vamos a colocar en un molde una base de galleta después agregamos una mermelada la que tu quieras, y así sucesivamente, hasta que pongas de todas las mermeladas que hiciste; las acomodas a tu preferencia al final se termina con mermelada, la decoras a tu gusto y la vas a meter en la nevera durante dos horas y listo. </a:t>
            </a:r>
            <a:endParaRPr lang="es-CO" sz="2000" dirty="0">
              <a:solidFill>
                <a:schemeClr val="bg1"/>
              </a:solidFill>
            </a:endParaRPr>
          </a:p>
        </p:txBody>
      </p:sp>
      <p:pic>
        <p:nvPicPr>
          <p:cNvPr id="3" name="Imagen 2">
            <a:extLst>
              <a:ext uri="{FF2B5EF4-FFF2-40B4-BE49-F238E27FC236}">
                <a16:creationId xmlns:a16="http://schemas.microsoft.com/office/drawing/2014/main" id="{5302CB9E-A7FE-4C5F-AD6C-DA3EB5652006}"/>
              </a:ext>
            </a:extLst>
          </p:cNvPr>
          <p:cNvPicPr>
            <a:picLocks noChangeAspect="1"/>
          </p:cNvPicPr>
          <p:nvPr/>
        </p:nvPicPr>
        <p:blipFill rotWithShape="1">
          <a:blip r:embed="rId2"/>
          <a:srcRect b="6823"/>
          <a:stretch/>
        </p:blipFill>
        <p:spPr>
          <a:xfrm>
            <a:off x="6899943" y="1964135"/>
            <a:ext cx="4910943" cy="24833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955706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A1D6B5-0146-4F83-843E-17712767B335}"/>
              </a:ext>
            </a:extLst>
          </p:cNvPr>
          <p:cNvSpPr>
            <a:spLocks noGrp="1"/>
          </p:cNvSpPr>
          <p:nvPr>
            <p:ph type="title"/>
          </p:nvPr>
        </p:nvSpPr>
        <p:spPr>
          <a:xfrm>
            <a:off x="954506" y="762000"/>
            <a:ext cx="3821113" cy="1524000"/>
          </a:xfrm>
        </p:spPr>
        <p:txBody>
          <a:bodyPr/>
          <a:lstStyle/>
          <a:p>
            <a:r>
              <a:rPr lang="es-CO" dirty="0">
                <a:solidFill>
                  <a:schemeClr val="bg1"/>
                </a:solidFill>
              </a:rPr>
              <a:t>CHEESECAKE </a:t>
            </a:r>
          </a:p>
        </p:txBody>
      </p:sp>
      <p:pic>
        <p:nvPicPr>
          <p:cNvPr id="5" name="Marcador de contenido 4">
            <a:extLst>
              <a:ext uri="{FF2B5EF4-FFF2-40B4-BE49-F238E27FC236}">
                <a16:creationId xmlns:a16="http://schemas.microsoft.com/office/drawing/2014/main" id="{EF99CF42-9AE3-4451-850B-FDC3740D61EB}"/>
              </a:ext>
            </a:extLst>
          </p:cNvPr>
          <p:cNvPicPr>
            <a:picLocks noGrp="1" noChangeAspect="1"/>
          </p:cNvPicPr>
          <p:nvPr>
            <p:ph idx="1"/>
          </p:nvPr>
        </p:nvPicPr>
        <p:blipFill>
          <a:blip r:embed="rId2"/>
          <a:stretch>
            <a:fillRect/>
          </a:stretch>
        </p:blipFill>
        <p:spPr>
          <a:xfrm>
            <a:off x="7320605" y="2039102"/>
            <a:ext cx="3732406" cy="3110414"/>
          </a:xfrm>
          <a:prstGeom prst="ellipse">
            <a:avLst/>
          </a:prstGeom>
          <a:ln>
            <a:noFill/>
          </a:ln>
          <a:effectLst>
            <a:softEdge rad="112500"/>
          </a:effectLst>
        </p:spPr>
      </p:pic>
      <p:sp>
        <p:nvSpPr>
          <p:cNvPr id="4" name="Marcador de texto 3">
            <a:extLst>
              <a:ext uri="{FF2B5EF4-FFF2-40B4-BE49-F238E27FC236}">
                <a16:creationId xmlns:a16="http://schemas.microsoft.com/office/drawing/2014/main" id="{54D8A953-9676-4722-98D0-D60A01773796}"/>
              </a:ext>
            </a:extLst>
          </p:cNvPr>
          <p:cNvSpPr>
            <a:spLocks noGrp="1"/>
          </p:cNvSpPr>
          <p:nvPr>
            <p:ph type="body" sz="half" idx="2"/>
          </p:nvPr>
        </p:nvSpPr>
        <p:spPr>
          <a:xfrm>
            <a:off x="761999" y="1668379"/>
            <a:ext cx="5221705" cy="4427621"/>
          </a:xfrm>
        </p:spPr>
        <p:txBody>
          <a:bodyPr>
            <a:normAutofit fontScale="92500"/>
          </a:bodyPr>
          <a:lstStyle/>
          <a:p>
            <a:r>
              <a:rPr lang="es-ES" sz="2200" dirty="0">
                <a:solidFill>
                  <a:schemeClr val="bg1"/>
                </a:solidFill>
              </a:rPr>
              <a:t>INGREDIENTES: ½ de queso de soya simple o 2 tazas de yogurt de soya, 1 taco de galletas ducales o cualquiera de tu preferencia, gelatina sin sabor o agar agar, azúcar morena, 10  fresas, 1taza de leche de coco.</a:t>
            </a:r>
          </a:p>
          <a:p>
            <a:r>
              <a:rPr lang="es-ES" sz="2200" dirty="0">
                <a:solidFill>
                  <a:schemeClr val="bg1"/>
                </a:solidFill>
              </a:rPr>
              <a:t>PROCEDIMIENTO:  Primero, trituramos las galletas con un mortero o con una trituradora. Mezclamos las galletas trituradas con agua o 1 cucharadita de aceite de coco. La masa resultante es la base de nuestra tarta. Disponemos la masa de galletas en el molde, encima de un trozo de papel vegetal cortado a medida. Presionamos bien para que la base quede compacta y dejamos enfriar en la nevera.</a:t>
            </a:r>
          </a:p>
          <a:p>
            <a:endParaRPr lang="es-CO" dirty="0"/>
          </a:p>
        </p:txBody>
      </p:sp>
    </p:spTree>
    <p:extLst>
      <p:ext uri="{BB962C8B-B14F-4D97-AF65-F5344CB8AC3E}">
        <p14:creationId xmlns:p14="http://schemas.microsoft.com/office/powerpoint/2010/main" val="3117340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A1D6B5-0146-4F83-843E-17712767B335}"/>
              </a:ext>
            </a:extLst>
          </p:cNvPr>
          <p:cNvSpPr>
            <a:spLocks noGrp="1"/>
          </p:cNvSpPr>
          <p:nvPr>
            <p:ph type="title"/>
          </p:nvPr>
        </p:nvSpPr>
        <p:spPr>
          <a:xfrm>
            <a:off x="906379" y="593558"/>
            <a:ext cx="3537284" cy="1042737"/>
          </a:xfrm>
        </p:spPr>
        <p:txBody>
          <a:bodyPr/>
          <a:lstStyle/>
          <a:p>
            <a:r>
              <a:rPr lang="es-CO" dirty="0">
                <a:solidFill>
                  <a:schemeClr val="bg1"/>
                </a:solidFill>
              </a:rPr>
              <a:t>CHEESECAKE</a:t>
            </a:r>
          </a:p>
        </p:txBody>
      </p:sp>
      <p:pic>
        <p:nvPicPr>
          <p:cNvPr id="5" name="Marcador de contenido 4">
            <a:extLst>
              <a:ext uri="{FF2B5EF4-FFF2-40B4-BE49-F238E27FC236}">
                <a16:creationId xmlns:a16="http://schemas.microsoft.com/office/drawing/2014/main" id="{ACD29A91-27A4-4BC0-9C42-6162450A0CC7}"/>
              </a:ext>
            </a:extLst>
          </p:cNvPr>
          <p:cNvPicPr>
            <a:picLocks noGrp="1" noChangeAspect="1"/>
          </p:cNvPicPr>
          <p:nvPr>
            <p:ph idx="1"/>
          </p:nvPr>
        </p:nvPicPr>
        <p:blipFill>
          <a:blip r:embed="rId2"/>
          <a:stretch>
            <a:fillRect/>
          </a:stretch>
        </p:blipFill>
        <p:spPr>
          <a:xfrm>
            <a:off x="7620000" y="1636295"/>
            <a:ext cx="4099431" cy="3070616"/>
          </a:xfrm>
          <a:prstGeom prst="ellipse">
            <a:avLst/>
          </a:prstGeom>
          <a:ln>
            <a:noFill/>
          </a:ln>
          <a:effectLst>
            <a:softEdge rad="112500"/>
          </a:effectLst>
        </p:spPr>
      </p:pic>
      <p:sp>
        <p:nvSpPr>
          <p:cNvPr id="4" name="Marcador de texto 3">
            <a:extLst>
              <a:ext uri="{FF2B5EF4-FFF2-40B4-BE49-F238E27FC236}">
                <a16:creationId xmlns:a16="http://schemas.microsoft.com/office/drawing/2014/main" id="{54D8A953-9676-4722-98D0-D60A01773796}"/>
              </a:ext>
            </a:extLst>
          </p:cNvPr>
          <p:cNvSpPr>
            <a:spLocks noGrp="1"/>
          </p:cNvSpPr>
          <p:nvPr>
            <p:ph type="body" sz="half" idx="2"/>
          </p:nvPr>
        </p:nvSpPr>
        <p:spPr>
          <a:xfrm>
            <a:off x="762000" y="1331496"/>
            <a:ext cx="6713621" cy="5045242"/>
          </a:xfrm>
        </p:spPr>
        <p:txBody>
          <a:bodyPr>
            <a:normAutofit/>
          </a:bodyPr>
          <a:lstStyle/>
          <a:p>
            <a:r>
              <a:rPr lang="es-MX" sz="2200" dirty="0">
                <a:solidFill>
                  <a:schemeClr val="bg1"/>
                </a:solidFill>
              </a:rPr>
              <a:t>Ponemos en la licuadora el queso de soya simple, con la leche de coco, dulce al gusto  disolvemos el agar agar o gelatina en polvo en el licuado que hicimos y la llevamos a ebullición, a fuego medio, removiendo regularmente. Cuando arranque a hervir,. Dejamos hervir durante un minuto, removiendo constantemente para que los ingredientes queden bien mezclados.</a:t>
            </a:r>
          </a:p>
          <a:p>
            <a:r>
              <a:rPr lang="es-MX" sz="2200" dirty="0">
                <a:solidFill>
                  <a:schemeClr val="bg1"/>
                </a:solidFill>
              </a:rPr>
              <a:t>Dejamos reposar la mezcla unos minutos en la olla para que baje la temperatura y luego la vertemos sobre la base de galletas. Volvemos a introducir en la nevera para que se enfríe.</a:t>
            </a:r>
          </a:p>
          <a:p>
            <a:endParaRPr lang="es-CO" dirty="0"/>
          </a:p>
        </p:txBody>
      </p:sp>
    </p:spTree>
    <p:extLst>
      <p:ext uri="{BB962C8B-B14F-4D97-AF65-F5344CB8AC3E}">
        <p14:creationId xmlns:p14="http://schemas.microsoft.com/office/powerpoint/2010/main" val="2689250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A1D6B5-0146-4F83-843E-17712767B335}"/>
              </a:ext>
            </a:extLst>
          </p:cNvPr>
          <p:cNvSpPr>
            <a:spLocks noGrp="1"/>
          </p:cNvSpPr>
          <p:nvPr>
            <p:ph type="title"/>
          </p:nvPr>
        </p:nvSpPr>
        <p:spPr>
          <a:xfrm>
            <a:off x="1066799" y="794084"/>
            <a:ext cx="3821113" cy="1524000"/>
          </a:xfrm>
        </p:spPr>
        <p:txBody>
          <a:bodyPr/>
          <a:lstStyle/>
          <a:p>
            <a:r>
              <a:rPr kumimoji="0" lang="es-CO" sz="3200" b="0" i="0" u="none" strike="noStrike" kern="1200" cap="none" spc="0" normalizeH="0" baseline="0" noProof="0" dirty="0">
                <a:ln>
                  <a:noFill/>
                </a:ln>
                <a:solidFill>
                  <a:prstClr val="black"/>
                </a:solidFill>
                <a:effectLst/>
                <a:uLnTx/>
                <a:uFillTx/>
                <a:latin typeface="Impact"/>
                <a:ea typeface="+mj-ea"/>
                <a:cs typeface="+mj-cs"/>
              </a:rPr>
              <a:t>CHEESECAKE</a:t>
            </a:r>
            <a:endParaRPr lang="es-CO" dirty="0"/>
          </a:p>
        </p:txBody>
      </p:sp>
      <p:pic>
        <p:nvPicPr>
          <p:cNvPr id="7" name="Marcador de contenido 6">
            <a:extLst>
              <a:ext uri="{FF2B5EF4-FFF2-40B4-BE49-F238E27FC236}">
                <a16:creationId xmlns:a16="http://schemas.microsoft.com/office/drawing/2014/main" id="{552EBBF3-EB7E-4607-8269-5DA9107FC9E5}"/>
              </a:ext>
            </a:extLst>
          </p:cNvPr>
          <p:cNvPicPr>
            <a:picLocks noGrp="1" noChangeAspect="1"/>
          </p:cNvPicPr>
          <p:nvPr>
            <p:ph idx="1"/>
          </p:nvPr>
        </p:nvPicPr>
        <p:blipFill>
          <a:blip r:embed="rId2"/>
          <a:stretch>
            <a:fillRect/>
          </a:stretch>
        </p:blipFill>
        <p:spPr>
          <a:xfrm>
            <a:off x="8061159" y="1342315"/>
            <a:ext cx="3270416" cy="336395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CuadroTexto 5">
            <a:extLst>
              <a:ext uri="{FF2B5EF4-FFF2-40B4-BE49-F238E27FC236}">
                <a16:creationId xmlns:a16="http://schemas.microsoft.com/office/drawing/2014/main" id="{E5319D7A-8792-45F4-A477-B6595537E992}"/>
              </a:ext>
            </a:extLst>
          </p:cNvPr>
          <p:cNvSpPr txBox="1"/>
          <p:nvPr/>
        </p:nvSpPr>
        <p:spPr>
          <a:xfrm>
            <a:off x="761368" y="1743763"/>
            <a:ext cx="6542092" cy="3139321"/>
          </a:xfrm>
          <a:prstGeom prst="rect">
            <a:avLst/>
          </a:prstGeom>
          <a:noFill/>
        </p:spPr>
        <p:txBody>
          <a:bodyPr wrap="square">
            <a:spAutoFit/>
          </a:bodyPr>
          <a:lstStyle/>
          <a:p>
            <a:r>
              <a:rPr lang="es-MX" sz="2200" dirty="0">
                <a:solidFill>
                  <a:schemeClr val="bg1"/>
                </a:solidFill>
              </a:rPr>
              <a:t>La tarta tardará en cuajar unos 30 min. aproximadamente. Cuando la tarta esté solida, la cubrimos con la mermelada, que previamente habremos calentado para hacerla más manejable. Volvemos a dejar reposar la tarta en la nevera y la serviremos cuando esté bien fría.</a:t>
            </a:r>
          </a:p>
          <a:p>
            <a:r>
              <a:rPr lang="es-MX" sz="2200" dirty="0">
                <a:solidFill>
                  <a:schemeClr val="bg1"/>
                </a:solidFill>
              </a:rPr>
              <a:t>NOTA : si lo hacemos con yogurt, licuamos el yogurt de soya con fruta melada de nuestra preferencia, la 1 taza de leche de coco y seguimos con el resto de los pasos</a:t>
            </a:r>
          </a:p>
        </p:txBody>
      </p:sp>
    </p:spTree>
    <p:extLst>
      <p:ext uri="{BB962C8B-B14F-4D97-AF65-F5344CB8AC3E}">
        <p14:creationId xmlns:p14="http://schemas.microsoft.com/office/powerpoint/2010/main" val="151014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6220A9-1A24-4A5E-8DF4-EC0294425BB9}"/>
              </a:ext>
            </a:extLst>
          </p:cNvPr>
          <p:cNvSpPr>
            <a:spLocks noGrp="1"/>
          </p:cNvSpPr>
          <p:nvPr>
            <p:ph type="title"/>
          </p:nvPr>
        </p:nvSpPr>
        <p:spPr>
          <a:xfrm>
            <a:off x="839788" y="457200"/>
            <a:ext cx="3932237" cy="1174652"/>
          </a:xfrm>
        </p:spPr>
        <p:txBody>
          <a:bodyPr/>
          <a:lstStyle/>
          <a:p>
            <a:r>
              <a:rPr lang="es-CO" sz="3200" b="1" dirty="0">
                <a:latin typeface="Arial Narrow" panose="020B0606020202030204" pitchFamily="34" charset="0"/>
              </a:rPr>
              <a:t>COLADA DE CEREALES</a:t>
            </a:r>
            <a:endParaRPr lang="es-CO" dirty="0"/>
          </a:p>
        </p:txBody>
      </p:sp>
      <p:pic>
        <p:nvPicPr>
          <p:cNvPr id="6" name="Marcador de contenido 5">
            <a:extLst>
              <a:ext uri="{FF2B5EF4-FFF2-40B4-BE49-F238E27FC236}">
                <a16:creationId xmlns:a16="http://schemas.microsoft.com/office/drawing/2014/main" id="{BBB1A248-B740-467F-AB78-58223AE45AF8}"/>
              </a:ext>
            </a:extLst>
          </p:cNvPr>
          <p:cNvPicPr>
            <a:picLocks noGrp="1" noChangeAspect="1"/>
          </p:cNvPicPr>
          <p:nvPr>
            <p:ph idx="1"/>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436406" y="1371600"/>
            <a:ext cx="6172200" cy="4114800"/>
          </a:xfrm>
        </p:spPr>
      </p:pic>
      <p:sp>
        <p:nvSpPr>
          <p:cNvPr id="4" name="Marcador de texto 3">
            <a:extLst>
              <a:ext uri="{FF2B5EF4-FFF2-40B4-BE49-F238E27FC236}">
                <a16:creationId xmlns:a16="http://schemas.microsoft.com/office/drawing/2014/main" id="{E1310FA7-9AA4-421B-929B-377DA29DC069}"/>
              </a:ext>
            </a:extLst>
          </p:cNvPr>
          <p:cNvSpPr>
            <a:spLocks noGrp="1"/>
          </p:cNvSpPr>
          <p:nvPr>
            <p:ph type="body" sz="half" idx="2"/>
          </p:nvPr>
        </p:nvSpPr>
        <p:spPr>
          <a:xfrm>
            <a:off x="839788" y="1744394"/>
            <a:ext cx="3932237" cy="4124594"/>
          </a:xfrm>
        </p:spPr>
        <p:txBody>
          <a:bodyPr>
            <a:normAutofit/>
          </a:bodyPr>
          <a:lstStyle/>
          <a:p>
            <a:r>
              <a:rPr lang="es-MX" sz="2000" dirty="0">
                <a:latin typeface="Arial Narrow" panose="020B0606020202030204" pitchFamily="34" charset="0"/>
              </a:rPr>
              <a:t>La mayoría de coladas tienen el mismo procedimiento :</a:t>
            </a:r>
          </a:p>
          <a:p>
            <a:r>
              <a:rPr lang="es-MX" sz="2000" dirty="0">
                <a:latin typeface="Arial Narrow" panose="020B0606020202030204" pitchFamily="34" charset="0"/>
              </a:rPr>
              <a:t>Hidratar el grano (8 horas antes).</a:t>
            </a:r>
          </a:p>
          <a:p>
            <a:r>
              <a:rPr lang="es-MX" sz="2000" dirty="0">
                <a:latin typeface="Arial Narrow" panose="020B0606020202030204" pitchFamily="34" charset="0"/>
              </a:rPr>
              <a:t>Someter a proceso de cocción lo necesario (hay granos mas duros que otros)  </a:t>
            </a:r>
          </a:p>
          <a:p>
            <a:r>
              <a:rPr lang="es-MX" sz="2000" dirty="0">
                <a:latin typeface="Arial Narrow" panose="020B0606020202030204" pitchFamily="34" charset="0"/>
              </a:rPr>
              <a:t>Licuar con la bebida vegetal deseada (soya, coco, almendras, maní, nueces, ajonjolí) o consumir en grano entero. </a:t>
            </a:r>
          </a:p>
          <a:p>
            <a:r>
              <a:rPr lang="es-MX" sz="2000" dirty="0">
                <a:latin typeface="Arial Narrow" panose="020B0606020202030204" pitchFamily="34" charset="0"/>
              </a:rPr>
              <a:t> Servir caliente</a:t>
            </a:r>
          </a:p>
          <a:p>
            <a:r>
              <a:rPr lang="es-MX" sz="2000" dirty="0">
                <a:latin typeface="Arial Narrow" panose="020B0606020202030204" pitchFamily="34" charset="0"/>
              </a:rPr>
              <a:t> “LA COLADA ES MÁS SALUDABLE ESPESA”</a:t>
            </a:r>
          </a:p>
          <a:p>
            <a:endParaRPr lang="es-CO" dirty="0"/>
          </a:p>
        </p:txBody>
      </p:sp>
    </p:spTree>
    <p:extLst>
      <p:ext uri="{BB962C8B-B14F-4D97-AF65-F5344CB8AC3E}">
        <p14:creationId xmlns:p14="http://schemas.microsoft.com/office/powerpoint/2010/main" val="2511427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36CDD9-0552-4394-9203-78E25F3CAF66}"/>
              </a:ext>
            </a:extLst>
          </p:cNvPr>
          <p:cNvSpPr>
            <a:spLocks noGrp="1"/>
          </p:cNvSpPr>
          <p:nvPr>
            <p:ph type="title"/>
          </p:nvPr>
        </p:nvSpPr>
        <p:spPr>
          <a:xfrm>
            <a:off x="839788" y="457200"/>
            <a:ext cx="3932237" cy="991772"/>
          </a:xfrm>
        </p:spPr>
        <p:txBody>
          <a:bodyPr>
            <a:normAutofit/>
          </a:bodyPr>
          <a:lstStyle/>
          <a:p>
            <a:r>
              <a:rPr lang="es-MX" b="1" dirty="0">
                <a:latin typeface="Arial Narrow" panose="020B0606020202030204" pitchFamily="34" charset="0"/>
              </a:rPr>
              <a:t>COLADA DE ALPISTE</a:t>
            </a:r>
            <a:endParaRPr lang="es-CO" b="1" dirty="0">
              <a:latin typeface="Arial Narrow" panose="020B0606020202030204" pitchFamily="34" charset="0"/>
            </a:endParaRPr>
          </a:p>
        </p:txBody>
      </p:sp>
      <p:pic>
        <p:nvPicPr>
          <p:cNvPr id="5" name="Marcador de contenido 4">
            <a:extLst>
              <a:ext uri="{FF2B5EF4-FFF2-40B4-BE49-F238E27FC236}">
                <a16:creationId xmlns:a16="http://schemas.microsoft.com/office/drawing/2014/main" id="{4C9A865D-F62A-42E3-AA0F-7D60D8A26B2A}"/>
              </a:ext>
            </a:extLst>
          </p:cNvPr>
          <p:cNvPicPr>
            <a:picLocks noGrp="1" noChangeAspect="1"/>
          </p:cNvPicPr>
          <p:nvPr>
            <p:ph idx="1"/>
          </p:nvPr>
        </p:nvPicPr>
        <p:blipFill>
          <a:blip r:embed="rId2"/>
          <a:stretch>
            <a:fillRect/>
          </a:stretch>
        </p:blipFill>
        <p:spPr>
          <a:xfrm>
            <a:off x="7521051" y="1448972"/>
            <a:ext cx="3127961" cy="312796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4" name="Marcador de texto 3">
            <a:extLst>
              <a:ext uri="{FF2B5EF4-FFF2-40B4-BE49-F238E27FC236}">
                <a16:creationId xmlns:a16="http://schemas.microsoft.com/office/drawing/2014/main" id="{02F37760-247B-45A9-AB23-CB656BB7ADCB}"/>
              </a:ext>
            </a:extLst>
          </p:cNvPr>
          <p:cNvSpPr>
            <a:spLocks noGrp="1"/>
          </p:cNvSpPr>
          <p:nvPr>
            <p:ph type="body" sz="half" idx="2"/>
          </p:nvPr>
        </p:nvSpPr>
        <p:spPr>
          <a:xfrm>
            <a:off x="839787" y="2057400"/>
            <a:ext cx="5420335" cy="4076114"/>
          </a:xfrm>
        </p:spPr>
        <p:txBody>
          <a:bodyPr>
            <a:normAutofit/>
          </a:bodyPr>
          <a:lstStyle/>
          <a:p>
            <a:r>
              <a:rPr lang="es-MX" sz="2000" dirty="0">
                <a:latin typeface="Arial Narrow" panose="020B0606020202030204" pitchFamily="34" charset="0"/>
              </a:rPr>
              <a:t>Hidratar el grano por 8 horas, o lo cocinamos durante 30 minutos con buen agua, procedemos a licuar, (1taza de alpiste por 4 tazas de agua) colamos . El afrecho que sobre lo  re licuamos con 2 tazas de agua. Después ponemos en la estufa a fuego medio, agregamos nuestra Bebida vegetal preferida (coco, almendras , soya etc.) a medida que hierve se colocara espeso. Dejamos hervir 10 minutos mas apagamos y estará lista para servir </a:t>
            </a:r>
            <a:endParaRPr lang="es-CO" sz="2000" dirty="0">
              <a:latin typeface="Arial Narrow" panose="020B0606020202030204" pitchFamily="34" charset="0"/>
            </a:endParaRPr>
          </a:p>
        </p:txBody>
      </p:sp>
    </p:spTree>
    <p:extLst>
      <p:ext uri="{BB962C8B-B14F-4D97-AF65-F5344CB8AC3E}">
        <p14:creationId xmlns:p14="http://schemas.microsoft.com/office/powerpoint/2010/main" val="795321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84FB31-6F9F-4A42-8F02-9A4110E594FC}"/>
              </a:ext>
            </a:extLst>
          </p:cNvPr>
          <p:cNvSpPr>
            <a:spLocks noGrp="1"/>
          </p:cNvSpPr>
          <p:nvPr>
            <p:ph type="title"/>
          </p:nvPr>
        </p:nvSpPr>
        <p:spPr>
          <a:xfrm>
            <a:off x="699111" y="633046"/>
            <a:ext cx="3932237" cy="967154"/>
          </a:xfrm>
        </p:spPr>
        <p:txBody>
          <a:bodyPr>
            <a:normAutofit fontScale="90000"/>
          </a:bodyPr>
          <a:lstStyle/>
          <a:p>
            <a:r>
              <a:rPr lang="es-MX" b="1" dirty="0">
                <a:latin typeface="Arial Narrow" panose="020B0606020202030204" pitchFamily="34" charset="0"/>
              </a:rPr>
              <a:t>CLASES DE BEBIDAS VEGETALES</a:t>
            </a:r>
            <a:endParaRPr lang="es-CO" b="1" dirty="0">
              <a:latin typeface="Arial Narrow" panose="020B0606020202030204" pitchFamily="34" charset="0"/>
            </a:endParaRPr>
          </a:p>
        </p:txBody>
      </p:sp>
      <p:pic>
        <p:nvPicPr>
          <p:cNvPr id="6" name="Marcador de contenido 5">
            <a:extLst>
              <a:ext uri="{FF2B5EF4-FFF2-40B4-BE49-F238E27FC236}">
                <a16:creationId xmlns:a16="http://schemas.microsoft.com/office/drawing/2014/main" id="{430ECAB5-05E0-4959-AA56-898F7AF1E37B}"/>
              </a:ext>
            </a:extLst>
          </p:cNvPr>
          <p:cNvPicPr>
            <a:picLocks noGrp="1" noChangeAspect="1"/>
          </p:cNvPicPr>
          <p:nvPr>
            <p:ph idx="1"/>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b="10483"/>
          <a:stretch/>
        </p:blipFill>
        <p:spPr>
          <a:xfrm>
            <a:off x="5461365" y="1338701"/>
            <a:ext cx="6172200" cy="3683465"/>
          </a:xfrm>
          <a:prstGeom prst="ellipse">
            <a:avLst/>
          </a:prstGeom>
          <a:ln>
            <a:noFill/>
          </a:ln>
          <a:effectLst>
            <a:softEdge rad="112500"/>
          </a:effectLst>
        </p:spPr>
      </p:pic>
      <p:sp>
        <p:nvSpPr>
          <p:cNvPr id="4" name="Marcador de texto 3">
            <a:extLst>
              <a:ext uri="{FF2B5EF4-FFF2-40B4-BE49-F238E27FC236}">
                <a16:creationId xmlns:a16="http://schemas.microsoft.com/office/drawing/2014/main" id="{FB92220F-FCE1-4E48-82E0-DC00B6BC5A46}"/>
              </a:ext>
            </a:extLst>
          </p:cNvPr>
          <p:cNvSpPr>
            <a:spLocks noGrp="1"/>
          </p:cNvSpPr>
          <p:nvPr>
            <p:ph type="body" sz="half" idx="2"/>
          </p:nvPr>
        </p:nvSpPr>
        <p:spPr/>
        <p:txBody>
          <a:bodyPr/>
          <a:lstStyle/>
          <a:p>
            <a:r>
              <a:rPr lang="es-CO" sz="2000" dirty="0">
                <a:latin typeface="Arial Narrow" panose="020B0606020202030204" pitchFamily="34" charset="0"/>
              </a:rPr>
              <a:t>Bebida vegetal  de soja</a:t>
            </a:r>
          </a:p>
          <a:p>
            <a:r>
              <a:rPr lang="es-ES" sz="2000" dirty="0">
                <a:latin typeface="Arial Narrow" panose="020B0606020202030204" pitchFamily="34" charset="0"/>
              </a:rPr>
              <a:t>Bebida vegetal de maní</a:t>
            </a:r>
            <a:endParaRPr lang="es-CO" sz="2000" dirty="0">
              <a:latin typeface="Arial Narrow" panose="020B0606020202030204" pitchFamily="34" charset="0"/>
            </a:endParaRPr>
          </a:p>
          <a:p>
            <a:r>
              <a:rPr lang="es-CO" sz="2000" dirty="0">
                <a:latin typeface="Arial Narrow" panose="020B0606020202030204" pitchFamily="34" charset="0"/>
              </a:rPr>
              <a:t>Bebida vegetal de frutos secos: (Almendras , Nueces, ajonjolí, avellanas, etc.)</a:t>
            </a:r>
          </a:p>
          <a:p>
            <a:r>
              <a:rPr lang="es-ES" sz="2000" dirty="0">
                <a:latin typeface="Arial Narrow" panose="020B0606020202030204" pitchFamily="34" charset="0"/>
              </a:rPr>
              <a:t> Bebida vegetal de avena</a:t>
            </a:r>
          </a:p>
          <a:p>
            <a:r>
              <a:rPr lang="es-ES" sz="2000" dirty="0">
                <a:latin typeface="Arial Narrow" panose="020B0606020202030204" pitchFamily="34" charset="0"/>
              </a:rPr>
              <a:t> Bebida vegetal de arroz</a:t>
            </a:r>
          </a:p>
          <a:p>
            <a:r>
              <a:rPr lang="es-ES" sz="2000" dirty="0">
                <a:latin typeface="Arial Narrow" panose="020B0606020202030204" pitchFamily="34" charset="0"/>
              </a:rPr>
              <a:t> Bebida vegetal de coco</a:t>
            </a:r>
            <a:endParaRPr lang="es-CO" sz="2000" dirty="0">
              <a:latin typeface="Arial Narrow" panose="020B0606020202030204" pitchFamily="34" charset="0"/>
            </a:endParaRPr>
          </a:p>
          <a:p>
            <a:endParaRPr lang="es-CO" dirty="0"/>
          </a:p>
        </p:txBody>
      </p:sp>
    </p:spTree>
    <p:extLst>
      <p:ext uri="{BB962C8B-B14F-4D97-AF65-F5344CB8AC3E}">
        <p14:creationId xmlns:p14="http://schemas.microsoft.com/office/powerpoint/2010/main" val="2804155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FC5E5B-C2BB-4700-B673-BBFEB0BE755D}"/>
              </a:ext>
            </a:extLst>
          </p:cNvPr>
          <p:cNvSpPr>
            <a:spLocks noGrp="1"/>
          </p:cNvSpPr>
          <p:nvPr>
            <p:ph type="title"/>
          </p:nvPr>
        </p:nvSpPr>
        <p:spPr>
          <a:xfrm>
            <a:off x="836612" y="274320"/>
            <a:ext cx="3932237" cy="766689"/>
          </a:xfrm>
        </p:spPr>
        <p:txBody>
          <a:bodyPr/>
          <a:lstStyle/>
          <a:p>
            <a:r>
              <a:rPr lang="es-MX" b="1" dirty="0">
                <a:latin typeface="Arial Narrow" panose="020B0606020202030204" pitchFamily="34" charset="0"/>
              </a:rPr>
              <a:t>BEBIDAS VEGETALES</a:t>
            </a:r>
            <a:endParaRPr lang="es-CO" dirty="0"/>
          </a:p>
        </p:txBody>
      </p:sp>
      <p:pic>
        <p:nvPicPr>
          <p:cNvPr id="6" name="Marcador de contenido 5">
            <a:extLst>
              <a:ext uri="{FF2B5EF4-FFF2-40B4-BE49-F238E27FC236}">
                <a16:creationId xmlns:a16="http://schemas.microsoft.com/office/drawing/2014/main" id="{726C6835-3806-49AE-9AFB-6FD2A5AE5617}"/>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416950" y="1223889"/>
            <a:ext cx="3654076" cy="4873625"/>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
        <p:nvSpPr>
          <p:cNvPr id="4" name="Marcador de texto 3">
            <a:extLst>
              <a:ext uri="{FF2B5EF4-FFF2-40B4-BE49-F238E27FC236}">
                <a16:creationId xmlns:a16="http://schemas.microsoft.com/office/drawing/2014/main" id="{A5809333-FF00-417A-9C21-43E19C3DFAC8}"/>
              </a:ext>
            </a:extLst>
          </p:cNvPr>
          <p:cNvSpPr>
            <a:spLocks noGrp="1"/>
          </p:cNvSpPr>
          <p:nvPr>
            <p:ph type="body" sz="half" idx="2"/>
          </p:nvPr>
        </p:nvSpPr>
        <p:spPr>
          <a:xfrm>
            <a:off x="464234" y="1223889"/>
            <a:ext cx="5631766" cy="5359791"/>
          </a:xfrm>
        </p:spPr>
        <p:txBody>
          <a:bodyPr>
            <a:normAutofit fontScale="77500" lnSpcReduction="20000"/>
          </a:bodyPr>
          <a:lstStyle/>
          <a:p>
            <a:pPr marL="0" indent="0">
              <a:buNone/>
            </a:pPr>
            <a:r>
              <a:rPr lang="es-ES" sz="2600" b="1" dirty="0">
                <a:latin typeface="Arial Narrow" panose="020B0606020202030204" pitchFamily="34" charset="0"/>
              </a:rPr>
              <a:t>Bebida vegetal de maní:</a:t>
            </a:r>
          </a:p>
          <a:p>
            <a:pPr marL="0" indent="0">
              <a:buNone/>
            </a:pPr>
            <a:r>
              <a:rPr lang="es-ES" sz="2600" b="1" dirty="0">
                <a:latin typeface="Arial Narrow" panose="020B0606020202030204" pitchFamily="34" charset="0"/>
              </a:rPr>
              <a:t> </a:t>
            </a:r>
            <a:r>
              <a:rPr lang="es-ES" sz="2600" dirty="0">
                <a:latin typeface="Arial Narrow" panose="020B0606020202030204" pitchFamily="34" charset="0"/>
              </a:rPr>
              <a:t>1 taza de maní o cacahuate crudo o tostado sin sal</a:t>
            </a:r>
          </a:p>
          <a:p>
            <a:r>
              <a:rPr lang="es-ES" sz="2600" dirty="0">
                <a:latin typeface="Arial Narrow" panose="020B0606020202030204" pitchFamily="34" charset="0"/>
              </a:rPr>
              <a:t>1 1/2 tazas de agua filtrada</a:t>
            </a:r>
          </a:p>
          <a:p>
            <a:endParaRPr lang="es-ES" sz="2600" dirty="0">
              <a:latin typeface="Arial Narrow" panose="020B0606020202030204" pitchFamily="34" charset="0"/>
            </a:endParaRPr>
          </a:p>
          <a:p>
            <a:r>
              <a:rPr lang="es-ES" sz="2600" b="1" dirty="0">
                <a:latin typeface="Arial Narrow" panose="020B0606020202030204" pitchFamily="34" charset="0"/>
              </a:rPr>
              <a:t>ELABORACIÓN PASO A PASO</a:t>
            </a:r>
          </a:p>
          <a:p>
            <a:r>
              <a:rPr lang="es-ES" sz="2600" b="1" dirty="0">
                <a:latin typeface="Arial Narrow" panose="020B0606020202030204" pitchFamily="34" charset="0"/>
              </a:rPr>
              <a:t> </a:t>
            </a:r>
            <a:r>
              <a:rPr lang="es-ES" sz="2600" dirty="0">
                <a:latin typeface="Arial Narrow" panose="020B0606020202030204" pitchFamily="34" charset="0"/>
              </a:rPr>
              <a:t>Remoja el maní en agua durante toda la noche.</a:t>
            </a:r>
          </a:p>
          <a:p>
            <a:r>
              <a:rPr lang="es-ES" sz="2600" dirty="0">
                <a:latin typeface="Arial Narrow" panose="020B0606020202030204" pitchFamily="34" charset="0"/>
              </a:rPr>
              <a:t>Escurre y enjuaga bien. Coloca el maní en una licuadora de potente y añade el agua. En este punto puedes añadirle una pizca de sal marina, vainilla o endulzante de su elección.</a:t>
            </a:r>
          </a:p>
          <a:p>
            <a:r>
              <a:rPr lang="es-ES" sz="2600" dirty="0">
                <a:latin typeface="Arial Narrow" panose="020B0606020202030204" pitchFamily="34" charset="0"/>
              </a:rPr>
              <a:t>Licua durante 1 minuto.</a:t>
            </a:r>
          </a:p>
          <a:p>
            <a:r>
              <a:rPr lang="es-ES" sz="2600" dirty="0">
                <a:latin typeface="Arial Narrow" panose="020B0606020202030204" pitchFamily="34" charset="0"/>
              </a:rPr>
              <a:t>Vierte la mezcla en una manta para leche o un colador y colócalo sobre un recipiente hondo grande. Aprieta para sacar tanto líquido como puedas. Transfiere la leche de maní a un recipiente y guárdalo en el refrigerador.</a:t>
            </a:r>
          </a:p>
          <a:p>
            <a:pPr marL="0" indent="0">
              <a:buNone/>
            </a:pPr>
            <a:endParaRPr lang="es-ES" sz="2600" dirty="0">
              <a:latin typeface="Arial Narrow" panose="020B0606020202030204" pitchFamily="34" charset="0"/>
            </a:endParaRPr>
          </a:p>
          <a:p>
            <a:pPr marL="0" indent="0">
              <a:buNone/>
            </a:pPr>
            <a:r>
              <a:rPr lang="es-ES" sz="2600" b="1" i="1" dirty="0">
                <a:solidFill>
                  <a:srgbClr val="FF0000"/>
                </a:solidFill>
                <a:latin typeface="Arial Narrow" panose="020B0606020202030204" pitchFamily="34" charset="0"/>
              </a:rPr>
              <a:t>LA MAYORIA DE LECHES VEGETALES DE FRUTOS SECOS SE HACEN DE LA MISMA FORMA</a:t>
            </a:r>
          </a:p>
          <a:p>
            <a:endParaRPr lang="es-CO" dirty="0"/>
          </a:p>
        </p:txBody>
      </p:sp>
    </p:spTree>
    <p:extLst>
      <p:ext uri="{BB962C8B-B14F-4D97-AF65-F5344CB8AC3E}">
        <p14:creationId xmlns:p14="http://schemas.microsoft.com/office/powerpoint/2010/main" val="2025032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4763AD-93B3-45B0-9EFE-3370D9AE45DD}"/>
              </a:ext>
            </a:extLst>
          </p:cNvPr>
          <p:cNvSpPr>
            <a:spLocks noGrp="1"/>
          </p:cNvSpPr>
          <p:nvPr>
            <p:ph type="title"/>
          </p:nvPr>
        </p:nvSpPr>
        <p:spPr>
          <a:xfrm>
            <a:off x="839788" y="457200"/>
            <a:ext cx="3932237" cy="963637"/>
          </a:xfrm>
        </p:spPr>
        <p:txBody>
          <a:bodyPr/>
          <a:lstStyle/>
          <a:p>
            <a:r>
              <a:rPr lang="es-MX" b="1" dirty="0">
                <a:latin typeface="Arial Narrow" panose="020B0606020202030204" pitchFamily="34" charset="0"/>
              </a:rPr>
              <a:t>BEBIDAS VEGETALES</a:t>
            </a:r>
            <a:endParaRPr lang="es-CO" b="1" dirty="0">
              <a:latin typeface="Arial Narrow" panose="020B0606020202030204" pitchFamily="34" charset="0"/>
            </a:endParaRPr>
          </a:p>
        </p:txBody>
      </p:sp>
      <p:pic>
        <p:nvPicPr>
          <p:cNvPr id="5" name="Marcador de contenido 4">
            <a:extLst>
              <a:ext uri="{FF2B5EF4-FFF2-40B4-BE49-F238E27FC236}">
                <a16:creationId xmlns:a16="http://schemas.microsoft.com/office/drawing/2014/main" id="{BC8CE953-0E68-4DA0-A05F-D0AF2AC31DEC}"/>
              </a:ext>
            </a:extLst>
          </p:cNvPr>
          <p:cNvPicPr>
            <a:picLocks noGrp="1" noChangeAspect="1"/>
          </p:cNvPicPr>
          <p:nvPr>
            <p:ph idx="1"/>
          </p:nvPr>
        </p:nvPicPr>
        <p:blipFill>
          <a:blip r:embed="rId2"/>
          <a:stretch>
            <a:fillRect/>
          </a:stretch>
        </p:blipFill>
        <p:spPr>
          <a:xfrm>
            <a:off x="7423260" y="2057400"/>
            <a:ext cx="3809658" cy="2624431"/>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4" name="Marcador de texto 3">
            <a:extLst>
              <a:ext uri="{FF2B5EF4-FFF2-40B4-BE49-F238E27FC236}">
                <a16:creationId xmlns:a16="http://schemas.microsoft.com/office/drawing/2014/main" id="{B5A0AD49-4E01-4D09-B03F-1678286BDD0D}"/>
              </a:ext>
            </a:extLst>
          </p:cNvPr>
          <p:cNvSpPr>
            <a:spLocks noGrp="1"/>
          </p:cNvSpPr>
          <p:nvPr>
            <p:ph type="body" sz="half" idx="2"/>
          </p:nvPr>
        </p:nvSpPr>
        <p:spPr>
          <a:xfrm>
            <a:off x="839788" y="2057400"/>
            <a:ext cx="5561012" cy="3811588"/>
          </a:xfrm>
        </p:spPr>
        <p:txBody>
          <a:bodyPr>
            <a:normAutofit/>
          </a:bodyPr>
          <a:lstStyle/>
          <a:p>
            <a:r>
              <a:rPr lang="es-MX" sz="2000" dirty="0">
                <a:latin typeface="Arial Narrow" panose="020B0606020202030204" pitchFamily="34" charset="0"/>
              </a:rPr>
              <a:t>BEBIDA DE AJONJOLI: 1 taza de semillas crudas de ajonjolí blanco, 4 tazas de agua hervida, 3 cucharadas de miel de panela, ½ cucharadita de sal.(el ajonjolí es un buen sustituto de la leche de vaca)</a:t>
            </a:r>
          </a:p>
          <a:p>
            <a:r>
              <a:rPr lang="es-MX" sz="2000" dirty="0">
                <a:latin typeface="Arial Narrow" panose="020B0606020202030204" pitchFamily="34" charset="0"/>
              </a:rPr>
              <a:t>BEBIDA DE ALMENDRAS: 1 taza de almendras, 3 tazas de agua, ¼ cucharadita de vainilla (opcional), ¼ cucharadita de sal, 2 ½ cucharadas de miel.(rica en aminoácidos grasas insaturadas y azucares de fácil digestión) </a:t>
            </a:r>
          </a:p>
          <a:p>
            <a:r>
              <a:rPr lang="es-MX" sz="2000" dirty="0">
                <a:latin typeface="Arial Narrow" panose="020B0606020202030204" pitchFamily="34" charset="0"/>
              </a:rPr>
              <a:t>BEBIDA DE COCO: 2 tazas de coco, 4 tazas de agua caliente, 1 cucharada de melado opcional.</a:t>
            </a:r>
          </a:p>
          <a:p>
            <a:endParaRPr lang="es-CO" dirty="0"/>
          </a:p>
        </p:txBody>
      </p:sp>
    </p:spTree>
    <p:extLst>
      <p:ext uri="{BB962C8B-B14F-4D97-AF65-F5344CB8AC3E}">
        <p14:creationId xmlns:p14="http://schemas.microsoft.com/office/powerpoint/2010/main" val="3391729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4816F38C-C497-401A-AB33-A5E34E9673EB}"/>
              </a:ext>
            </a:extLst>
          </p:cNvPr>
          <p:cNvSpPr>
            <a:spLocks noGrp="1"/>
          </p:cNvSpPr>
          <p:nvPr>
            <p:ph type="title"/>
          </p:nvPr>
        </p:nvSpPr>
        <p:spPr>
          <a:xfrm>
            <a:off x="839788" y="457200"/>
            <a:ext cx="3932237" cy="822960"/>
          </a:xfrm>
        </p:spPr>
        <p:txBody>
          <a:bodyPr/>
          <a:lstStyle/>
          <a:p>
            <a:r>
              <a:rPr lang="es-MX" b="1" dirty="0">
                <a:latin typeface="Arial Narrow" panose="020B0606020202030204" pitchFamily="34" charset="0"/>
              </a:rPr>
              <a:t>CARNES VEGETALES</a:t>
            </a:r>
            <a:endParaRPr lang="es-CO" b="1" dirty="0">
              <a:latin typeface="Arial Narrow" panose="020B0606020202030204" pitchFamily="34" charset="0"/>
            </a:endParaRPr>
          </a:p>
        </p:txBody>
      </p:sp>
      <p:pic>
        <p:nvPicPr>
          <p:cNvPr id="3" name="Marcador de contenido 2">
            <a:extLst>
              <a:ext uri="{FF2B5EF4-FFF2-40B4-BE49-F238E27FC236}">
                <a16:creationId xmlns:a16="http://schemas.microsoft.com/office/drawing/2014/main" id="{BE4A2336-BE69-4177-96DD-049488CE2E73}"/>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832475" y="987425"/>
            <a:ext cx="4873625" cy="4873625"/>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6" name="Marcador de texto 5">
            <a:extLst>
              <a:ext uri="{FF2B5EF4-FFF2-40B4-BE49-F238E27FC236}">
                <a16:creationId xmlns:a16="http://schemas.microsoft.com/office/drawing/2014/main" id="{A3324C32-1B65-4C4B-989D-70DCEF6DB38C}"/>
              </a:ext>
            </a:extLst>
          </p:cNvPr>
          <p:cNvSpPr>
            <a:spLocks noGrp="1"/>
          </p:cNvSpPr>
          <p:nvPr>
            <p:ph type="body" sz="half" idx="2"/>
          </p:nvPr>
        </p:nvSpPr>
        <p:spPr/>
        <p:txBody>
          <a:bodyPr/>
          <a:lstStyle/>
          <a:p>
            <a:r>
              <a:rPr lang="es-MX" sz="2000" dirty="0">
                <a:latin typeface="Arial Narrow" panose="020B0606020202030204" pitchFamily="34" charset="0"/>
              </a:rPr>
              <a:t>Fuentes de proteína vegetal</a:t>
            </a:r>
          </a:p>
          <a:p>
            <a:r>
              <a:rPr lang="es-CO" sz="2000" dirty="0">
                <a:latin typeface="Arial Narrow" panose="020B0606020202030204" pitchFamily="34" charset="0"/>
              </a:rPr>
              <a:t>Se puede preparar con legumbres, frutos secos, semillas o cereales integrales</a:t>
            </a:r>
          </a:p>
        </p:txBody>
      </p:sp>
    </p:spTree>
    <p:extLst>
      <p:ext uri="{BB962C8B-B14F-4D97-AF65-F5344CB8AC3E}">
        <p14:creationId xmlns:p14="http://schemas.microsoft.com/office/powerpoint/2010/main" val="1941491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4816F38C-C497-401A-AB33-A5E34E9673EB}"/>
              </a:ext>
            </a:extLst>
          </p:cNvPr>
          <p:cNvSpPr>
            <a:spLocks noGrp="1"/>
          </p:cNvSpPr>
          <p:nvPr>
            <p:ph type="title"/>
          </p:nvPr>
        </p:nvSpPr>
        <p:spPr>
          <a:xfrm>
            <a:off x="839788" y="457200"/>
            <a:ext cx="3932237" cy="822960"/>
          </a:xfrm>
        </p:spPr>
        <p:txBody>
          <a:bodyPr/>
          <a:lstStyle/>
          <a:p>
            <a:r>
              <a:rPr lang="es-MX" b="1" dirty="0">
                <a:latin typeface="Arial Narrow" panose="020B0606020202030204" pitchFamily="34" charset="0"/>
              </a:rPr>
              <a:t>CARNES VEGETALES</a:t>
            </a:r>
            <a:endParaRPr lang="es-CO" b="1" dirty="0">
              <a:latin typeface="Arial Narrow" panose="020B0606020202030204" pitchFamily="34" charset="0"/>
            </a:endParaRPr>
          </a:p>
        </p:txBody>
      </p:sp>
      <p:pic>
        <p:nvPicPr>
          <p:cNvPr id="8" name="Marcador de contenido 7">
            <a:extLst>
              <a:ext uri="{FF2B5EF4-FFF2-40B4-BE49-F238E27FC236}">
                <a16:creationId xmlns:a16="http://schemas.microsoft.com/office/drawing/2014/main" id="{5A754810-777A-4589-8ECD-53F76444ED22}"/>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789134" y="1919508"/>
            <a:ext cx="5563078" cy="3482487"/>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6" name="Marcador de texto 5">
            <a:extLst>
              <a:ext uri="{FF2B5EF4-FFF2-40B4-BE49-F238E27FC236}">
                <a16:creationId xmlns:a16="http://schemas.microsoft.com/office/drawing/2014/main" id="{A3324C32-1B65-4C4B-989D-70DCEF6DB38C}"/>
              </a:ext>
            </a:extLst>
          </p:cNvPr>
          <p:cNvSpPr>
            <a:spLocks noGrp="1"/>
          </p:cNvSpPr>
          <p:nvPr>
            <p:ph type="body" sz="half" idx="2"/>
          </p:nvPr>
        </p:nvSpPr>
        <p:spPr/>
        <p:txBody>
          <a:bodyPr>
            <a:normAutofit/>
          </a:bodyPr>
          <a:lstStyle/>
          <a:p>
            <a:r>
              <a:rPr lang="es-MX" sz="2000" b="1" dirty="0">
                <a:latin typeface="Arial Narrow" panose="020B0606020202030204" pitchFamily="34" charset="0"/>
              </a:rPr>
              <a:t>CARNES DE LEGUMBRES </a:t>
            </a:r>
            <a:r>
              <a:rPr lang="es-MX" sz="2000" dirty="0">
                <a:latin typeface="Arial Narrow" panose="020B0606020202030204" pitchFamily="34" charset="0"/>
              </a:rPr>
              <a:t>: El proceso de las carnes para las legumbres en este caso de lenteja, garbanzo, frijol, arveja tierna etc.es el mismo.</a:t>
            </a:r>
          </a:p>
          <a:p>
            <a:r>
              <a:rPr lang="es-MX" sz="2000" dirty="0">
                <a:latin typeface="Arial Narrow" panose="020B0606020202030204" pitchFamily="34" charset="0"/>
              </a:rPr>
              <a:t>Ingredientes : ¼ legumbre deseada, sofrita de verduras ( ½ cebolla de las dos,1/4 zanahoria, 1/2 pimentón, ½ tallo  apio, 1diente de ajo) especies (1 cucharadita de albahaca, tomillo, orégano, en polvo o fresco) 1 taza de arroz cocinado blanco o integral), 2 cucharadas de harina pan.</a:t>
            </a:r>
          </a:p>
          <a:p>
            <a:endParaRPr lang="es-CO" dirty="0"/>
          </a:p>
        </p:txBody>
      </p:sp>
    </p:spTree>
    <p:extLst>
      <p:ext uri="{BB962C8B-B14F-4D97-AF65-F5344CB8AC3E}">
        <p14:creationId xmlns:p14="http://schemas.microsoft.com/office/powerpoint/2010/main" val="6684272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4816F38C-C497-401A-AB33-A5E34E9673EB}"/>
              </a:ext>
            </a:extLst>
          </p:cNvPr>
          <p:cNvSpPr>
            <a:spLocks noGrp="1"/>
          </p:cNvSpPr>
          <p:nvPr>
            <p:ph type="title"/>
          </p:nvPr>
        </p:nvSpPr>
        <p:spPr>
          <a:xfrm>
            <a:off x="839788" y="457200"/>
            <a:ext cx="3932237" cy="822960"/>
          </a:xfrm>
        </p:spPr>
        <p:txBody>
          <a:bodyPr/>
          <a:lstStyle/>
          <a:p>
            <a:r>
              <a:rPr lang="es-MX" b="1" dirty="0">
                <a:latin typeface="Arial Narrow" panose="020B0606020202030204" pitchFamily="34" charset="0"/>
              </a:rPr>
              <a:t>CARNES VEGETALES</a:t>
            </a:r>
            <a:endParaRPr lang="es-CO" b="1" dirty="0">
              <a:latin typeface="Arial Narrow" panose="020B0606020202030204" pitchFamily="34" charset="0"/>
            </a:endParaRPr>
          </a:p>
        </p:txBody>
      </p:sp>
      <p:sp>
        <p:nvSpPr>
          <p:cNvPr id="6" name="Marcador de texto 5">
            <a:extLst>
              <a:ext uri="{FF2B5EF4-FFF2-40B4-BE49-F238E27FC236}">
                <a16:creationId xmlns:a16="http://schemas.microsoft.com/office/drawing/2014/main" id="{A3324C32-1B65-4C4B-989D-70DCEF6DB38C}"/>
              </a:ext>
            </a:extLst>
          </p:cNvPr>
          <p:cNvSpPr>
            <a:spLocks noGrp="1"/>
          </p:cNvSpPr>
          <p:nvPr>
            <p:ph type="body" sz="half" idx="2"/>
          </p:nvPr>
        </p:nvSpPr>
        <p:spPr>
          <a:xfrm>
            <a:off x="422031" y="1519311"/>
            <a:ext cx="5673969" cy="5205045"/>
          </a:xfrm>
        </p:spPr>
        <p:txBody>
          <a:bodyPr>
            <a:normAutofit/>
          </a:bodyPr>
          <a:lstStyle/>
          <a:p>
            <a:r>
              <a:rPr lang="es-MX" sz="2000" b="1" dirty="0">
                <a:latin typeface="Arial Narrow" panose="020B0606020202030204" pitchFamily="34" charset="0"/>
              </a:rPr>
              <a:t>PROCEDIMIENTO</a:t>
            </a:r>
            <a:r>
              <a:rPr lang="es-MX" sz="2000" dirty="0">
                <a:latin typeface="Arial Narrow" panose="020B0606020202030204" pitchFamily="34" charset="0"/>
              </a:rPr>
              <a:t>: remojamos nuestra legumbre de preferencia durante 8 horas máximo 12, después hacemos un sofrito ponemos un sartén a calentar agregamos dos cucharaditas de aceite y las verduras picadas grandes como la cebolla, el pimentón, el apio, la zanahoria y el diente de ajo agregaremos al sofrito las cucharaditas de nuestras especies, cuando este nuestro sofrito lo vamos a mezclar con nuestra legumbre, agregamos la taza de arroz revolvemos muy bien y vamos a triturar, puede ser en molino o procesador de alimentos, cuando tengamos listo nuestra masa, la probamos de sabor agregamos sal y las 2 cucharaditas de harina de pan amasamos muy bien , cuando tengas lista la masa lo que haces es moldearla y forrar con vinipel  y vamos a poner a cocinar a vapor nuestra carne de 20 a 30 minutos, la sacamos y la dejamos enfriar y ya estará lista para utilizar.</a:t>
            </a:r>
          </a:p>
          <a:p>
            <a:endParaRPr lang="es-CO" sz="2000" dirty="0">
              <a:latin typeface="Arial Narrow" panose="020B0606020202030204" pitchFamily="34" charset="0"/>
            </a:endParaRPr>
          </a:p>
        </p:txBody>
      </p:sp>
      <p:pic>
        <p:nvPicPr>
          <p:cNvPr id="2" name="Imagen 1">
            <a:extLst>
              <a:ext uri="{FF2B5EF4-FFF2-40B4-BE49-F238E27FC236}">
                <a16:creationId xmlns:a16="http://schemas.microsoft.com/office/drawing/2014/main" id="{EAA935D5-20B4-45B0-A017-8A5A66238928}"/>
              </a:ext>
            </a:extLst>
          </p:cNvPr>
          <p:cNvPicPr>
            <a:picLocks noChangeAspect="1"/>
          </p:cNvPicPr>
          <p:nvPr/>
        </p:nvPicPr>
        <p:blipFill>
          <a:blip r:embed="rId2"/>
          <a:stretch>
            <a:fillRect/>
          </a:stretch>
        </p:blipFill>
        <p:spPr>
          <a:xfrm>
            <a:off x="6415165" y="1972066"/>
            <a:ext cx="5185991" cy="2913868"/>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26690462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4816F38C-C497-401A-AB33-A5E34E9673EB}"/>
              </a:ext>
            </a:extLst>
          </p:cNvPr>
          <p:cNvSpPr>
            <a:spLocks noGrp="1"/>
          </p:cNvSpPr>
          <p:nvPr>
            <p:ph type="title"/>
          </p:nvPr>
        </p:nvSpPr>
        <p:spPr>
          <a:xfrm>
            <a:off x="839788" y="457200"/>
            <a:ext cx="4168310" cy="822960"/>
          </a:xfrm>
        </p:spPr>
        <p:txBody>
          <a:bodyPr>
            <a:normAutofit/>
          </a:bodyPr>
          <a:lstStyle/>
          <a:p>
            <a:r>
              <a:rPr lang="es-MX" b="1" dirty="0">
                <a:latin typeface="Arial Narrow" panose="020B0606020202030204" pitchFamily="34" charset="0"/>
              </a:rPr>
              <a:t>CARNES DE CEREALES</a:t>
            </a:r>
            <a:endParaRPr lang="es-CO" b="1" dirty="0">
              <a:latin typeface="Arial Narrow" panose="020B0606020202030204" pitchFamily="34" charset="0"/>
            </a:endParaRPr>
          </a:p>
        </p:txBody>
      </p:sp>
      <p:sp>
        <p:nvSpPr>
          <p:cNvPr id="6" name="Marcador de texto 5">
            <a:extLst>
              <a:ext uri="{FF2B5EF4-FFF2-40B4-BE49-F238E27FC236}">
                <a16:creationId xmlns:a16="http://schemas.microsoft.com/office/drawing/2014/main" id="{A3324C32-1B65-4C4B-989D-70DCEF6DB38C}"/>
              </a:ext>
            </a:extLst>
          </p:cNvPr>
          <p:cNvSpPr>
            <a:spLocks noGrp="1"/>
          </p:cNvSpPr>
          <p:nvPr>
            <p:ph type="body" sz="half" idx="2"/>
          </p:nvPr>
        </p:nvSpPr>
        <p:spPr>
          <a:xfrm>
            <a:off x="422031" y="1723293"/>
            <a:ext cx="5673969" cy="4199205"/>
          </a:xfrm>
        </p:spPr>
        <p:txBody>
          <a:bodyPr>
            <a:normAutofit/>
          </a:bodyPr>
          <a:lstStyle/>
          <a:p>
            <a:r>
              <a:rPr lang="es-CO" sz="2000" b="1" dirty="0">
                <a:latin typeface="Arial Narrow" panose="020B0606020202030204" pitchFamily="34" charset="0"/>
              </a:rPr>
              <a:t>INGREDIENTES</a:t>
            </a:r>
            <a:r>
              <a:rPr lang="es-CO" sz="2000" dirty="0">
                <a:latin typeface="Arial Narrow" panose="020B0606020202030204" pitchFamily="34" charset="0"/>
              </a:rPr>
              <a:t>: ¼  de amaranto o quinua , sofrito de verduras ( ½ cebolla de las dos,1/4 zanahoria, 1/2 pimentón, ½ tallo  apio, 1diente de ajo) especies (1 cucharadita de albahaca, tomillo, orégano, en polvo o fresco) 1 taza de arroz cocinado blanco o integral), 2 cucharadas de harina pan. Para la de amaranto usaremos 1 taza de carve.</a:t>
            </a:r>
          </a:p>
          <a:p>
            <a:endParaRPr lang="es-CO" sz="2000" dirty="0">
              <a:latin typeface="Arial Narrow" panose="020B0606020202030204" pitchFamily="34" charset="0"/>
            </a:endParaRPr>
          </a:p>
        </p:txBody>
      </p:sp>
      <p:pic>
        <p:nvPicPr>
          <p:cNvPr id="3" name="Imagen 2">
            <a:extLst>
              <a:ext uri="{FF2B5EF4-FFF2-40B4-BE49-F238E27FC236}">
                <a16:creationId xmlns:a16="http://schemas.microsoft.com/office/drawing/2014/main" id="{2C34F97B-E06D-4DE4-A29B-3F6C6EBC3CDF}"/>
              </a:ext>
            </a:extLst>
          </p:cNvPr>
          <p:cNvPicPr>
            <a:picLocks noChangeAspect="1"/>
          </p:cNvPicPr>
          <p:nvPr/>
        </p:nvPicPr>
        <p:blipFill>
          <a:blip r:embed="rId2"/>
          <a:stretch>
            <a:fillRect/>
          </a:stretch>
        </p:blipFill>
        <p:spPr>
          <a:xfrm>
            <a:off x="6436115" y="1658888"/>
            <a:ext cx="5333854" cy="266692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717317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4816F38C-C497-401A-AB33-A5E34E9673EB}"/>
              </a:ext>
            </a:extLst>
          </p:cNvPr>
          <p:cNvSpPr>
            <a:spLocks noGrp="1"/>
          </p:cNvSpPr>
          <p:nvPr>
            <p:ph type="title"/>
          </p:nvPr>
        </p:nvSpPr>
        <p:spPr>
          <a:xfrm>
            <a:off x="839788" y="457200"/>
            <a:ext cx="4168310" cy="822960"/>
          </a:xfrm>
        </p:spPr>
        <p:txBody>
          <a:bodyPr>
            <a:normAutofit/>
          </a:bodyPr>
          <a:lstStyle/>
          <a:p>
            <a:r>
              <a:rPr lang="es-MX" b="1" dirty="0">
                <a:latin typeface="Arial Narrow" panose="020B0606020202030204" pitchFamily="34" charset="0"/>
              </a:rPr>
              <a:t>CARNES DE CEREALES</a:t>
            </a:r>
            <a:endParaRPr lang="es-CO" b="1" dirty="0">
              <a:latin typeface="Arial Narrow" panose="020B0606020202030204" pitchFamily="34" charset="0"/>
            </a:endParaRPr>
          </a:p>
        </p:txBody>
      </p:sp>
      <p:sp>
        <p:nvSpPr>
          <p:cNvPr id="6" name="Marcador de texto 5">
            <a:extLst>
              <a:ext uri="{FF2B5EF4-FFF2-40B4-BE49-F238E27FC236}">
                <a16:creationId xmlns:a16="http://schemas.microsoft.com/office/drawing/2014/main" id="{A3324C32-1B65-4C4B-989D-70DCEF6DB38C}"/>
              </a:ext>
            </a:extLst>
          </p:cNvPr>
          <p:cNvSpPr>
            <a:spLocks noGrp="1"/>
          </p:cNvSpPr>
          <p:nvPr>
            <p:ph type="body" sz="half" idx="2"/>
          </p:nvPr>
        </p:nvSpPr>
        <p:spPr>
          <a:xfrm>
            <a:off x="422031" y="1723293"/>
            <a:ext cx="6682154" cy="4902590"/>
          </a:xfrm>
        </p:spPr>
        <p:txBody>
          <a:bodyPr>
            <a:normAutofit lnSpcReduction="10000"/>
          </a:bodyPr>
          <a:lstStyle/>
          <a:p>
            <a:r>
              <a:rPr lang="es-MX" sz="2000" b="1" dirty="0">
                <a:latin typeface="Arial Narrow" panose="020B0606020202030204" pitchFamily="34" charset="0"/>
              </a:rPr>
              <a:t>PROCEDIMIENTO</a:t>
            </a:r>
            <a:r>
              <a:rPr lang="es-MX" sz="2000" dirty="0">
                <a:latin typeface="Arial Narrow" panose="020B0606020202030204" pitchFamily="34" charset="0"/>
              </a:rPr>
              <a:t>: remojamos nuestro cereal de preferencia durante 8 horas máximo 12, ponemos en una olla a fuego medio a cocinar el amaranto o la quinua después hacemos un sofrito ponemos un sartén a calentar agregamos dos cucharaditas de aceite y las verduras picadas grandes como la cebolla, el pimentón, el apio, la zanahoria y el diente de ajo agregaremos al sofrito las cucharaditas de nuestras especies, cuando este nuestro sofrito lo vamos a mezclar con nuestro cereal (en el caso de la carne de amaranto agregaremos también 1 taza de carve vamos tostarlo durante 10 minutos sin que se nos queme  y agregaremos aceite o salsa de soya y ya después lo incorporamos a lo que vamos a moler  , agregamos la taza de arroz revolvemos muy bien y vamos a triturar, puede ser en molino o procesador de alimentos, cuando tengamos listo nuestra masa, la probamos de sabor agregamos sal y las 2 cucharaditas de harina de pan amasamos muy bien , cuando tengas lista la masa lo que haces es moldearla y forrar con vinipel  y vamos a poner a cocinar a vapor nuestra carne de 20 a 30 minutos, la sacamos y la dejamos enfriar y ya estará lista para utilizar.</a:t>
            </a:r>
          </a:p>
          <a:p>
            <a:endParaRPr lang="es-CO" sz="2000" dirty="0">
              <a:latin typeface="Arial Narrow" panose="020B0606020202030204" pitchFamily="34" charset="0"/>
            </a:endParaRPr>
          </a:p>
        </p:txBody>
      </p:sp>
      <p:pic>
        <p:nvPicPr>
          <p:cNvPr id="2" name="Imagen 1">
            <a:extLst>
              <a:ext uri="{FF2B5EF4-FFF2-40B4-BE49-F238E27FC236}">
                <a16:creationId xmlns:a16="http://schemas.microsoft.com/office/drawing/2014/main" id="{AE00E6FE-A5CF-410A-B733-4ACCCEA7CD2D}"/>
              </a:ext>
            </a:extLst>
          </p:cNvPr>
          <p:cNvPicPr>
            <a:picLocks noChangeAspect="1"/>
          </p:cNvPicPr>
          <p:nvPr/>
        </p:nvPicPr>
        <p:blipFill>
          <a:blip r:embed="rId2"/>
          <a:stretch>
            <a:fillRect/>
          </a:stretch>
        </p:blipFill>
        <p:spPr>
          <a:xfrm>
            <a:off x="7522992" y="2203082"/>
            <a:ext cx="4378276" cy="245183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406497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41CF8B-EA05-4DAF-A8AB-2DD6C1EC1F4C}"/>
              </a:ext>
            </a:extLst>
          </p:cNvPr>
          <p:cNvSpPr>
            <a:spLocks noGrp="1"/>
          </p:cNvSpPr>
          <p:nvPr>
            <p:ph type="title"/>
          </p:nvPr>
        </p:nvSpPr>
        <p:spPr>
          <a:xfrm>
            <a:off x="839788" y="457200"/>
            <a:ext cx="3932237" cy="851095"/>
          </a:xfrm>
        </p:spPr>
        <p:txBody>
          <a:bodyPr>
            <a:normAutofit/>
          </a:bodyPr>
          <a:lstStyle/>
          <a:p>
            <a:r>
              <a:rPr lang="es-MX" sz="2800" b="1" dirty="0">
                <a:latin typeface="Arial Narrow" panose="020B0606020202030204" pitchFamily="34" charset="0"/>
              </a:rPr>
              <a:t>SALSAS Y ADEREZOS</a:t>
            </a:r>
            <a:endParaRPr lang="es-CO" sz="2800" b="1" dirty="0">
              <a:latin typeface="Arial Narrow" panose="020B0606020202030204" pitchFamily="34" charset="0"/>
            </a:endParaRPr>
          </a:p>
        </p:txBody>
      </p:sp>
      <p:pic>
        <p:nvPicPr>
          <p:cNvPr id="6" name="Marcador de posición de imagen 5">
            <a:extLst>
              <a:ext uri="{FF2B5EF4-FFF2-40B4-BE49-F238E27FC236}">
                <a16:creationId xmlns:a16="http://schemas.microsoft.com/office/drawing/2014/main" id="{69F4C72F-3599-470A-A264-CA0339DFF146}"/>
              </a:ext>
            </a:extLst>
          </p:cNvPr>
          <p:cNvPicPr>
            <a:picLocks noGrp="1" noChangeAspect="1"/>
          </p:cNvPicPr>
          <p:nvPr>
            <p:ph type="pic"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5623" r="5623"/>
          <a:stretch>
            <a:fillRect/>
          </a:stretch>
        </p:blipFill>
        <p:spPr>
          <a:xfrm>
            <a:off x="5292553" y="882747"/>
            <a:ext cx="6172200" cy="487362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4" name="Marcador de texto 3">
            <a:extLst>
              <a:ext uri="{FF2B5EF4-FFF2-40B4-BE49-F238E27FC236}">
                <a16:creationId xmlns:a16="http://schemas.microsoft.com/office/drawing/2014/main" id="{4ED3BB73-F6C4-42BD-9737-4FE1ED56511A}"/>
              </a:ext>
            </a:extLst>
          </p:cNvPr>
          <p:cNvSpPr>
            <a:spLocks noGrp="1"/>
          </p:cNvSpPr>
          <p:nvPr>
            <p:ph type="body" sz="half" idx="2"/>
          </p:nvPr>
        </p:nvSpPr>
        <p:spPr>
          <a:xfrm>
            <a:off x="839788" y="2057400"/>
            <a:ext cx="4196446" cy="3811588"/>
          </a:xfrm>
        </p:spPr>
        <p:txBody>
          <a:bodyPr>
            <a:normAutofit/>
          </a:bodyPr>
          <a:lstStyle/>
          <a:p>
            <a:r>
              <a:rPr lang="es-ES" sz="2000" dirty="0">
                <a:latin typeface="Arial Narrow" panose="020B0606020202030204" pitchFamily="34" charset="0"/>
              </a:rPr>
              <a:t>Salsa, aderezo u otra sustancia que se añade a la comida para darle más sabor o hacerla más gustosa</a:t>
            </a:r>
            <a:endParaRPr lang="es-CO" sz="2000" dirty="0">
              <a:latin typeface="Arial Narrow" panose="020B0606020202030204" pitchFamily="34" charset="0"/>
            </a:endParaRPr>
          </a:p>
        </p:txBody>
      </p:sp>
    </p:spTree>
    <p:extLst>
      <p:ext uri="{BB962C8B-B14F-4D97-AF65-F5344CB8AC3E}">
        <p14:creationId xmlns:p14="http://schemas.microsoft.com/office/powerpoint/2010/main" val="7556917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41CF8B-EA05-4DAF-A8AB-2DD6C1EC1F4C}"/>
              </a:ext>
            </a:extLst>
          </p:cNvPr>
          <p:cNvSpPr>
            <a:spLocks noGrp="1"/>
          </p:cNvSpPr>
          <p:nvPr>
            <p:ph type="title"/>
          </p:nvPr>
        </p:nvSpPr>
        <p:spPr>
          <a:xfrm>
            <a:off x="839788" y="457200"/>
            <a:ext cx="3932237" cy="851095"/>
          </a:xfrm>
        </p:spPr>
        <p:txBody>
          <a:bodyPr>
            <a:normAutofit/>
          </a:bodyPr>
          <a:lstStyle/>
          <a:p>
            <a:r>
              <a:rPr lang="es-MX" sz="2800" b="1" dirty="0">
                <a:latin typeface="Arial Narrow" panose="020B0606020202030204" pitchFamily="34" charset="0"/>
              </a:rPr>
              <a:t>SALSAS Y ADEREZOS</a:t>
            </a:r>
            <a:endParaRPr lang="es-CO" sz="2800" b="1" dirty="0">
              <a:latin typeface="Arial Narrow" panose="020B0606020202030204" pitchFamily="34" charset="0"/>
            </a:endParaRPr>
          </a:p>
        </p:txBody>
      </p:sp>
      <p:sp>
        <p:nvSpPr>
          <p:cNvPr id="4" name="Marcador de texto 3">
            <a:extLst>
              <a:ext uri="{FF2B5EF4-FFF2-40B4-BE49-F238E27FC236}">
                <a16:creationId xmlns:a16="http://schemas.microsoft.com/office/drawing/2014/main" id="{4ED3BB73-F6C4-42BD-9737-4FE1ED56511A}"/>
              </a:ext>
            </a:extLst>
          </p:cNvPr>
          <p:cNvSpPr>
            <a:spLocks noGrp="1"/>
          </p:cNvSpPr>
          <p:nvPr>
            <p:ph type="body" sz="half" idx="2"/>
          </p:nvPr>
        </p:nvSpPr>
        <p:spPr>
          <a:xfrm>
            <a:off x="422031" y="2057400"/>
            <a:ext cx="4614203" cy="3811588"/>
          </a:xfrm>
        </p:spPr>
        <p:txBody>
          <a:bodyPr>
            <a:normAutofit/>
          </a:bodyPr>
          <a:lstStyle/>
          <a:p>
            <a:r>
              <a:rPr lang="es-MX" sz="2000" b="1" dirty="0">
                <a:latin typeface="Arial Narrow" panose="020B0606020202030204" pitchFamily="34" charset="0"/>
              </a:rPr>
              <a:t>CHIMICHURRI</a:t>
            </a:r>
            <a:r>
              <a:rPr lang="es-MX" sz="2000" dirty="0">
                <a:latin typeface="Arial Narrow" panose="020B0606020202030204" pitchFamily="34" charset="0"/>
              </a:rPr>
              <a:t>: 2 dientes de ajo, ½ taza de aceite ,¾ de taza de perejil ,1 cucharada de limón, 1cucharadita de sal</a:t>
            </a:r>
          </a:p>
          <a:p>
            <a:endParaRPr lang="es-CO" sz="2000" dirty="0">
              <a:latin typeface="Arial Narrow" panose="020B0606020202030204" pitchFamily="34" charset="0"/>
            </a:endParaRPr>
          </a:p>
        </p:txBody>
      </p:sp>
      <p:pic>
        <p:nvPicPr>
          <p:cNvPr id="8" name="Marcador de posición de imagen 7">
            <a:extLst>
              <a:ext uri="{FF2B5EF4-FFF2-40B4-BE49-F238E27FC236}">
                <a16:creationId xmlns:a16="http://schemas.microsoft.com/office/drawing/2014/main" id="{2584FAEB-1BB3-45A1-9CA2-CE7C7FC32DB0}"/>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012" t="-163" r="13496" b="5541"/>
          <a:stretch/>
        </p:blipFill>
        <p:spPr>
          <a:xfrm>
            <a:off x="5183188" y="987425"/>
            <a:ext cx="6172200" cy="4611517"/>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9315620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41CF8B-EA05-4DAF-A8AB-2DD6C1EC1F4C}"/>
              </a:ext>
            </a:extLst>
          </p:cNvPr>
          <p:cNvSpPr>
            <a:spLocks noGrp="1"/>
          </p:cNvSpPr>
          <p:nvPr>
            <p:ph type="title"/>
          </p:nvPr>
        </p:nvSpPr>
        <p:spPr>
          <a:xfrm>
            <a:off x="839788" y="457200"/>
            <a:ext cx="3932237" cy="851095"/>
          </a:xfrm>
        </p:spPr>
        <p:txBody>
          <a:bodyPr>
            <a:normAutofit/>
          </a:bodyPr>
          <a:lstStyle/>
          <a:p>
            <a:r>
              <a:rPr lang="es-MX" sz="2800" b="1" dirty="0">
                <a:latin typeface="Arial Narrow" panose="020B0606020202030204" pitchFamily="34" charset="0"/>
              </a:rPr>
              <a:t>SALSAS Y ADEREZOS</a:t>
            </a:r>
            <a:endParaRPr lang="es-CO" sz="2800" b="1" dirty="0">
              <a:latin typeface="Arial Narrow" panose="020B0606020202030204" pitchFamily="34" charset="0"/>
            </a:endParaRPr>
          </a:p>
        </p:txBody>
      </p:sp>
      <p:sp>
        <p:nvSpPr>
          <p:cNvPr id="4" name="Marcador de texto 3">
            <a:extLst>
              <a:ext uri="{FF2B5EF4-FFF2-40B4-BE49-F238E27FC236}">
                <a16:creationId xmlns:a16="http://schemas.microsoft.com/office/drawing/2014/main" id="{4ED3BB73-F6C4-42BD-9737-4FE1ED56511A}"/>
              </a:ext>
            </a:extLst>
          </p:cNvPr>
          <p:cNvSpPr>
            <a:spLocks noGrp="1"/>
          </p:cNvSpPr>
          <p:nvPr>
            <p:ph type="body" sz="half" idx="2"/>
          </p:nvPr>
        </p:nvSpPr>
        <p:spPr>
          <a:xfrm>
            <a:off x="422031" y="2057400"/>
            <a:ext cx="4614203" cy="3811588"/>
          </a:xfrm>
        </p:spPr>
        <p:txBody>
          <a:bodyPr>
            <a:normAutofit/>
          </a:bodyPr>
          <a:lstStyle/>
          <a:p>
            <a:r>
              <a:rPr lang="es-CO" sz="2000" b="1" dirty="0">
                <a:latin typeface="Arial Narrow" panose="020B0606020202030204" pitchFamily="34" charset="0"/>
              </a:rPr>
              <a:t>GUACAMOLE</a:t>
            </a:r>
            <a:r>
              <a:rPr lang="es-CO" sz="2000" dirty="0">
                <a:latin typeface="Arial Narrow" panose="020B0606020202030204" pitchFamily="34" charset="0"/>
              </a:rPr>
              <a:t>: 1 aguacate grande maduro, ajo macerado finamente, 1 cucharada de jugo de limon,1 cucharadita de sal, ¼ de cebolla finamente picado, tomate mediana finamente picado, 1 cucharada de cilantro finamente picado.</a:t>
            </a:r>
          </a:p>
          <a:p>
            <a:endParaRPr lang="es-CO" sz="2000" dirty="0">
              <a:latin typeface="Arial Narrow" panose="020B0606020202030204" pitchFamily="34" charset="0"/>
            </a:endParaRPr>
          </a:p>
        </p:txBody>
      </p:sp>
      <p:pic>
        <p:nvPicPr>
          <p:cNvPr id="7" name="Marcador de posición de imagen 6">
            <a:extLst>
              <a:ext uri="{FF2B5EF4-FFF2-40B4-BE49-F238E27FC236}">
                <a16:creationId xmlns:a16="http://schemas.microsoft.com/office/drawing/2014/main" id="{25C74D75-84AB-408D-A8FD-F646C6287B5C}"/>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32534" b="18859"/>
          <a:stretch/>
        </p:blipFill>
        <p:spPr>
          <a:xfrm>
            <a:off x="5597769" y="1916723"/>
            <a:ext cx="6172200" cy="380365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1933266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41CF8B-EA05-4DAF-A8AB-2DD6C1EC1F4C}"/>
              </a:ext>
            </a:extLst>
          </p:cNvPr>
          <p:cNvSpPr>
            <a:spLocks noGrp="1"/>
          </p:cNvSpPr>
          <p:nvPr>
            <p:ph type="title"/>
          </p:nvPr>
        </p:nvSpPr>
        <p:spPr>
          <a:xfrm>
            <a:off x="839788" y="457200"/>
            <a:ext cx="3932237" cy="851095"/>
          </a:xfrm>
        </p:spPr>
        <p:txBody>
          <a:bodyPr>
            <a:normAutofit/>
          </a:bodyPr>
          <a:lstStyle/>
          <a:p>
            <a:r>
              <a:rPr lang="es-MX" sz="2800" b="1" dirty="0">
                <a:latin typeface="Arial Narrow" panose="020B0606020202030204" pitchFamily="34" charset="0"/>
              </a:rPr>
              <a:t>SALSAS Y ADEREZOS</a:t>
            </a:r>
            <a:endParaRPr lang="es-CO" sz="2800" b="1" dirty="0">
              <a:latin typeface="Arial Narrow" panose="020B0606020202030204" pitchFamily="34" charset="0"/>
            </a:endParaRPr>
          </a:p>
        </p:txBody>
      </p:sp>
      <p:sp>
        <p:nvSpPr>
          <p:cNvPr id="4" name="Marcador de texto 3">
            <a:extLst>
              <a:ext uri="{FF2B5EF4-FFF2-40B4-BE49-F238E27FC236}">
                <a16:creationId xmlns:a16="http://schemas.microsoft.com/office/drawing/2014/main" id="{4ED3BB73-F6C4-42BD-9737-4FE1ED56511A}"/>
              </a:ext>
            </a:extLst>
          </p:cNvPr>
          <p:cNvSpPr>
            <a:spLocks noGrp="1"/>
          </p:cNvSpPr>
          <p:nvPr>
            <p:ph type="body" sz="half" idx="2"/>
          </p:nvPr>
        </p:nvSpPr>
        <p:spPr>
          <a:xfrm>
            <a:off x="422031" y="2057400"/>
            <a:ext cx="4614203" cy="3811588"/>
          </a:xfrm>
        </p:spPr>
        <p:txBody>
          <a:bodyPr>
            <a:normAutofit/>
          </a:bodyPr>
          <a:lstStyle/>
          <a:p>
            <a:r>
              <a:rPr lang="es-MX" sz="2000" b="1" dirty="0">
                <a:latin typeface="Arial Narrow" panose="020B0606020202030204" pitchFamily="34" charset="0"/>
              </a:rPr>
              <a:t>HUMUS</a:t>
            </a:r>
            <a:r>
              <a:rPr lang="es-MX" sz="2000" dirty="0">
                <a:latin typeface="Arial Narrow" panose="020B0606020202030204" pitchFamily="34" charset="0"/>
              </a:rPr>
              <a:t>: 1 taza de garbanzos cocidos , ½ taza de agua de la cocción de los garbanzos, 1 cucharada de aceite de oliva, ¼ de semillas de ajonjolí, 1 ½ cucharadas de jugo de limón, 2 dientes de ajo, ½ cucharadita de sal</a:t>
            </a:r>
          </a:p>
          <a:p>
            <a:endParaRPr lang="es-CO" sz="2000" dirty="0">
              <a:latin typeface="Arial Narrow" panose="020B0606020202030204" pitchFamily="34" charset="0"/>
            </a:endParaRPr>
          </a:p>
        </p:txBody>
      </p:sp>
      <p:pic>
        <p:nvPicPr>
          <p:cNvPr id="11" name="Marcador de posición de imagen 10">
            <a:extLst>
              <a:ext uri="{FF2B5EF4-FFF2-40B4-BE49-F238E27FC236}">
                <a16:creationId xmlns:a16="http://schemas.microsoft.com/office/drawing/2014/main" id="{30DAFC7C-03B7-4EE6-B959-93559FB8BB24}"/>
              </a:ext>
            </a:extLst>
          </p:cNvPr>
          <p:cNvPicPr>
            <a:picLocks noGrp="1" noChangeAspect="1"/>
          </p:cNvPicPr>
          <p:nvPr>
            <p:ph type="pic"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508" r="2508"/>
          <a:stretch>
            <a:fillRect/>
          </a:stretch>
        </p:blipFill>
        <p:spPr>
          <a:prstGeom prst="ellipse">
            <a:avLst/>
          </a:prstGeom>
          <a:ln>
            <a:noFill/>
          </a:ln>
          <a:effectLst>
            <a:softEdge rad="112500"/>
          </a:effectLst>
        </p:spPr>
      </p:pic>
    </p:spTree>
    <p:extLst>
      <p:ext uri="{BB962C8B-B14F-4D97-AF65-F5344CB8AC3E}">
        <p14:creationId xmlns:p14="http://schemas.microsoft.com/office/powerpoint/2010/main" val="1081392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41CF8B-EA05-4DAF-A8AB-2DD6C1EC1F4C}"/>
              </a:ext>
            </a:extLst>
          </p:cNvPr>
          <p:cNvSpPr>
            <a:spLocks noGrp="1"/>
          </p:cNvSpPr>
          <p:nvPr>
            <p:ph type="title"/>
          </p:nvPr>
        </p:nvSpPr>
        <p:spPr>
          <a:xfrm>
            <a:off x="839788" y="457200"/>
            <a:ext cx="3932237" cy="851095"/>
          </a:xfrm>
        </p:spPr>
        <p:txBody>
          <a:bodyPr>
            <a:normAutofit/>
          </a:bodyPr>
          <a:lstStyle/>
          <a:p>
            <a:r>
              <a:rPr lang="es-MX" sz="2800" b="1" dirty="0">
                <a:latin typeface="Arial Narrow" panose="020B0606020202030204" pitchFamily="34" charset="0"/>
              </a:rPr>
              <a:t>SALSAS Y ADEREZOS</a:t>
            </a:r>
            <a:endParaRPr lang="es-CO" sz="2800" b="1" dirty="0">
              <a:latin typeface="Arial Narrow" panose="020B0606020202030204" pitchFamily="34" charset="0"/>
            </a:endParaRPr>
          </a:p>
        </p:txBody>
      </p:sp>
      <p:sp>
        <p:nvSpPr>
          <p:cNvPr id="4" name="Marcador de texto 3">
            <a:extLst>
              <a:ext uri="{FF2B5EF4-FFF2-40B4-BE49-F238E27FC236}">
                <a16:creationId xmlns:a16="http://schemas.microsoft.com/office/drawing/2014/main" id="{4ED3BB73-F6C4-42BD-9737-4FE1ED56511A}"/>
              </a:ext>
            </a:extLst>
          </p:cNvPr>
          <p:cNvSpPr>
            <a:spLocks noGrp="1"/>
          </p:cNvSpPr>
          <p:nvPr>
            <p:ph type="body" sz="half" idx="2"/>
          </p:nvPr>
        </p:nvSpPr>
        <p:spPr>
          <a:xfrm>
            <a:off x="422031" y="2057400"/>
            <a:ext cx="4614203" cy="3811588"/>
          </a:xfrm>
        </p:spPr>
        <p:txBody>
          <a:bodyPr>
            <a:normAutofit/>
          </a:bodyPr>
          <a:lstStyle/>
          <a:p>
            <a:r>
              <a:rPr lang="es-MX" sz="2000" b="1" dirty="0">
                <a:latin typeface="Arial Narrow" panose="020B0606020202030204" pitchFamily="34" charset="0"/>
              </a:rPr>
              <a:t>MANTEQUILLA DE COCO Y ZANAHORIA</a:t>
            </a:r>
            <a:r>
              <a:rPr lang="es-MX" sz="2000" dirty="0">
                <a:latin typeface="Arial Narrow" panose="020B0606020202030204" pitchFamily="34" charset="0"/>
              </a:rPr>
              <a:t>: 1 taza de crema de coco, 1 taza de aceite prensado en frio, 2 zanahorias medianas cocidas, 2 cucharaditas de sal, 2 cucharaditas de lecitina, 1 taza de agua </a:t>
            </a:r>
          </a:p>
          <a:p>
            <a:endParaRPr lang="es-CO" sz="2000" dirty="0">
              <a:latin typeface="Arial Narrow" panose="020B0606020202030204" pitchFamily="34" charset="0"/>
            </a:endParaRPr>
          </a:p>
        </p:txBody>
      </p:sp>
      <p:pic>
        <p:nvPicPr>
          <p:cNvPr id="6" name="Imagen 5">
            <a:extLst>
              <a:ext uri="{FF2B5EF4-FFF2-40B4-BE49-F238E27FC236}">
                <a16:creationId xmlns:a16="http://schemas.microsoft.com/office/drawing/2014/main" id="{B647D47C-528D-4F4C-B965-980A07FC705F}"/>
              </a:ext>
            </a:extLst>
          </p:cNvPr>
          <p:cNvPicPr>
            <a:picLocks noChangeAspect="1"/>
          </p:cNvPicPr>
          <p:nvPr/>
        </p:nvPicPr>
        <p:blipFill>
          <a:blip r:embed="rId2"/>
          <a:stretch>
            <a:fillRect/>
          </a:stretch>
        </p:blipFill>
        <p:spPr>
          <a:xfrm>
            <a:off x="5447397" y="1855835"/>
            <a:ext cx="5910632" cy="2955316"/>
          </a:xfrm>
          <a:prstGeom prst="rect">
            <a:avLst/>
          </a:prstGeom>
          <a:ln>
            <a:noFill/>
          </a:ln>
          <a:effectLst>
            <a:softEdge rad="112500"/>
          </a:effectLst>
        </p:spPr>
      </p:pic>
    </p:spTree>
    <p:extLst>
      <p:ext uri="{BB962C8B-B14F-4D97-AF65-F5344CB8AC3E}">
        <p14:creationId xmlns:p14="http://schemas.microsoft.com/office/powerpoint/2010/main" val="22546089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41CF8B-EA05-4DAF-A8AB-2DD6C1EC1F4C}"/>
              </a:ext>
            </a:extLst>
          </p:cNvPr>
          <p:cNvSpPr>
            <a:spLocks noGrp="1"/>
          </p:cNvSpPr>
          <p:nvPr>
            <p:ph type="title"/>
          </p:nvPr>
        </p:nvSpPr>
        <p:spPr>
          <a:xfrm>
            <a:off x="839788" y="457200"/>
            <a:ext cx="3932237" cy="851095"/>
          </a:xfrm>
        </p:spPr>
        <p:txBody>
          <a:bodyPr>
            <a:normAutofit/>
          </a:bodyPr>
          <a:lstStyle/>
          <a:p>
            <a:r>
              <a:rPr lang="es-MX" sz="2800" b="1" dirty="0">
                <a:latin typeface="Arial Narrow" panose="020B0606020202030204" pitchFamily="34" charset="0"/>
              </a:rPr>
              <a:t>SALSAS Y ADEREZOS</a:t>
            </a:r>
            <a:endParaRPr lang="es-CO" sz="2800" b="1" dirty="0">
              <a:latin typeface="Arial Narrow" panose="020B0606020202030204" pitchFamily="34" charset="0"/>
            </a:endParaRPr>
          </a:p>
        </p:txBody>
      </p:sp>
      <p:sp>
        <p:nvSpPr>
          <p:cNvPr id="4" name="Marcador de texto 3">
            <a:extLst>
              <a:ext uri="{FF2B5EF4-FFF2-40B4-BE49-F238E27FC236}">
                <a16:creationId xmlns:a16="http://schemas.microsoft.com/office/drawing/2014/main" id="{4ED3BB73-F6C4-42BD-9737-4FE1ED56511A}"/>
              </a:ext>
            </a:extLst>
          </p:cNvPr>
          <p:cNvSpPr>
            <a:spLocks noGrp="1"/>
          </p:cNvSpPr>
          <p:nvPr>
            <p:ph type="body" sz="half" idx="2"/>
          </p:nvPr>
        </p:nvSpPr>
        <p:spPr>
          <a:xfrm>
            <a:off x="422031" y="2057400"/>
            <a:ext cx="4614203" cy="3811588"/>
          </a:xfrm>
        </p:spPr>
        <p:txBody>
          <a:bodyPr>
            <a:normAutofit/>
          </a:bodyPr>
          <a:lstStyle/>
          <a:p>
            <a:r>
              <a:rPr lang="es-CO" sz="2000" b="1" dirty="0">
                <a:latin typeface="Arial Narrow" panose="020B0606020202030204" pitchFamily="34" charset="0"/>
              </a:rPr>
              <a:t>SALSA DE TOMATE</a:t>
            </a:r>
            <a:r>
              <a:rPr lang="es-CO" sz="2000" dirty="0">
                <a:latin typeface="Arial Narrow" panose="020B0606020202030204" pitchFamily="34" charset="0"/>
              </a:rPr>
              <a:t>:  2 tomates, zumo de naranja de media naranja, 1 hoja de laurel, 1 ajo , 1 cucharada de melado de panela, 1 pizca de sal</a:t>
            </a:r>
          </a:p>
          <a:p>
            <a:endParaRPr lang="es-CO" sz="2000" dirty="0">
              <a:latin typeface="Arial Narrow" panose="020B0606020202030204" pitchFamily="34" charset="0"/>
            </a:endParaRPr>
          </a:p>
        </p:txBody>
      </p:sp>
      <p:pic>
        <p:nvPicPr>
          <p:cNvPr id="7" name="Marcador de posición de imagen 6">
            <a:extLst>
              <a:ext uri="{FF2B5EF4-FFF2-40B4-BE49-F238E27FC236}">
                <a16:creationId xmlns:a16="http://schemas.microsoft.com/office/drawing/2014/main" id="{642142A8-A214-4593-8A44-584A1347ABD7}"/>
              </a:ext>
            </a:extLst>
          </p:cNvPr>
          <p:cNvPicPr>
            <a:picLocks noGrp="1" noChangeAspect="1"/>
          </p:cNvPicPr>
          <p:nvPr>
            <p:ph type="pic"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255" r="2255"/>
          <a:stretch>
            <a:fillRect/>
          </a:stretch>
        </p:blipFill>
        <p:spPr>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5671857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lumMod val="75000"/>
            <a:alpha val="84000"/>
          </a:schemeClr>
        </a:solidFill>
        <a:effectLst/>
      </p:bgPr>
    </p:bg>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18F6A5E1-0D51-4F63-BCB2-FDCAE9EF5C66}"/>
              </a:ext>
            </a:extLst>
          </p:cNvPr>
          <p:cNvSpPr>
            <a:spLocks noGrp="1"/>
          </p:cNvSpPr>
          <p:nvPr>
            <p:ph type="title"/>
          </p:nvPr>
        </p:nvSpPr>
        <p:spPr>
          <a:xfrm>
            <a:off x="839788" y="457200"/>
            <a:ext cx="3932237" cy="977705"/>
          </a:xfrm>
        </p:spPr>
        <p:txBody>
          <a:bodyPr/>
          <a:lstStyle/>
          <a:p>
            <a:r>
              <a:rPr lang="es-MX" b="1" dirty="0">
                <a:latin typeface="Arial Narrow" panose="020B0606020202030204" pitchFamily="34" charset="0"/>
              </a:rPr>
              <a:t>ARROCES</a:t>
            </a:r>
            <a:endParaRPr lang="es-CO" b="1" dirty="0">
              <a:latin typeface="Arial Narrow" panose="020B0606020202030204" pitchFamily="34" charset="0"/>
            </a:endParaRPr>
          </a:p>
        </p:txBody>
      </p:sp>
      <p:sp>
        <p:nvSpPr>
          <p:cNvPr id="6" name="Marcador de texto 5">
            <a:extLst>
              <a:ext uri="{FF2B5EF4-FFF2-40B4-BE49-F238E27FC236}">
                <a16:creationId xmlns:a16="http://schemas.microsoft.com/office/drawing/2014/main" id="{B9A767D5-A4EE-4CF2-BDD5-669C7CF53C4B}"/>
              </a:ext>
            </a:extLst>
          </p:cNvPr>
          <p:cNvSpPr>
            <a:spLocks noGrp="1"/>
          </p:cNvSpPr>
          <p:nvPr>
            <p:ph type="body" sz="half" idx="2"/>
          </p:nvPr>
        </p:nvSpPr>
        <p:spPr/>
        <p:txBody>
          <a:bodyPr>
            <a:normAutofit/>
          </a:bodyPr>
          <a:lstStyle/>
          <a:p>
            <a:r>
              <a:rPr lang="es-MX" sz="2000" dirty="0">
                <a:latin typeface="Arial Narrow" panose="020B0606020202030204" pitchFamily="34" charset="0"/>
              </a:rPr>
              <a:t>El plato principal de muchas comidas, escojamos siempre que sea colorido y acompañado de vegetales</a:t>
            </a:r>
            <a:endParaRPr lang="es-CO" sz="2000" dirty="0">
              <a:latin typeface="Arial Narrow" panose="020B0606020202030204" pitchFamily="34" charset="0"/>
            </a:endParaRPr>
          </a:p>
        </p:txBody>
      </p:sp>
      <p:pic>
        <p:nvPicPr>
          <p:cNvPr id="7" name="Imagen 6">
            <a:extLst>
              <a:ext uri="{FF2B5EF4-FFF2-40B4-BE49-F238E27FC236}">
                <a16:creationId xmlns:a16="http://schemas.microsoft.com/office/drawing/2014/main" id="{61A90B5E-9F0F-4F8B-8293-F7C5E5457498}"/>
              </a:ext>
            </a:extLst>
          </p:cNvPr>
          <p:cNvPicPr>
            <a:picLocks noChangeAspect="1"/>
          </p:cNvPicPr>
          <p:nvPr/>
        </p:nvPicPr>
        <p:blipFill>
          <a:blip r:embed="rId2"/>
          <a:stretch>
            <a:fillRect/>
          </a:stretch>
        </p:blipFill>
        <p:spPr>
          <a:xfrm>
            <a:off x="5179988" y="1144863"/>
            <a:ext cx="6298833" cy="472412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3223807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lumMod val="75000"/>
            <a:alpha val="84000"/>
          </a:schemeClr>
        </a:solid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xfrm>
            <a:off x="607901" y="188641"/>
            <a:ext cx="5251939" cy="864097"/>
          </a:xfrm>
        </p:spPr>
        <p:txBody>
          <a:bodyPr>
            <a:normAutofit/>
          </a:bodyPr>
          <a:lstStyle/>
          <a:p>
            <a:pPr algn="ctr"/>
            <a:r>
              <a:rPr lang="es-ES" sz="3200" b="1" dirty="0">
                <a:latin typeface="Arial Narrow" panose="020B0606020202030204" pitchFamily="34" charset="0"/>
              </a:rPr>
              <a:t>ARROZ INTEGRAL</a:t>
            </a:r>
            <a:endParaRPr lang="es-CO" sz="3200" b="1" dirty="0">
              <a:latin typeface="Arial Narrow" panose="020B0606020202030204" pitchFamily="34" charset="0"/>
            </a:endParaRPr>
          </a:p>
        </p:txBody>
      </p:sp>
      <p:sp>
        <p:nvSpPr>
          <p:cNvPr id="3" name="2 Marcador de contenido"/>
          <p:cNvSpPr>
            <a:spLocks noGrp="1"/>
          </p:cNvSpPr>
          <p:nvPr>
            <p:ph idx="1"/>
          </p:nvPr>
        </p:nvSpPr>
        <p:spPr>
          <a:xfrm>
            <a:off x="326547" y="912061"/>
            <a:ext cx="6847976" cy="5757298"/>
          </a:xfrm>
        </p:spPr>
        <p:txBody>
          <a:bodyPr>
            <a:noAutofit/>
          </a:bodyPr>
          <a:lstStyle/>
          <a:p>
            <a:pPr marL="0" indent="0">
              <a:buNone/>
            </a:pPr>
            <a:r>
              <a:rPr lang="es-ES" sz="2000" b="1" dirty="0">
                <a:latin typeface="Arial Narrow" panose="020B0606020202030204" pitchFamily="34" charset="0"/>
              </a:rPr>
              <a:t>INGREDIENTES</a:t>
            </a:r>
            <a:r>
              <a:rPr lang="es-ES" sz="2000" dirty="0">
                <a:latin typeface="Arial Narrow" panose="020B0606020202030204" pitchFamily="34" charset="0"/>
              </a:rPr>
              <a:t>: 1 lb arroz integral, ½ cebolla cabezona picada, 1 ajo picado finamente, sal al gusto, aceite 4 cucharadas.</a:t>
            </a:r>
          </a:p>
          <a:p>
            <a:pPr marL="0" indent="0">
              <a:buNone/>
            </a:pPr>
            <a:r>
              <a:rPr lang="es-ES" sz="2000" b="1" dirty="0">
                <a:latin typeface="Arial Narrow" panose="020B0606020202030204" pitchFamily="34" charset="0"/>
              </a:rPr>
              <a:t>PROCEDIMIENTO</a:t>
            </a:r>
            <a:r>
              <a:rPr lang="es-ES" sz="2000" dirty="0">
                <a:latin typeface="Arial Narrow" panose="020B0606020202030204" pitchFamily="34" charset="0"/>
              </a:rPr>
              <a:t>: agregamos a un sartén la cebolla picada, el ajo, el arroz y vamos a tostar nuestro arroz para que coja sabor después agregamos 6 tazas de agua a nuestro arroz, cuando se consuma el agua bajamos el fuego y esperamos a que termine de cocer</a:t>
            </a:r>
          </a:p>
          <a:p>
            <a:pPr>
              <a:buFont typeface="Wingdings" pitchFamily="2" charset="2"/>
              <a:buChar char="§"/>
            </a:pPr>
            <a:r>
              <a:rPr lang="es-ES" sz="2000" dirty="0">
                <a:latin typeface="Arial Narrow" panose="020B0606020202030204" pitchFamily="34" charset="0"/>
              </a:rPr>
              <a:t>Destapado y con agua medida: se usa una proporción de 3 vasos de agua por cada vaso de arroz crudo. Se pone el agua a hervir e inmediatamente añadimos el arroz y la sal. Se baja el fuego y se deja cocer de 40 a 45 minutos.</a:t>
            </a:r>
          </a:p>
          <a:p>
            <a:pPr>
              <a:buFont typeface="Wingdings" pitchFamily="2" charset="2"/>
              <a:buChar char="§"/>
            </a:pPr>
            <a:r>
              <a:rPr lang="es-ES" sz="2000" dirty="0">
                <a:latin typeface="Arial Narrow" panose="020B0606020202030204" pitchFamily="34" charset="0"/>
              </a:rPr>
              <a:t>En arrocera eléctrica: Poner todos los ingredientes en la arrocera (agua, sal y arroz), tapar y poner la arrocera en modo cocción hasta que se apague sola. No destapamos la arrocera hasta que no haya terminado.</a:t>
            </a:r>
          </a:p>
          <a:p>
            <a:pPr>
              <a:buFont typeface="Wingdings" pitchFamily="2" charset="2"/>
              <a:buChar char="§"/>
            </a:pPr>
            <a:r>
              <a:rPr lang="es-ES" sz="2000" dirty="0">
                <a:latin typeface="Arial Narrow" panose="020B0606020202030204" pitchFamily="34" charset="0"/>
              </a:rPr>
              <a:t> Al vapor: dejar el arroz en remojo durante 2 o 3 horas. Escurrir y poner el arroz en un paño limpio que habremos colocado en la bandeja de la vaporera. Tapar la vaporera y dejar cocinar durante una hora. Dado que se trata de una cocción larga debes tener cuidado de que la vaporera no se queda sin agua</a:t>
            </a:r>
            <a:endParaRPr lang="es-CO" sz="2000" dirty="0">
              <a:latin typeface="Arial Narrow" panose="020B0606020202030204" pitchFamily="34" charset="0"/>
            </a:endParaRPr>
          </a:p>
        </p:txBody>
      </p:sp>
      <p:pic>
        <p:nvPicPr>
          <p:cNvPr id="5" name="Imagen 4">
            <a:extLst>
              <a:ext uri="{FF2B5EF4-FFF2-40B4-BE49-F238E27FC236}">
                <a16:creationId xmlns:a16="http://schemas.microsoft.com/office/drawing/2014/main" id="{5172A3DB-8099-4371-B2FF-6EB0D57738B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579203" y="1900091"/>
            <a:ext cx="4286250" cy="2466975"/>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9300512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lumMod val="75000"/>
            <a:alpha val="84000"/>
          </a:schemeClr>
        </a:solid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xfrm>
            <a:off x="487680" y="116634"/>
            <a:ext cx="3901440" cy="720079"/>
          </a:xfrm>
        </p:spPr>
        <p:txBody>
          <a:bodyPr>
            <a:normAutofit/>
          </a:bodyPr>
          <a:lstStyle/>
          <a:p>
            <a:pPr algn="ctr"/>
            <a:r>
              <a:rPr lang="es-ES" sz="3200" b="1" dirty="0">
                <a:latin typeface="Arial Narrow" panose="020B0606020202030204" pitchFamily="34" charset="0"/>
              </a:rPr>
              <a:t>ARROZ CHINO</a:t>
            </a:r>
            <a:endParaRPr lang="es-CO" sz="3200" b="1" dirty="0">
              <a:latin typeface="Arial Narrow" panose="020B0606020202030204" pitchFamily="34" charset="0"/>
            </a:endParaRPr>
          </a:p>
        </p:txBody>
      </p:sp>
      <p:sp>
        <p:nvSpPr>
          <p:cNvPr id="3" name="2 Marcador de contenido"/>
          <p:cNvSpPr>
            <a:spLocks noGrp="1"/>
          </p:cNvSpPr>
          <p:nvPr>
            <p:ph idx="1"/>
          </p:nvPr>
        </p:nvSpPr>
        <p:spPr>
          <a:xfrm>
            <a:off x="487680" y="836713"/>
            <a:ext cx="6897858" cy="5472649"/>
          </a:xfrm>
        </p:spPr>
        <p:txBody>
          <a:bodyPr>
            <a:noAutofit/>
          </a:bodyPr>
          <a:lstStyle/>
          <a:p>
            <a:pPr marL="0" indent="0">
              <a:buNone/>
            </a:pPr>
            <a:r>
              <a:rPr lang="es-ES" sz="2000" b="1" dirty="0">
                <a:latin typeface="Arial Narrow" panose="020B0606020202030204" pitchFamily="34" charset="0"/>
              </a:rPr>
              <a:t>INGREDIENTES</a:t>
            </a:r>
            <a:r>
              <a:rPr lang="es-ES" sz="2000" dirty="0">
                <a:latin typeface="Arial Narrow" panose="020B0606020202030204" pitchFamily="34" charset="0"/>
              </a:rPr>
              <a:t>: 1 LB arroz blanco, 1 puñado de germinados, salsa negra</a:t>
            </a:r>
          </a:p>
          <a:p>
            <a:r>
              <a:rPr lang="es-ES" sz="2000" dirty="0">
                <a:latin typeface="Arial Narrow" panose="020B0606020202030204" pitchFamily="34" charset="0"/>
              </a:rPr>
              <a:t>VEGETALES PICADOS EN JULIANA : zukini verde y amarillo, cebolla cabezona, pimentón verde, amarillo, rojo, zanahoria, habichuela, repollo morado, champiñones</a:t>
            </a:r>
          </a:p>
          <a:p>
            <a:endParaRPr lang="es-ES" sz="2000" dirty="0">
              <a:latin typeface="Arial Narrow" panose="020B0606020202030204" pitchFamily="34" charset="0"/>
            </a:endParaRPr>
          </a:p>
          <a:p>
            <a:pPr marL="0" indent="0">
              <a:buNone/>
            </a:pPr>
            <a:r>
              <a:rPr lang="es-ES" sz="2000" b="1" dirty="0">
                <a:latin typeface="Arial Narrow" panose="020B0606020202030204" pitchFamily="34" charset="0"/>
              </a:rPr>
              <a:t>PROCEDIMIENTO</a:t>
            </a:r>
            <a:r>
              <a:rPr lang="es-ES" sz="2000" dirty="0">
                <a:latin typeface="Arial Narrow" panose="020B0606020202030204" pitchFamily="34" charset="0"/>
              </a:rPr>
              <a:t>: - Poner cebolla larga picada, ajo picado en un caldero agregar el agua, el arroz, y llevar a ebullición. Cocer durante 20 minutos.</a:t>
            </a:r>
          </a:p>
          <a:p>
            <a:r>
              <a:rPr lang="es-ES" sz="2000" dirty="0">
                <a:latin typeface="Arial Narrow" panose="020B0606020202030204" pitchFamily="34" charset="0"/>
              </a:rPr>
              <a:t> Preparar la verdura. Cortar la zanahoria y el calabacín a rodajas, y estas rodajas cortarlas a tiras. La cebolla cortarla a daditos pequeños, el ajo laminado y la col a tira finitas.</a:t>
            </a:r>
          </a:p>
          <a:p>
            <a:r>
              <a:rPr lang="es-ES" sz="2000" dirty="0">
                <a:latin typeface="Arial Narrow" panose="020B0606020202030204" pitchFamily="34" charset="0"/>
              </a:rPr>
              <a:t>- En una sartén antiadherente, añadir aceite y añadir la zanahoria, cebolla y ajo  y el resto de las verduras. Saltearlo y cuando esté sacarlo de la sartén y reservarlo en un plato. Ahora, añadir la col, y los germinados. Saltearlo y cuando esté, sacarlo de la sartén y reservarlo. Saltear el calabacín y reservar.</a:t>
            </a:r>
          </a:p>
        </p:txBody>
      </p:sp>
      <p:pic>
        <p:nvPicPr>
          <p:cNvPr id="4" name="Imagen 3">
            <a:extLst>
              <a:ext uri="{FF2B5EF4-FFF2-40B4-BE49-F238E27FC236}">
                <a16:creationId xmlns:a16="http://schemas.microsoft.com/office/drawing/2014/main" id="{9A90DF71-70D3-446D-A9CE-9652CF9F160C}"/>
              </a:ext>
            </a:extLst>
          </p:cNvPr>
          <p:cNvPicPr>
            <a:picLocks noChangeAspect="1"/>
          </p:cNvPicPr>
          <p:nvPr/>
        </p:nvPicPr>
        <p:blipFill>
          <a:blip r:embed="rId2"/>
          <a:stretch>
            <a:fillRect/>
          </a:stretch>
        </p:blipFill>
        <p:spPr>
          <a:xfrm>
            <a:off x="7675098" y="1280746"/>
            <a:ext cx="4296508" cy="429650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486129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lumMod val="75000"/>
            <a:alpha val="84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5E48BE-8E4D-452F-AC38-216F9A83D9B5}"/>
              </a:ext>
            </a:extLst>
          </p:cNvPr>
          <p:cNvSpPr>
            <a:spLocks noGrp="1"/>
          </p:cNvSpPr>
          <p:nvPr>
            <p:ph type="title"/>
          </p:nvPr>
        </p:nvSpPr>
        <p:spPr>
          <a:xfrm>
            <a:off x="838201" y="365125"/>
            <a:ext cx="2720926" cy="1168253"/>
          </a:xfrm>
        </p:spPr>
        <p:txBody>
          <a:bodyPr>
            <a:normAutofit/>
          </a:bodyPr>
          <a:lstStyle/>
          <a:p>
            <a:r>
              <a:rPr lang="es-MX" sz="3200" b="1" dirty="0">
                <a:latin typeface="Arial Narrow" panose="020B0606020202030204" pitchFamily="34" charset="0"/>
              </a:rPr>
              <a:t>ARROZ CHINO</a:t>
            </a:r>
            <a:endParaRPr lang="es-CO" sz="3200" b="1" dirty="0">
              <a:latin typeface="Arial Narrow" panose="020B0606020202030204" pitchFamily="34" charset="0"/>
            </a:endParaRPr>
          </a:p>
        </p:txBody>
      </p:sp>
      <p:sp>
        <p:nvSpPr>
          <p:cNvPr id="3" name="Marcador de contenido 2">
            <a:extLst>
              <a:ext uri="{FF2B5EF4-FFF2-40B4-BE49-F238E27FC236}">
                <a16:creationId xmlns:a16="http://schemas.microsoft.com/office/drawing/2014/main" id="{F792E4F7-5E80-40D2-AC6C-CC50FF17BD85}"/>
              </a:ext>
            </a:extLst>
          </p:cNvPr>
          <p:cNvSpPr>
            <a:spLocks noGrp="1"/>
          </p:cNvSpPr>
          <p:nvPr>
            <p:ph idx="1"/>
          </p:nvPr>
        </p:nvSpPr>
        <p:spPr>
          <a:xfrm>
            <a:off x="838200" y="1825625"/>
            <a:ext cx="5257800" cy="4351338"/>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s-ES" sz="20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mn-cs"/>
              </a:rPr>
              <a:t> Si queremos añadirle tofu al arroz, podemos añadirlo de dos formas: desmigado o a daditos. Tal como lo queramos, lo saltearemos también en la sartén para marcarlo antes.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s-ES" sz="20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mn-cs"/>
              </a:rPr>
              <a:t>- Una vez todo salteado y marcado, en la sartén vacía añadiremos un chorrete de aceite y saltearemos el arroz a fuego y agregamos salsa de soya bien fuerte durante un par de minutos.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s-ES" sz="20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mn-cs"/>
              </a:rPr>
              <a:t>Cuando esté salteado, añadimos todas las verduras y el tofu, removemos salteando durante un minuto y añadiremos la salsa de soja, removiendo bien y haciendo que se integren todos los sabores.</a:t>
            </a:r>
            <a:endParaRPr kumimoji="0" lang="es-CO" sz="20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mn-cs"/>
            </a:endParaRPr>
          </a:p>
          <a:p>
            <a:endParaRPr lang="es-CO" dirty="0"/>
          </a:p>
        </p:txBody>
      </p:sp>
      <p:pic>
        <p:nvPicPr>
          <p:cNvPr id="4" name="Imagen 3">
            <a:extLst>
              <a:ext uri="{FF2B5EF4-FFF2-40B4-BE49-F238E27FC236}">
                <a16:creationId xmlns:a16="http://schemas.microsoft.com/office/drawing/2014/main" id="{34EE7E00-8BDF-4C99-987E-D69647DAEA94}"/>
              </a:ext>
            </a:extLst>
          </p:cNvPr>
          <p:cNvPicPr>
            <a:picLocks noChangeAspect="1"/>
          </p:cNvPicPr>
          <p:nvPr/>
        </p:nvPicPr>
        <p:blipFill>
          <a:blip r:embed="rId2"/>
          <a:stretch>
            <a:fillRect/>
          </a:stretch>
        </p:blipFill>
        <p:spPr>
          <a:xfrm>
            <a:off x="6465695" y="1952235"/>
            <a:ext cx="4888105" cy="325281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7453133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lumMod val="75000"/>
            <a:alpha val="84000"/>
          </a:schemeClr>
        </a:solid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xfrm>
            <a:off x="370449" y="405665"/>
            <a:ext cx="3427828" cy="792087"/>
          </a:xfrm>
        </p:spPr>
        <p:txBody>
          <a:bodyPr>
            <a:normAutofit/>
          </a:bodyPr>
          <a:lstStyle/>
          <a:p>
            <a:pPr algn="ctr"/>
            <a:r>
              <a:rPr lang="es-ES" sz="3200" b="1" dirty="0">
                <a:latin typeface="Arial Narrow" panose="020B0606020202030204" pitchFamily="34" charset="0"/>
              </a:rPr>
              <a:t>PAELLA</a:t>
            </a:r>
            <a:endParaRPr lang="es-CO" sz="3200" b="1" dirty="0">
              <a:latin typeface="Arial Narrow" panose="020B0606020202030204" pitchFamily="34" charset="0"/>
            </a:endParaRPr>
          </a:p>
        </p:txBody>
      </p:sp>
      <p:sp>
        <p:nvSpPr>
          <p:cNvPr id="3" name="2 Marcador de contenido"/>
          <p:cNvSpPr>
            <a:spLocks noGrp="1"/>
          </p:cNvSpPr>
          <p:nvPr>
            <p:ph idx="1"/>
          </p:nvPr>
        </p:nvSpPr>
        <p:spPr>
          <a:xfrm>
            <a:off x="370449" y="1339727"/>
            <a:ext cx="6255434" cy="5112608"/>
          </a:xfrm>
        </p:spPr>
        <p:txBody>
          <a:bodyPr>
            <a:normAutofit/>
          </a:bodyPr>
          <a:lstStyle/>
          <a:p>
            <a:pPr marL="0" indent="0">
              <a:buNone/>
            </a:pPr>
            <a:r>
              <a:rPr lang="es-ES" sz="2000" b="1" dirty="0">
                <a:latin typeface="Arial Narrow" panose="020B0606020202030204" pitchFamily="34" charset="0"/>
              </a:rPr>
              <a:t>INGREDIENTES</a:t>
            </a:r>
            <a:r>
              <a:rPr lang="es-ES" sz="2000" dirty="0">
                <a:latin typeface="Arial Narrow" panose="020B0606020202030204" pitchFamily="34" charset="0"/>
              </a:rPr>
              <a:t> : 1 libra de arroz integral, zanahoria, habichuela, pimentón, zukini, cebolla cabezona, 2 cucharadas de cúrcuma, 1 puñadito de garbanzos cocidos, 1 puñadito de arveja tierna cocidos, chicharrones de gluten.</a:t>
            </a:r>
          </a:p>
          <a:p>
            <a:pPr marL="0" indent="0">
              <a:buNone/>
            </a:pPr>
            <a:r>
              <a:rPr lang="es-ES" sz="2000" dirty="0">
                <a:latin typeface="Arial Narrow" panose="020B0606020202030204" pitchFamily="34" charset="0"/>
              </a:rPr>
              <a:t>NOTA : los vegetales cortados en juliana o cuadros</a:t>
            </a:r>
          </a:p>
          <a:p>
            <a:pPr marL="0" indent="0">
              <a:buNone/>
            </a:pPr>
            <a:r>
              <a:rPr lang="es-ES" sz="2000" b="1" dirty="0">
                <a:latin typeface="Arial Narrow" panose="020B0606020202030204" pitchFamily="34" charset="0"/>
              </a:rPr>
              <a:t>PROCEDIMIENTO</a:t>
            </a:r>
            <a:r>
              <a:rPr lang="es-ES" sz="2000" dirty="0">
                <a:latin typeface="Arial Narrow" panose="020B0606020202030204" pitchFamily="34" charset="0"/>
              </a:rPr>
              <a:t>: hacer el arroz integral como esta en la receta agregamos las cucharadas de cúrcuma, cuando pongamos en bajo nuestro arroz agregamos las verduras crudas las arvejas cocinadas y el garbanzo cocinado, esperamos a que termine de cocinar y listo.</a:t>
            </a:r>
          </a:p>
        </p:txBody>
      </p:sp>
      <p:pic>
        <p:nvPicPr>
          <p:cNvPr id="4" name="Imagen 3">
            <a:extLst>
              <a:ext uri="{FF2B5EF4-FFF2-40B4-BE49-F238E27FC236}">
                <a16:creationId xmlns:a16="http://schemas.microsoft.com/office/drawing/2014/main" id="{4293C7ED-2114-4070-930B-0ED3C9F9AD2E}"/>
              </a:ext>
            </a:extLst>
          </p:cNvPr>
          <p:cNvPicPr>
            <a:picLocks noChangeAspect="1"/>
          </p:cNvPicPr>
          <p:nvPr/>
        </p:nvPicPr>
        <p:blipFill>
          <a:blip r:embed="rId2"/>
          <a:stretch>
            <a:fillRect/>
          </a:stretch>
        </p:blipFill>
        <p:spPr>
          <a:xfrm>
            <a:off x="6625883" y="1197752"/>
            <a:ext cx="5219113" cy="391433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6548965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lumMod val="75000"/>
            <a:alpha val="84000"/>
          </a:schemeClr>
        </a:solid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xfrm>
            <a:off x="839788" y="457200"/>
            <a:ext cx="3932237" cy="1119809"/>
          </a:xfrm>
        </p:spPr>
        <p:txBody>
          <a:bodyPr>
            <a:normAutofit/>
          </a:bodyPr>
          <a:lstStyle/>
          <a:p>
            <a:pPr algn="ctr"/>
            <a:r>
              <a:rPr lang="es-ES" sz="3200" b="1" dirty="0">
                <a:latin typeface="Arial Narrow" panose="020B0606020202030204" pitchFamily="34" charset="0"/>
              </a:rPr>
              <a:t>VEGETALES RELLENOS</a:t>
            </a:r>
            <a:endParaRPr lang="es-CO" sz="3200" b="1" dirty="0">
              <a:latin typeface="Arial Narrow" panose="020B0606020202030204" pitchFamily="34" charset="0"/>
            </a:endParaRPr>
          </a:p>
        </p:txBody>
      </p:sp>
      <p:sp>
        <p:nvSpPr>
          <p:cNvPr id="5" name="Marcador de texto 4">
            <a:extLst>
              <a:ext uri="{FF2B5EF4-FFF2-40B4-BE49-F238E27FC236}">
                <a16:creationId xmlns:a16="http://schemas.microsoft.com/office/drawing/2014/main" id="{D4A14AD8-7FB2-4B7A-866E-4775370E29F9}"/>
              </a:ext>
            </a:extLst>
          </p:cNvPr>
          <p:cNvSpPr>
            <a:spLocks noGrp="1"/>
          </p:cNvSpPr>
          <p:nvPr>
            <p:ph type="body" sz="half" idx="2"/>
          </p:nvPr>
        </p:nvSpPr>
        <p:spPr>
          <a:xfrm>
            <a:off x="641005" y="2335695"/>
            <a:ext cx="3932237" cy="3811588"/>
          </a:xfrm>
        </p:spPr>
        <p:txBody>
          <a:bodyPr>
            <a:normAutofit/>
          </a:bodyPr>
          <a:lstStyle/>
          <a:p>
            <a:r>
              <a:rPr lang="es-MX" sz="2000" dirty="0">
                <a:latin typeface="Arial Narrow" panose="020B0606020202030204" pitchFamily="34" charset="0"/>
              </a:rPr>
              <a:t>Una opción para platos principales y sobre todo una elección saludable</a:t>
            </a:r>
            <a:endParaRPr lang="es-CO" sz="2000" dirty="0">
              <a:latin typeface="Arial Narrow" panose="020B0606020202030204" pitchFamily="34" charset="0"/>
            </a:endParaRPr>
          </a:p>
        </p:txBody>
      </p:sp>
      <p:pic>
        <p:nvPicPr>
          <p:cNvPr id="7" name="Imagen 6">
            <a:extLst>
              <a:ext uri="{FF2B5EF4-FFF2-40B4-BE49-F238E27FC236}">
                <a16:creationId xmlns:a16="http://schemas.microsoft.com/office/drawing/2014/main" id="{56C9F34B-8222-4549-B226-6D361DB9A4FD}"/>
              </a:ext>
            </a:extLst>
          </p:cNvPr>
          <p:cNvPicPr>
            <a:picLocks noChangeAspect="1"/>
          </p:cNvPicPr>
          <p:nvPr/>
        </p:nvPicPr>
        <p:blipFill>
          <a:blip r:embed="rId2"/>
          <a:stretch>
            <a:fillRect/>
          </a:stretch>
        </p:blipFill>
        <p:spPr>
          <a:xfrm>
            <a:off x="5697889" y="1577009"/>
            <a:ext cx="5319157" cy="381158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9573450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lumMod val="75000"/>
            <a:alpha val="84000"/>
          </a:schemeClr>
        </a:solid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xfrm>
            <a:off x="722142" y="386861"/>
            <a:ext cx="5106572" cy="720079"/>
          </a:xfrm>
        </p:spPr>
        <p:txBody>
          <a:bodyPr>
            <a:normAutofit/>
          </a:bodyPr>
          <a:lstStyle/>
          <a:p>
            <a:pPr algn="ctr"/>
            <a:r>
              <a:rPr lang="es-ES" sz="3200" b="1" dirty="0">
                <a:latin typeface="Arial Narrow" panose="020B0606020202030204" pitchFamily="34" charset="0"/>
              </a:rPr>
              <a:t>BERENJENAS RELLENAS</a:t>
            </a:r>
            <a:endParaRPr lang="es-CO" sz="3200" b="1" dirty="0">
              <a:latin typeface="Arial Narrow" panose="020B0606020202030204" pitchFamily="34" charset="0"/>
            </a:endParaRPr>
          </a:p>
        </p:txBody>
      </p:sp>
      <p:sp>
        <p:nvSpPr>
          <p:cNvPr id="3" name="2 Marcador de contenido"/>
          <p:cNvSpPr>
            <a:spLocks noGrp="1"/>
          </p:cNvSpPr>
          <p:nvPr>
            <p:ph idx="1"/>
          </p:nvPr>
        </p:nvSpPr>
        <p:spPr>
          <a:xfrm>
            <a:off x="442429" y="1367944"/>
            <a:ext cx="6957177" cy="5384548"/>
          </a:xfrm>
        </p:spPr>
        <p:txBody>
          <a:bodyPr>
            <a:normAutofit lnSpcReduction="10000"/>
          </a:bodyPr>
          <a:lstStyle/>
          <a:p>
            <a:pPr marL="0" indent="0">
              <a:buNone/>
            </a:pPr>
            <a:r>
              <a:rPr lang="es-ES" sz="2000" b="1" dirty="0">
                <a:latin typeface="Arial Narrow" panose="020B0606020202030204" pitchFamily="34" charset="0"/>
              </a:rPr>
              <a:t>INGREDIENTES</a:t>
            </a:r>
            <a:r>
              <a:rPr lang="es-ES" sz="2000" dirty="0">
                <a:latin typeface="Arial Narrow" panose="020B0606020202030204" pitchFamily="34" charset="0"/>
              </a:rPr>
              <a:t>: 2 berenjenas , 1 taza de arroz blanco o integral, sofrito de verduras (1 cebolla, 1 tomate, ½ zanahoria, ½ pimentón, 1 puñado de arveja tierna, 1 diente de ajo, pulpa de berenjena cortada en cuadros,) todo picado en cuadros, ½ taza de champiñones cortado en rodajas, gluten cortado en cuadros y pasado por la plancha con salsa chimichurri. </a:t>
            </a:r>
          </a:p>
          <a:p>
            <a:pPr marL="0" indent="0">
              <a:buNone/>
            </a:pPr>
            <a:r>
              <a:rPr lang="es-ES" sz="2000" b="1" dirty="0">
                <a:latin typeface="Arial Narrow" panose="020B0606020202030204" pitchFamily="34" charset="0"/>
              </a:rPr>
              <a:t>PROCEDIMIENTO</a:t>
            </a:r>
            <a:r>
              <a:rPr lang="es-ES" sz="2000" dirty="0">
                <a:latin typeface="Arial Narrow" panose="020B0606020202030204" pitchFamily="34" charset="0"/>
              </a:rPr>
              <a:t>: Cortamos las berenjenas cada una en 2 trozos de similar tamaño. Retiramos Toda la pulpa del interior y las cortamos bien finitas y las agregamos en bol. Añadimos un litro de agua a nuestra pulpa y una cucharada de sal.</a:t>
            </a:r>
          </a:p>
          <a:p>
            <a:r>
              <a:rPr lang="es-ES" sz="2000" dirty="0">
                <a:latin typeface="Arial Narrow" panose="020B0606020202030204" pitchFamily="34" charset="0"/>
              </a:rPr>
              <a:t>En una sartén con un chorrito de aceite salteamos los trocitos de berenjena. Mientras tenemos la berenjena en el fuego cortamos la cebolla en cuadraditos del mismo tamaño y poco a poco vamos agregando los ingredientes del sofrito y apagamos cuando ya veamos que el guiso este listo, mezclamos el arroz el gluten cortado y el sofrito y procedemos a rellenar nuestras berenjenas.</a:t>
            </a:r>
          </a:p>
          <a:p>
            <a:r>
              <a:rPr lang="es-ES" sz="2000" dirty="0">
                <a:latin typeface="Arial Narrow" panose="020B0606020202030204" pitchFamily="34" charset="0"/>
              </a:rPr>
              <a:t>Ahora rellenamos la piel de las berenjenas con el mix de verduras que hemos hecho, decoramos con champiñones y metemos al horno durante 45 minutos y listo.</a:t>
            </a:r>
            <a:endParaRPr lang="es-CO" sz="2000" dirty="0">
              <a:latin typeface="Arial Narrow" panose="020B0606020202030204" pitchFamily="34" charset="0"/>
            </a:endParaRPr>
          </a:p>
        </p:txBody>
      </p:sp>
      <p:pic>
        <p:nvPicPr>
          <p:cNvPr id="5" name="Imagen 4">
            <a:extLst>
              <a:ext uri="{FF2B5EF4-FFF2-40B4-BE49-F238E27FC236}">
                <a16:creationId xmlns:a16="http://schemas.microsoft.com/office/drawing/2014/main" id="{34CA6DF0-8880-43BD-8883-5C2C9C6B3AB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rot="10800000" flipV="1">
            <a:off x="7548195" y="1829002"/>
            <a:ext cx="4489061" cy="296808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7013718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lumMod val="75000"/>
            <a:alpha val="84000"/>
          </a:schemeClr>
        </a:solid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xfrm>
            <a:off x="442428" y="439771"/>
            <a:ext cx="4792394" cy="836711"/>
          </a:xfrm>
        </p:spPr>
        <p:txBody>
          <a:bodyPr>
            <a:normAutofit/>
          </a:bodyPr>
          <a:lstStyle/>
          <a:p>
            <a:pPr algn="ctr"/>
            <a:r>
              <a:rPr lang="es-ES" sz="3200" b="1" dirty="0">
                <a:latin typeface="Arial Narrow" panose="020B0606020202030204" pitchFamily="34" charset="0"/>
              </a:rPr>
              <a:t>TOMATE RELLENO</a:t>
            </a:r>
            <a:endParaRPr lang="es-CO" sz="3200" b="1" dirty="0">
              <a:latin typeface="Arial Narrow" panose="020B0606020202030204" pitchFamily="34" charset="0"/>
            </a:endParaRPr>
          </a:p>
        </p:txBody>
      </p:sp>
      <p:sp>
        <p:nvSpPr>
          <p:cNvPr id="3" name="2 Marcador de contenido"/>
          <p:cNvSpPr>
            <a:spLocks noGrp="1"/>
          </p:cNvSpPr>
          <p:nvPr>
            <p:ph idx="1"/>
          </p:nvPr>
        </p:nvSpPr>
        <p:spPr>
          <a:xfrm>
            <a:off x="442428" y="1645920"/>
            <a:ext cx="6535147" cy="4353953"/>
          </a:xfrm>
        </p:spPr>
        <p:txBody>
          <a:bodyPr/>
          <a:lstStyle/>
          <a:p>
            <a:pPr marL="0" indent="0">
              <a:buNone/>
            </a:pPr>
            <a:r>
              <a:rPr lang="es-ES" sz="2000" b="1" dirty="0">
                <a:latin typeface="Arial Narrow" panose="020B0606020202030204" pitchFamily="34" charset="0"/>
              </a:rPr>
              <a:t>INGREDIENTES</a:t>
            </a:r>
            <a:r>
              <a:rPr lang="es-ES" sz="2000" dirty="0">
                <a:latin typeface="Arial Narrow" panose="020B0606020202030204" pitchFamily="34" charset="0"/>
              </a:rPr>
              <a:t>: 2 tomates, 1 cebolla puerro, ½ taza de arroz , 3 champiñones cortado en rodajas, ¼ de tofu rallado.</a:t>
            </a:r>
          </a:p>
          <a:p>
            <a:pPr marL="0" indent="0">
              <a:buNone/>
            </a:pPr>
            <a:r>
              <a:rPr lang="es-ES" sz="2000" b="1" dirty="0">
                <a:latin typeface="Arial Narrow" panose="020B0606020202030204" pitchFamily="34" charset="0"/>
              </a:rPr>
              <a:t>PROCEDIMIENTO</a:t>
            </a:r>
            <a:r>
              <a:rPr lang="es-ES" sz="2000" dirty="0">
                <a:latin typeface="Arial Narrow" panose="020B0606020202030204" pitchFamily="34" charset="0"/>
              </a:rPr>
              <a:t>: vamos a despulpar nuestros tomates con una cuchara con mucho cuidado.</a:t>
            </a:r>
          </a:p>
          <a:p>
            <a:r>
              <a:rPr lang="es-ES" sz="2000" dirty="0">
                <a:latin typeface="Arial Narrow" panose="020B0606020202030204" pitchFamily="34" charset="0"/>
              </a:rPr>
              <a:t>Ponemos un sartén a calentar Vamos acortar la cebolla puerro en cuadros y la pulpa del tomate y agregamos a nuestro sartén dejamos que sofríe  bien y agregamos nuestros champiñones cortados en rodajas, sal al gusto y apagamos.</a:t>
            </a:r>
          </a:p>
          <a:p>
            <a:r>
              <a:rPr lang="es-ES" sz="2000" dirty="0">
                <a:latin typeface="Arial Narrow" panose="020B0606020202030204" pitchFamily="34" charset="0"/>
              </a:rPr>
              <a:t>Mezclamos el guiso con el arroz y rellenamos nuestros tomates y decoramos con tofu por encima.</a:t>
            </a:r>
          </a:p>
          <a:p>
            <a:r>
              <a:rPr lang="es-ES" sz="2000" dirty="0">
                <a:latin typeface="Arial Narrow" panose="020B0606020202030204" pitchFamily="34" charset="0"/>
              </a:rPr>
              <a:t>Dejamos en el horno durante 20 minutos y listo</a:t>
            </a:r>
          </a:p>
          <a:p>
            <a:endParaRPr lang="es-CO" dirty="0"/>
          </a:p>
        </p:txBody>
      </p:sp>
      <p:pic>
        <p:nvPicPr>
          <p:cNvPr id="4" name="Imagen 3">
            <a:extLst>
              <a:ext uri="{FF2B5EF4-FFF2-40B4-BE49-F238E27FC236}">
                <a16:creationId xmlns:a16="http://schemas.microsoft.com/office/drawing/2014/main" id="{699B6101-D82E-4CF2-BC25-0673F5A616CF}"/>
              </a:ext>
            </a:extLst>
          </p:cNvPr>
          <p:cNvPicPr>
            <a:picLocks noChangeAspect="1"/>
          </p:cNvPicPr>
          <p:nvPr/>
        </p:nvPicPr>
        <p:blipFill>
          <a:blip r:embed="rId2"/>
          <a:stretch>
            <a:fillRect/>
          </a:stretch>
        </p:blipFill>
        <p:spPr>
          <a:xfrm>
            <a:off x="6977575" y="1645920"/>
            <a:ext cx="4948531" cy="3293022"/>
          </a:xfrm>
          <a:prstGeom prst="ellipse">
            <a:avLst/>
          </a:prstGeom>
          <a:ln>
            <a:noFill/>
          </a:ln>
          <a:effectLst>
            <a:softEdge rad="112500"/>
          </a:effectLst>
        </p:spPr>
      </p:pic>
    </p:spTree>
    <p:extLst>
      <p:ext uri="{BB962C8B-B14F-4D97-AF65-F5344CB8AC3E}">
        <p14:creationId xmlns:p14="http://schemas.microsoft.com/office/powerpoint/2010/main" val="34338001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lumMod val="75000"/>
            <a:alpha val="84000"/>
          </a:schemeClr>
        </a:solid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xfrm>
            <a:off x="2438400" y="332658"/>
            <a:ext cx="4201551" cy="792087"/>
          </a:xfrm>
        </p:spPr>
        <p:txBody>
          <a:bodyPr>
            <a:normAutofit/>
          </a:bodyPr>
          <a:lstStyle/>
          <a:p>
            <a:pPr algn="ctr"/>
            <a:r>
              <a:rPr lang="es-ES" sz="3200" b="1" dirty="0">
                <a:latin typeface="Arial Narrow" panose="020B0606020202030204" pitchFamily="34" charset="0"/>
              </a:rPr>
              <a:t>ZUKINI RELLENO</a:t>
            </a:r>
            <a:endParaRPr lang="es-CO" sz="3200" b="1" dirty="0">
              <a:latin typeface="Arial Narrow" panose="020B0606020202030204" pitchFamily="34" charset="0"/>
            </a:endParaRPr>
          </a:p>
        </p:txBody>
      </p:sp>
      <p:sp>
        <p:nvSpPr>
          <p:cNvPr id="3" name="2 Marcador de contenido"/>
          <p:cNvSpPr>
            <a:spLocks noGrp="1"/>
          </p:cNvSpPr>
          <p:nvPr>
            <p:ph idx="1"/>
          </p:nvPr>
        </p:nvSpPr>
        <p:spPr>
          <a:xfrm>
            <a:off x="236422" y="1026271"/>
            <a:ext cx="7050643" cy="5627747"/>
          </a:xfrm>
        </p:spPr>
        <p:txBody>
          <a:bodyPr>
            <a:normAutofit fontScale="92500" lnSpcReduction="10000"/>
          </a:bodyPr>
          <a:lstStyle/>
          <a:p>
            <a:pPr marL="0" indent="0">
              <a:buNone/>
            </a:pPr>
            <a:r>
              <a:rPr lang="es-ES" sz="2400" b="1" dirty="0">
                <a:latin typeface="Arial Narrow" panose="020B0606020202030204" pitchFamily="34" charset="0"/>
              </a:rPr>
              <a:t>INGREDIENTES</a:t>
            </a:r>
            <a:r>
              <a:rPr lang="es-ES" sz="2400" dirty="0">
                <a:latin typeface="Arial Narrow" panose="020B0606020202030204" pitchFamily="34" charset="0"/>
              </a:rPr>
              <a:t>: 1 ZUKINI, ½ taza de quinua cocinada, (refrito, 1 cebolla, 1 tomate, ½  zanahoria,1/2 pimentón,1 puñado de arveja tierna, pulpa de zukini todo cortado en cuadros), ¼ gluten cortado en cuadros y sofreído en salsa chimichurri, germinados (de tu preferencia)</a:t>
            </a:r>
          </a:p>
          <a:p>
            <a:pPr marL="0" indent="0">
              <a:buNone/>
            </a:pPr>
            <a:r>
              <a:rPr lang="es-ES" sz="2400" b="1" dirty="0">
                <a:latin typeface="Arial Narrow" panose="020B0606020202030204" pitchFamily="34" charset="0"/>
              </a:rPr>
              <a:t>PROCEDIMIENTO</a:t>
            </a:r>
            <a:r>
              <a:rPr lang="es-ES" sz="2400" dirty="0">
                <a:latin typeface="Arial Narrow" panose="020B0606020202030204" pitchFamily="34" charset="0"/>
              </a:rPr>
              <a:t>: Cortamos los zukinis opcional ( a lo largo redondas) cada una de los trozos de similar tamaño. Retiramos Toda la pulpa del interior y las cortamos bien finitas y las agregamos en bol. </a:t>
            </a:r>
          </a:p>
          <a:p>
            <a:r>
              <a:rPr lang="es-ES" sz="2400" dirty="0">
                <a:latin typeface="Arial Narrow" panose="020B0606020202030204" pitchFamily="34" charset="0"/>
              </a:rPr>
              <a:t>En una sartén con unas gotas de aceite salteamos los trocitos de zukini. Mientras tenemos la pulpa del zukini  en el fuego cortamos la cebolla en cuadraditos del mismo tamaño y poco a poco vamos agregando los ingredientes del sofrito y apagamos cuando ya veamos que el guiso este listo. mezclamos la quinua, el gluten cortado y el sofrito y procedemos a rellenar nuestros zukinis.</a:t>
            </a:r>
          </a:p>
          <a:p>
            <a:r>
              <a:rPr lang="es-ES" sz="2400" dirty="0">
                <a:latin typeface="Arial Narrow" panose="020B0606020202030204" pitchFamily="34" charset="0"/>
              </a:rPr>
              <a:t>Ahora rellenamos la piel de las berenjenas con el mix de verduras que hemos hecho, y metemos al horno durante 45 minutos y listo. Y cuando sirvamos decoramos con germinados </a:t>
            </a:r>
          </a:p>
          <a:p>
            <a:endParaRPr lang="es-CO" dirty="0"/>
          </a:p>
        </p:txBody>
      </p:sp>
      <p:pic>
        <p:nvPicPr>
          <p:cNvPr id="4" name="Imagen 3">
            <a:extLst>
              <a:ext uri="{FF2B5EF4-FFF2-40B4-BE49-F238E27FC236}">
                <a16:creationId xmlns:a16="http://schemas.microsoft.com/office/drawing/2014/main" id="{8E44980E-171A-48A8-B859-2A6B3B6ED49C}"/>
              </a:ext>
            </a:extLst>
          </p:cNvPr>
          <p:cNvPicPr>
            <a:picLocks noChangeAspect="1"/>
          </p:cNvPicPr>
          <p:nvPr/>
        </p:nvPicPr>
        <p:blipFill>
          <a:blip r:embed="rId2"/>
          <a:stretch>
            <a:fillRect/>
          </a:stretch>
        </p:blipFill>
        <p:spPr>
          <a:xfrm>
            <a:off x="7610622" y="2154774"/>
            <a:ext cx="4224362" cy="2811121"/>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12034631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lumMod val="75000"/>
            <a:alpha val="84000"/>
          </a:schemeClr>
        </a:solid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xfrm>
            <a:off x="482990" y="341717"/>
            <a:ext cx="5073748" cy="792087"/>
          </a:xfrm>
        </p:spPr>
        <p:txBody>
          <a:bodyPr>
            <a:normAutofit/>
          </a:bodyPr>
          <a:lstStyle/>
          <a:p>
            <a:pPr algn="ctr"/>
            <a:r>
              <a:rPr lang="es-ES" sz="3200" b="1" dirty="0">
                <a:latin typeface="Arial Narrow" panose="020B0606020202030204" pitchFamily="34" charset="0"/>
              </a:rPr>
              <a:t>PIMENTÓN RELLENO</a:t>
            </a:r>
            <a:endParaRPr lang="es-CO" sz="3200" b="1" dirty="0">
              <a:latin typeface="Arial Narrow" panose="020B0606020202030204" pitchFamily="34" charset="0"/>
            </a:endParaRPr>
          </a:p>
        </p:txBody>
      </p:sp>
      <p:sp>
        <p:nvSpPr>
          <p:cNvPr id="3" name="2 Marcador de contenido"/>
          <p:cNvSpPr>
            <a:spLocks noGrp="1"/>
          </p:cNvSpPr>
          <p:nvPr>
            <p:ph idx="1"/>
          </p:nvPr>
        </p:nvSpPr>
        <p:spPr>
          <a:xfrm>
            <a:off x="342314" y="1302616"/>
            <a:ext cx="6621194" cy="5400640"/>
          </a:xfrm>
        </p:spPr>
        <p:txBody>
          <a:bodyPr>
            <a:normAutofit/>
          </a:bodyPr>
          <a:lstStyle/>
          <a:p>
            <a:pPr marL="0" indent="0">
              <a:buNone/>
            </a:pPr>
            <a:r>
              <a:rPr lang="es-ES" sz="2000" b="1" dirty="0">
                <a:latin typeface="Arial Narrow" panose="020B0606020202030204" pitchFamily="34" charset="0"/>
              </a:rPr>
              <a:t>INGREDIENTES</a:t>
            </a:r>
            <a:r>
              <a:rPr lang="es-ES" sz="2000" dirty="0">
                <a:latin typeface="Arial Narrow" panose="020B0606020202030204" pitchFamily="34" charset="0"/>
              </a:rPr>
              <a:t>: 2 pimentones, 1 puñado de maní tostado, ¼ de taza de champiñones, 1 plátano maduro, ¼ de taza de puré de papa amarilla</a:t>
            </a:r>
          </a:p>
          <a:p>
            <a:pPr marL="0" indent="0">
              <a:buNone/>
            </a:pPr>
            <a:r>
              <a:rPr lang="es-ES" sz="2000" b="1" dirty="0">
                <a:latin typeface="Arial Narrow" panose="020B0606020202030204" pitchFamily="34" charset="0"/>
              </a:rPr>
              <a:t>PROCEDIMIENTO</a:t>
            </a:r>
            <a:r>
              <a:rPr lang="es-ES" sz="2000" dirty="0">
                <a:latin typeface="Arial Narrow" panose="020B0606020202030204" pitchFamily="34" charset="0"/>
              </a:rPr>
              <a:t>: Cortamos Los pimentones cada uno en 2 trozos de similar tamaño.</a:t>
            </a:r>
          </a:p>
          <a:p>
            <a:r>
              <a:rPr lang="es-ES" sz="2000" dirty="0">
                <a:latin typeface="Arial Narrow" panose="020B0606020202030204" pitchFamily="34" charset="0"/>
              </a:rPr>
              <a:t>Vamos azar nuestros pimentones solos  puede ser : en una olla con agua durante 5 minutos ponemos los pimentones en una bolsa, en microondas o en horno y los envolvemos en papel aluminio durante 20 minutos.</a:t>
            </a:r>
          </a:p>
          <a:p>
            <a:r>
              <a:rPr lang="es-ES" sz="2000" dirty="0">
                <a:latin typeface="Arial Narrow" panose="020B0606020202030204" pitchFamily="34" charset="0"/>
              </a:rPr>
              <a:t>Licuamos el puñado de maní con poca agua y se lo agregamos al puré de papa.</a:t>
            </a:r>
          </a:p>
          <a:p>
            <a:r>
              <a:rPr lang="es-ES" sz="2000" dirty="0">
                <a:latin typeface="Arial Narrow" panose="020B0606020202030204" pitchFamily="34" charset="0"/>
              </a:rPr>
              <a:t>Rellenamos nuestros pimentones con el puré de papa y decoramos con champiñones, metemos al horno durante 30 minutos y listo y decoramos el plato con unas monedas de plátano maduro</a:t>
            </a:r>
            <a:endParaRPr lang="es-CO" sz="2000" dirty="0">
              <a:latin typeface="Arial Narrow" panose="020B0606020202030204" pitchFamily="34" charset="0"/>
            </a:endParaRPr>
          </a:p>
        </p:txBody>
      </p:sp>
      <p:pic>
        <p:nvPicPr>
          <p:cNvPr id="4" name="Imagen 3">
            <a:extLst>
              <a:ext uri="{FF2B5EF4-FFF2-40B4-BE49-F238E27FC236}">
                <a16:creationId xmlns:a16="http://schemas.microsoft.com/office/drawing/2014/main" id="{BBDCFE56-EE4A-42E2-BC68-BF086F50A090}"/>
              </a:ext>
            </a:extLst>
          </p:cNvPr>
          <p:cNvPicPr>
            <a:picLocks noChangeAspect="1"/>
          </p:cNvPicPr>
          <p:nvPr/>
        </p:nvPicPr>
        <p:blipFill rotWithShape="1">
          <a:blip r:embed="rId2"/>
          <a:srcRect l="2873" r="4837"/>
          <a:stretch/>
        </p:blipFill>
        <p:spPr>
          <a:xfrm>
            <a:off x="7202658" y="1969971"/>
            <a:ext cx="4787704" cy="291805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1141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97F39B"/>
        </a:solidFill>
        <a:effectLst/>
      </p:bgPr>
    </p:bg>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B8670B00-AC24-4D51-AFCC-6E0A831C4AD8}"/>
              </a:ext>
            </a:extLst>
          </p:cNvPr>
          <p:cNvSpPr>
            <a:spLocks noGrp="1"/>
          </p:cNvSpPr>
          <p:nvPr>
            <p:ph type="title"/>
          </p:nvPr>
        </p:nvSpPr>
        <p:spPr>
          <a:xfrm>
            <a:off x="839788" y="457200"/>
            <a:ext cx="3932237" cy="766689"/>
          </a:xfrm>
        </p:spPr>
        <p:txBody>
          <a:bodyPr/>
          <a:lstStyle/>
          <a:p>
            <a:r>
              <a:rPr lang="es-MX" b="1" dirty="0">
                <a:latin typeface="Arial Narrow" panose="020B0606020202030204" pitchFamily="34" charset="0"/>
              </a:rPr>
              <a:t>ENSALADAS</a:t>
            </a:r>
            <a:endParaRPr lang="es-CO" b="1" dirty="0">
              <a:latin typeface="Arial Narrow" panose="020B0606020202030204" pitchFamily="34" charset="0"/>
            </a:endParaRPr>
          </a:p>
        </p:txBody>
      </p:sp>
      <p:sp>
        <p:nvSpPr>
          <p:cNvPr id="6" name="Marcador de texto 5">
            <a:extLst>
              <a:ext uri="{FF2B5EF4-FFF2-40B4-BE49-F238E27FC236}">
                <a16:creationId xmlns:a16="http://schemas.microsoft.com/office/drawing/2014/main" id="{237FAB21-3C2A-414C-A847-E40A5B672E76}"/>
              </a:ext>
            </a:extLst>
          </p:cNvPr>
          <p:cNvSpPr>
            <a:spLocks noGrp="1"/>
          </p:cNvSpPr>
          <p:nvPr>
            <p:ph type="body" sz="half" idx="2"/>
          </p:nvPr>
        </p:nvSpPr>
        <p:spPr>
          <a:noFill/>
        </p:spPr>
        <p:txBody>
          <a:bodyPr/>
          <a:lstStyle/>
          <a:p>
            <a:r>
              <a:rPr lang="es-MX" dirty="0"/>
              <a:t>Nunca debe faltar en un tiempo de comida (Almuerzo)</a:t>
            </a:r>
          </a:p>
          <a:p>
            <a:r>
              <a:rPr lang="es-MX" dirty="0"/>
              <a:t>Aporta múltiples nutrientes en especial vitaminas y minerales. Esenciales para mantener nuestra salud</a:t>
            </a:r>
            <a:endParaRPr lang="es-CO" dirty="0"/>
          </a:p>
        </p:txBody>
      </p:sp>
      <p:pic>
        <p:nvPicPr>
          <p:cNvPr id="9" name="Imagen 8">
            <a:extLst>
              <a:ext uri="{FF2B5EF4-FFF2-40B4-BE49-F238E27FC236}">
                <a16:creationId xmlns:a16="http://schemas.microsoft.com/office/drawing/2014/main" id="{97174523-C378-47F5-B556-D9F7C2764E60}"/>
              </a:ext>
            </a:extLst>
          </p:cNvPr>
          <p:cNvPicPr>
            <a:picLocks noChangeAspect="1"/>
          </p:cNvPicPr>
          <p:nvPr/>
        </p:nvPicPr>
        <p:blipFill>
          <a:blip r:embed="rId2"/>
          <a:stretch>
            <a:fillRect/>
          </a:stretch>
        </p:blipFill>
        <p:spPr>
          <a:xfrm>
            <a:off x="5810427" y="1473590"/>
            <a:ext cx="5358848" cy="338967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796073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97F39B"/>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2C8FF6-904E-4A69-A0D8-C797982159DF}"/>
              </a:ext>
            </a:extLst>
          </p:cNvPr>
          <p:cNvSpPr>
            <a:spLocks noGrp="1"/>
          </p:cNvSpPr>
          <p:nvPr>
            <p:ph type="title"/>
          </p:nvPr>
        </p:nvSpPr>
        <p:spPr>
          <a:xfrm>
            <a:off x="839788" y="457200"/>
            <a:ext cx="3932237" cy="668215"/>
          </a:xfrm>
        </p:spPr>
        <p:txBody>
          <a:bodyPr/>
          <a:lstStyle/>
          <a:p>
            <a:r>
              <a:rPr lang="es-MX" b="1" dirty="0">
                <a:latin typeface="Arial Narrow" panose="020B0606020202030204" pitchFamily="34" charset="0"/>
              </a:rPr>
              <a:t>ENSALADAS</a:t>
            </a:r>
            <a:endParaRPr lang="es-CO" b="1" dirty="0">
              <a:latin typeface="Arial Narrow" panose="020B0606020202030204" pitchFamily="34" charset="0"/>
            </a:endParaRPr>
          </a:p>
        </p:txBody>
      </p:sp>
      <p:pic>
        <p:nvPicPr>
          <p:cNvPr id="6" name="Marcador de contenido 5">
            <a:extLst>
              <a:ext uri="{FF2B5EF4-FFF2-40B4-BE49-F238E27FC236}">
                <a16:creationId xmlns:a16="http://schemas.microsoft.com/office/drawing/2014/main" id="{DC5B3BCD-54FC-4A6E-AE5F-934724777421}"/>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302375" y="1285096"/>
            <a:ext cx="5053013" cy="4278283"/>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4" name="Marcador de texto 3">
            <a:extLst>
              <a:ext uri="{FF2B5EF4-FFF2-40B4-BE49-F238E27FC236}">
                <a16:creationId xmlns:a16="http://schemas.microsoft.com/office/drawing/2014/main" id="{9841671A-BADF-42B2-AC89-FCC385B17084}"/>
              </a:ext>
            </a:extLst>
          </p:cNvPr>
          <p:cNvSpPr>
            <a:spLocks noGrp="1"/>
          </p:cNvSpPr>
          <p:nvPr>
            <p:ph type="body" sz="half" idx="2"/>
          </p:nvPr>
        </p:nvSpPr>
        <p:spPr>
          <a:xfrm>
            <a:off x="372195" y="1252026"/>
            <a:ext cx="5254882" cy="5373858"/>
          </a:xfrm>
        </p:spPr>
        <p:txBody>
          <a:bodyPr>
            <a:normAutofit/>
          </a:bodyPr>
          <a:lstStyle/>
          <a:p>
            <a:r>
              <a:rPr lang="es-MX" sz="2000" b="1" dirty="0">
                <a:latin typeface="Arial Narrow" panose="020B0606020202030204" pitchFamily="34" charset="0"/>
              </a:rPr>
              <a:t>ENSALADA MEDITERRANEA</a:t>
            </a:r>
          </a:p>
          <a:p>
            <a:r>
              <a:rPr lang="es-MX" sz="2000" b="1" dirty="0">
                <a:latin typeface="Arial Narrow" panose="020B0606020202030204" pitchFamily="34" charset="0"/>
              </a:rPr>
              <a:t>INGREDIENTES: </a:t>
            </a:r>
            <a:r>
              <a:rPr lang="es-MX" sz="2000" dirty="0">
                <a:latin typeface="Arial Narrow" panose="020B0606020202030204" pitchFamily="34" charset="0"/>
              </a:rPr>
              <a:t>2 hojas de lechuga crespa, 6 hojas pequeñas  de espinaca , 1 tomate picado en rodajas finas, cebolla roja picada en rodajas, 4 cucharadas de ajonjolí tostado,  medio maíz desgranado y sofrito , 3 champiñones picados en rodajas y sofrito, </a:t>
            </a:r>
          </a:p>
          <a:p>
            <a:r>
              <a:rPr lang="es-MX" sz="2000" b="1" dirty="0">
                <a:latin typeface="Arial Narrow" panose="020B0606020202030204" pitchFamily="34" charset="0"/>
              </a:rPr>
              <a:t>PROCEDIMIENTO</a:t>
            </a:r>
            <a:r>
              <a:rPr lang="es-MX" sz="2000" dirty="0">
                <a:latin typeface="Arial Narrow" panose="020B0606020202030204" pitchFamily="34" charset="0"/>
              </a:rPr>
              <a:t>: lavamos muy bien los vegetales . Picamos la cebolla en rodajas y la ponemos 30 minutos en agua con hielo. en una olla con agua caliente sumergimos la espinaca durante 30 segundos las sacamos y las metemos en agua fría,. Empezamos a armar nuestra ensalada ponemos las dos hojas de lechuga después las hojas de espinaca  (bien regaditas), colocamos el maíz y champiñones sofritos (poco aceite). Colocamos los aros y de cebolla y de ultimo regamos las 4 cucharadas de ajonjolí de forma  uniforme y listo.</a:t>
            </a:r>
          </a:p>
          <a:p>
            <a:endParaRPr lang="es-CO" sz="2000" dirty="0">
              <a:latin typeface="Arial Narrow" panose="020B0606020202030204" pitchFamily="34" charset="0"/>
            </a:endParaRPr>
          </a:p>
        </p:txBody>
      </p:sp>
    </p:spTree>
    <p:extLst>
      <p:ext uri="{BB962C8B-B14F-4D97-AF65-F5344CB8AC3E}">
        <p14:creationId xmlns:p14="http://schemas.microsoft.com/office/powerpoint/2010/main" val="23422992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97F39B"/>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2C8FF6-904E-4A69-A0D8-C797982159DF}"/>
              </a:ext>
            </a:extLst>
          </p:cNvPr>
          <p:cNvSpPr>
            <a:spLocks noGrp="1"/>
          </p:cNvSpPr>
          <p:nvPr>
            <p:ph type="title"/>
          </p:nvPr>
        </p:nvSpPr>
        <p:spPr>
          <a:xfrm>
            <a:off x="839788" y="457200"/>
            <a:ext cx="3932237" cy="668215"/>
          </a:xfrm>
        </p:spPr>
        <p:txBody>
          <a:bodyPr/>
          <a:lstStyle/>
          <a:p>
            <a:r>
              <a:rPr lang="es-MX" b="1" dirty="0">
                <a:latin typeface="Arial Narrow" panose="020B0606020202030204" pitchFamily="34" charset="0"/>
              </a:rPr>
              <a:t>ENSALADAS</a:t>
            </a:r>
            <a:endParaRPr lang="es-CO" b="1" dirty="0">
              <a:latin typeface="Arial Narrow" panose="020B0606020202030204" pitchFamily="34" charset="0"/>
            </a:endParaRPr>
          </a:p>
        </p:txBody>
      </p:sp>
      <p:sp>
        <p:nvSpPr>
          <p:cNvPr id="4" name="Marcador de texto 3">
            <a:extLst>
              <a:ext uri="{FF2B5EF4-FFF2-40B4-BE49-F238E27FC236}">
                <a16:creationId xmlns:a16="http://schemas.microsoft.com/office/drawing/2014/main" id="{9841671A-BADF-42B2-AC89-FCC385B17084}"/>
              </a:ext>
            </a:extLst>
          </p:cNvPr>
          <p:cNvSpPr>
            <a:spLocks noGrp="1"/>
          </p:cNvSpPr>
          <p:nvPr>
            <p:ph type="body" sz="half" idx="2"/>
          </p:nvPr>
        </p:nvSpPr>
        <p:spPr>
          <a:xfrm>
            <a:off x="372195" y="1252026"/>
            <a:ext cx="5254882" cy="5373858"/>
          </a:xfrm>
        </p:spPr>
        <p:txBody>
          <a:bodyPr>
            <a:normAutofit/>
          </a:bodyPr>
          <a:lstStyle/>
          <a:p>
            <a:r>
              <a:rPr lang="es-MX" sz="2000" b="1" dirty="0">
                <a:latin typeface="Arial Narrow" panose="020B0606020202030204" pitchFamily="34" charset="0"/>
              </a:rPr>
              <a:t>ENSALADA DE TRIGO</a:t>
            </a:r>
          </a:p>
          <a:p>
            <a:r>
              <a:rPr lang="es-MX" sz="2000" dirty="0">
                <a:latin typeface="Arial Narrow" panose="020B0606020202030204" pitchFamily="34" charset="0"/>
              </a:rPr>
              <a:t>1 taza de trigo cocinado. 1  tomate  picado en cuadros , 1 pepino (la mitad picado en cuadros sin cascara y la otra mitad picado en media lunas con cascara), 1 tallo pequeño de cebolla larga o cebolla  puerro picados muy finamente</a:t>
            </a:r>
          </a:p>
          <a:p>
            <a:r>
              <a:rPr lang="es-MX" sz="2000" b="1" dirty="0">
                <a:latin typeface="Arial Narrow" panose="020B0606020202030204" pitchFamily="34" charset="0"/>
              </a:rPr>
              <a:t>ADEREZO</a:t>
            </a:r>
            <a:r>
              <a:rPr lang="es-MX" sz="2000" dirty="0">
                <a:latin typeface="Arial Narrow" panose="020B0606020202030204" pitchFamily="34" charset="0"/>
              </a:rPr>
              <a:t>: 1 cucharada de aceite de oliva, zumo de ½ limón, sal, albahaca picada finamente, batir con la cuchara para que se integren los sabores</a:t>
            </a:r>
          </a:p>
          <a:p>
            <a:r>
              <a:rPr lang="es-MX" sz="2000" b="1" dirty="0">
                <a:latin typeface="Arial Narrow" panose="020B0606020202030204" pitchFamily="34" charset="0"/>
              </a:rPr>
              <a:t>PROCEDIMIENTO</a:t>
            </a:r>
            <a:r>
              <a:rPr lang="es-MX" sz="2000" dirty="0">
                <a:latin typeface="Arial Narrow" panose="020B0606020202030204" pitchFamily="34" charset="0"/>
              </a:rPr>
              <a:t>: mezclar todos los ingredientes, agregar el aderezo mezclar muy bien y servir</a:t>
            </a:r>
          </a:p>
          <a:p>
            <a:endParaRPr lang="es-MX" sz="2000" dirty="0">
              <a:latin typeface="Arial Narrow" panose="020B0606020202030204" pitchFamily="34" charset="0"/>
            </a:endParaRPr>
          </a:p>
          <a:p>
            <a:endParaRPr lang="es-CO" sz="2000" dirty="0">
              <a:latin typeface="Arial Narrow" panose="020B0606020202030204" pitchFamily="34" charset="0"/>
            </a:endParaRPr>
          </a:p>
        </p:txBody>
      </p:sp>
      <p:pic>
        <p:nvPicPr>
          <p:cNvPr id="8" name="Marcador de contenido 7">
            <a:extLst>
              <a:ext uri="{FF2B5EF4-FFF2-40B4-BE49-F238E27FC236}">
                <a16:creationId xmlns:a16="http://schemas.microsoft.com/office/drawing/2014/main" id="{99BC47AA-7BD1-460E-ABC1-D178F08270B8}"/>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632748" y="1252026"/>
            <a:ext cx="4663440" cy="3947160"/>
          </a:xfrm>
          <a:prstGeom prst="ellipse">
            <a:avLst/>
          </a:prstGeom>
          <a:ln>
            <a:noFill/>
          </a:ln>
          <a:effectLst>
            <a:softEdge rad="112500"/>
          </a:effectLst>
        </p:spPr>
      </p:pic>
    </p:spTree>
    <p:extLst>
      <p:ext uri="{BB962C8B-B14F-4D97-AF65-F5344CB8AC3E}">
        <p14:creationId xmlns:p14="http://schemas.microsoft.com/office/powerpoint/2010/main" val="26368603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97F39B"/>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2C8FF6-904E-4A69-A0D8-C797982159DF}"/>
              </a:ext>
            </a:extLst>
          </p:cNvPr>
          <p:cNvSpPr>
            <a:spLocks noGrp="1"/>
          </p:cNvSpPr>
          <p:nvPr>
            <p:ph type="title"/>
          </p:nvPr>
        </p:nvSpPr>
        <p:spPr>
          <a:xfrm>
            <a:off x="839788" y="457200"/>
            <a:ext cx="3932237" cy="668215"/>
          </a:xfrm>
        </p:spPr>
        <p:txBody>
          <a:bodyPr/>
          <a:lstStyle/>
          <a:p>
            <a:r>
              <a:rPr lang="es-MX" b="1" dirty="0">
                <a:latin typeface="Arial Narrow" panose="020B0606020202030204" pitchFamily="34" charset="0"/>
              </a:rPr>
              <a:t>ENSALADAS</a:t>
            </a:r>
            <a:endParaRPr lang="es-CO" b="1" dirty="0">
              <a:latin typeface="Arial Narrow" panose="020B0606020202030204" pitchFamily="34" charset="0"/>
            </a:endParaRPr>
          </a:p>
        </p:txBody>
      </p:sp>
      <p:sp>
        <p:nvSpPr>
          <p:cNvPr id="4" name="Marcador de texto 3">
            <a:extLst>
              <a:ext uri="{FF2B5EF4-FFF2-40B4-BE49-F238E27FC236}">
                <a16:creationId xmlns:a16="http://schemas.microsoft.com/office/drawing/2014/main" id="{9841671A-BADF-42B2-AC89-FCC385B17084}"/>
              </a:ext>
            </a:extLst>
          </p:cNvPr>
          <p:cNvSpPr>
            <a:spLocks noGrp="1"/>
          </p:cNvSpPr>
          <p:nvPr>
            <p:ph type="body" sz="half" idx="2"/>
          </p:nvPr>
        </p:nvSpPr>
        <p:spPr>
          <a:xfrm>
            <a:off x="372195" y="1252026"/>
            <a:ext cx="5254882" cy="5373858"/>
          </a:xfrm>
        </p:spPr>
        <p:txBody>
          <a:bodyPr>
            <a:normAutofit/>
          </a:bodyPr>
          <a:lstStyle/>
          <a:p>
            <a:r>
              <a:rPr lang="es-MX" sz="2000" b="1" dirty="0">
                <a:latin typeface="Arial Narrow" panose="020B0606020202030204" pitchFamily="34" charset="0"/>
              </a:rPr>
              <a:t>ENSALADA DE GARBANZO</a:t>
            </a:r>
          </a:p>
          <a:p>
            <a:r>
              <a:rPr lang="es-MX" sz="2000" b="1" dirty="0">
                <a:latin typeface="Arial Narrow" panose="020B0606020202030204" pitchFamily="34" charset="0"/>
              </a:rPr>
              <a:t>INGREDIENTES</a:t>
            </a:r>
            <a:r>
              <a:rPr lang="es-MX" sz="2000" dirty="0">
                <a:latin typeface="Arial Narrow" panose="020B0606020202030204" pitchFamily="34" charset="0"/>
              </a:rPr>
              <a:t>: 1 Taza de garbanzo  cocinado, 1 cebolla cabezona pequeña picada en julianas, 1 tomate picado en cuadros , 1 tallo de apio picado en rodajitas, ½ zanahoria picada en cuadros  finamente  (crudo o cocinado opcional), 1 taza de mayonesa de soya.</a:t>
            </a:r>
          </a:p>
          <a:p>
            <a:r>
              <a:rPr lang="es-MX" sz="2000" b="1" dirty="0">
                <a:latin typeface="Arial Narrow" panose="020B0606020202030204" pitchFamily="34" charset="0"/>
              </a:rPr>
              <a:t>PROCEDIMIENTO</a:t>
            </a:r>
            <a:r>
              <a:rPr lang="es-MX" sz="2000" dirty="0">
                <a:latin typeface="Arial Narrow" panose="020B0606020202030204" pitchFamily="34" charset="0"/>
              </a:rPr>
              <a:t>: mezclar todos los ingredientes incluido la salsa y servir</a:t>
            </a:r>
          </a:p>
          <a:p>
            <a:endParaRPr lang="es-MX" sz="2000" dirty="0">
              <a:latin typeface="Arial Narrow" panose="020B0606020202030204" pitchFamily="34" charset="0"/>
            </a:endParaRPr>
          </a:p>
          <a:p>
            <a:endParaRPr lang="es-CO" sz="2000" dirty="0">
              <a:latin typeface="Arial Narrow" panose="020B0606020202030204" pitchFamily="34" charset="0"/>
            </a:endParaRPr>
          </a:p>
        </p:txBody>
      </p:sp>
      <p:pic>
        <p:nvPicPr>
          <p:cNvPr id="6" name="Imagen 5">
            <a:extLst>
              <a:ext uri="{FF2B5EF4-FFF2-40B4-BE49-F238E27FC236}">
                <a16:creationId xmlns:a16="http://schemas.microsoft.com/office/drawing/2014/main" id="{20D63ECC-3C14-4F61-B278-84E48B2D3D39}"/>
              </a:ext>
            </a:extLst>
          </p:cNvPr>
          <p:cNvPicPr>
            <a:picLocks noChangeAspect="1"/>
          </p:cNvPicPr>
          <p:nvPr/>
        </p:nvPicPr>
        <p:blipFill>
          <a:blip r:embed="rId2"/>
          <a:stretch>
            <a:fillRect/>
          </a:stretch>
        </p:blipFill>
        <p:spPr>
          <a:xfrm>
            <a:off x="6096000" y="1686363"/>
            <a:ext cx="5085673" cy="2857502"/>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18472566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97F39B"/>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2C8FF6-904E-4A69-A0D8-C797982159DF}"/>
              </a:ext>
            </a:extLst>
          </p:cNvPr>
          <p:cNvSpPr>
            <a:spLocks noGrp="1"/>
          </p:cNvSpPr>
          <p:nvPr>
            <p:ph type="title"/>
          </p:nvPr>
        </p:nvSpPr>
        <p:spPr>
          <a:xfrm>
            <a:off x="839788" y="457200"/>
            <a:ext cx="3932237" cy="668215"/>
          </a:xfrm>
        </p:spPr>
        <p:txBody>
          <a:bodyPr/>
          <a:lstStyle/>
          <a:p>
            <a:r>
              <a:rPr lang="es-MX" b="1" dirty="0">
                <a:latin typeface="Arial Narrow" panose="020B0606020202030204" pitchFamily="34" charset="0"/>
              </a:rPr>
              <a:t>ENSALADAS</a:t>
            </a:r>
            <a:endParaRPr lang="es-CO" b="1" dirty="0">
              <a:latin typeface="Arial Narrow" panose="020B0606020202030204" pitchFamily="34" charset="0"/>
            </a:endParaRPr>
          </a:p>
        </p:txBody>
      </p:sp>
      <p:sp>
        <p:nvSpPr>
          <p:cNvPr id="4" name="Marcador de texto 3">
            <a:extLst>
              <a:ext uri="{FF2B5EF4-FFF2-40B4-BE49-F238E27FC236}">
                <a16:creationId xmlns:a16="http://schemas.microsoft.com/office/drawing/2014/main" id="{9841671A-BADF-42B2-AC89-FCC385B17084}"/>
              </a:ext>
            </a:extLst>
          </p:cNvPr>
          <p:cNvSpPr>
            <a:spLocks noGrp="1"/>
          </p:cNvSpPr>
          <p:nvPr>
            <p:ph type="body" sz="half" idx="2"/>
          </p:nvPr>
        </p:nvSpPr>
        <p:spPr>
          <a:xfrm>
            <a:off x="372195" y="1252026"/>
            <a:ext cx="5254882" cy="5373858"/>
          </a:xfrm>
        </p:spPr>
        <p:txBody>
          <a:bodyPr>
            <a:normAutofit/>
          </a:bodyPr>
          <a:lstStyle/>
          <a:p>
            <a:r>
              <a:rPr lang="es-MX" sz="2000" b="1" dirty="0">
                <a:latin typeface="Arial Narrow" panose="020B0606020202030204" pitchFamily="34" charset="0"/>
              </a:rPr>
              <a:t>ENSALADA DE PASTAS</a:t>
            </a:r>
          </a:p>
          <a:p>
            <a:r>
              <a:rPr lang="es-MX" sz="2000" dirty="0">
                <a:latin typeface="Arial Narrow" panose="020B0606020202030204" pitchFamily="34" charset="0"/>
              </a:rPr>
              <a:t>¼ de paquete de pastas de colores cocinadas. 1 papa negra pequeña cortada en cuadros , zanahoria picada en cuadros finamente, tallo de apio picado  rodajitas,1 tomate picado finamente, ½ cebolla cabezona roja picada finamente, 2 hojas de lechuga crespa picada en tamaño bocado.</a:t>
            </a:r>
          </a:p>
          <a:p>
            <a:r>
              <a:rPr lang="es-MX" sz="2000" b="1" dirty="0">
                <a:latin typeface="Arial Narrow" panose="020B0606020202030204" pitchFamily="34" charset="0"/>
              </a:rPr>
              <a:t>ADEREZO</a:t>
            </a:r>
            <a:r>
              <a:rPr lang="es-MX" sz="2000" dirty="0">
                <a:latin typeface="Arial Narrow" panose="020B0606020202030204" pitchFamily="34" charset="0"/>
              </a:rPr>
              <a:t>: 1 cucharada de aceite de oliva, el zumo de un limón, sal.</a:t>
            </a:r>
          </a:p>
          <a:p>
            <a:r>
              <a:rPr lang="es-MX" sz="2000" b="1" dirty="0">
                <a:latin typeface="Arial Narrow" panose="020B0606020202030204" pitchFamily="34" charset="0"/>
              </a:rPr>
              <a:t>PROCEDIMIENTO</a:t>
            </a:r>
            <a:r>
              <a:rPr lang="es-MX" sz="2000" dirty="0">
                <a:latin typeface="Arial Narrow" panose="020B0606020202030204" pitchFamily="34" charset="0"/>
              </a:rPr>
              <a:t> : mezclar todos los ingredientes con el aderezo, revolver muy bien y servir.</a:t>
            </a:r>
          </a:p>
          <a:p>
            <a:endParaRPr lang="es-MX" sz="2000" dirty="0">
              <a:latin typeface="Arial Narrow" panose="020B0606020202030204" pitchFamily="34" charset="0"/>
            </a:endParaRPr>
          </a:p>
          <a:p>
            <a:endParaRPr lang="es-CO" sz="2000" dirty="0">
              <a:latin typeface="Arial Narrow" panose="020B0606020202030204" pitchFamily="34" charset="0"/>
            </a:endParaRPr>
          </a:p>
        </p:txBody>
      </p:sp>
      <p:pic>
        <p:nvPicPr>
          <p:cNvPr id="3" name="Imagen 2">
            <a:extLst>
              <a:ext uri="{FF2B5EF4-FFF2-40B4-BE49-F238E27FC236}">
                <a16:creationId xmlns:a16="http://schemas.microsoft.com/office/drawing/2014/main" id="{970F0FCA-49C2-4C0A-9513-F3F151F8FF4A}"/>
              </a:ext>
            </a:extLst>
          </p:cNvPr>
          <p:cNvPicPr>
            <a:picLocks noChangeAspect="1"/>
          </p:cNvPicPr>
          <p:nvPr/>
        </p:nvPicPr>
        <p:blipFill>
          <a:blip r:embed="rId2"/>
          <a:stretch>
            <a:fillRect/>
          </a:stretch>
        </p:blipFill>
        <p:spPr>
          <a:xfrm>
            <a:off x="6564925" y="1783738"/>
            <a:ext cx="4718509" cy="3139953"/>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28049748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97F39B"/>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2C8FF6-904E-4A69-A0D8-C797982159DF}"/>
              </a:ext>
            </a:extLst>
          </p:cNvPr>
          <p:cNvSpPr>
            <a:spLocks noGrp="1"/>
          </p:cNvSpPr>
          <p:nvPr>
            <p:ph type="title"/>
          </p:nvPr>
        </p:nvSpPr>
        <p:spPr>
          <a:xfrm>
            <a:off x="839788" y="457200"/>
            <a:ext cx="3932237" cy="668215"/>
          </a:xfrm>
        </p:spPr>
        <p:txBody>
          <a:bodyPr/>
          <a:lstStyle/>
          <a:p>
            <a:r>
              <a:rPr lang="es-MX" b="1" dirty="0">
                <a:latin typeface="Arial Narrow" panose="020B0606020202030204" pitchFamily="34" charset="0"/>
              </a:rPr>
              <a:t>ENSALADAS</a:t>
            </a:r>
            <a:endParaRPr lang="es-CO" b="1" dirty="0">
              <a:latin typeface="Arial Narrow" panose="020B0606020202030204" pitchFamily="34" charset="0"/>
            </a:endParaRPr>
          </a:p>
        </p:txBody>
      </p:sp>
      <p:sp>
        <p:nvSpPr>
          <p:cNvPr id="4" name="Marcador de texto 3">
            <a:extLst>
              <a:ext uri="{FF2B5EF4-FFF2-40B4-BE49-F238E27FC236}">
                <a16:creationId xmlns:a16="http://schemas.microsoft.com/office/drawing/2014/main" id="{9841671A-BADF-42B2-AC89-FCC385B17084}"/>
              </a:ext>
            </a:extLst>
          </p:cNvPr>
          <p:cNvSpPr>
            <a:spLocks noGrp="1"/>
          </p:cNvSpPr>
          <p:nvPr>
            <p:ph type="body" sz="half" idx="2"/>
          </p:nvPr>
        </p:nvSpPr>
        <p:spPr>
          <a:xfrm>
            <a:off x="372195" y="1252026"/>
            <a:ext cx="5254882" cy="5373858"/>
          </a:xfrm>
        </p:spPr>
        <p:txBody>
          <a:bodyPr>
            <a:normAutofit/>
          </a:bodyPr>
          <a:lstStyle/>
          <a:p>
            <a:r>
              <a:rPr lang="es-MX" sz="2000" b="1" dirty="0">
                <a:latin typeface="Arial Narrow" panose="020B0606020202030204" pitchFamily="34" charset="0"/>
              </a:rPr>
              <a:t>ENSALADA DE GERMINADOS CON TOFU</a:t>
            </a:r>
          </a:p>
          <a:p>
            <a:r>
              <a:rPr lang="es-MX" sz="2000" b="1" dirty="0">
                <a:latin typeface="Arial Narrow" panose="020B0606020202030204" pitchFamily="34" charset="0"/>
              </a:rPr>
              <a:t>INGREDIENTES</a:t>
            </a:r>
            <a:r>
              <a:rPr lang="es-MX" sz="2000" dirty="0">
                <a:latin typeface="Arial Narrow" panose="020B0606020202030204" pitchFamily="34" charset="0"/>
              </a:rPr>
              <a:t>: 2 puñados de germinados (cualquiera que usted desee  preferiblemente lenteja o frijol mungo) , ½ lb de queso de soya  cortado en julianas , 3 tomate Cherry.</a:t>
            </a:r>
          </a:p>
          <a:p>
            <a:r>
              <a:rPr lang="es-MX" sz="2000" b="1" dirty="0">
                <a:latin typeface="Arial Narrow" panose="020B0606020202030204" pitchFamily="34" charset="0"/>
              </a:rPr>
              <a:t>PROCEDIMIENTO</a:t>
            </a:r>
            <a:r>
              <a:rPr lang="es-MX" sz="2000" dirty="0">
                <a:latin typeface="Arial Narrow" panose="020B0606020202030204" pitchFamily="34" charset="0"/>
              </a:rPr>
              <a:t>: en un sartén  a fuego medio, colocamos las tiras del queso  a dorar por los dos lados, cuando ya estén doradas agregamos los germinados y agregamos  ½ cucharadita de aceite, sofreímos  durante 3 minutos todo para que los sabores se intensifiquen  y servimos. Rociamos un poco de sal , picamos los tomates Cherry en rodajas los ponemos encima de nuestra ensalada y listo.</a:t>
            </a:r>
          </a:p>
          <a:p>
            <a:endParaRPr lang="es-MX" sz="2000" dirty="0">
              <a:latin typeface="Arial Narrow" panose="020B0606020202030204" pitchFamily="34" charset="0"/>
            </a:endParaRPr>
          </a:p>
          <a:p>
            <a:endParaRPr lang="es-CO" sz="2000" dirty="0">
              <a:latin typeface="Arial Narrow" panose="020B0606020202030204" pitchFamily="34" charset="0"/>
            </a:endParaRPr>
          </a:p>
        </p:txBody>
      </p:sp>
      <p:pic>
        <p:nvPicPr>
          <p:cNvPr id="6" name="Imagen 5">
            <a:extLst>
              <a:ext uri="{FF2B5EF4-FFF2-40B4-BE49-F238E27FC236}">
                <a16:creationId xmlns:a16="http://schemas.microsoft.com/office/drawing/2014/main" id="{B282ECB9-5C70-4392-9CBB-5A27CB9E5191}"/>
              </a:ext>
            </a:extLst>
          </p:cNvPr>
          <p:cNvPicPr>
            <a:picLocks noChangeAspect="1"/>
          </p:cNvPicPr>
          <p:nvPr/>
        </p:nvPicPr>
        <p:blipFill>
          <a:blip r:embed="rId2"/>
          <a:stretch>
            <a:fillRect/>
          </a:stretch>
        </p:blipFill>
        <p:spPr>
          <a:xfrm>
            <a:off x="6115220" y="1820584"/>
            <a:ext cx="5537159" cy="3111180"/>
          </a:xfrm>
          <a:prstGeom prst="ellipse">
            <a:avLst/>
          </a:prstGeom>
          <a:ln>
            <a:noFill/>
          </a:ln>
          <a:effectLst>
            <a:softEdge rad="112500"/>
          </a:effectLst>
        </p:spPr>
      </p:pic>
    </p:spTree>
    <p:extLst>
      <p:ext uri="{BB962C8B-B14F-4D97-AF65-F5344CB8AC3E}">
        <p14:creationId xmlns:p14="http://schemas.microsoft.com/office/powerpoint/2010/main" val="3232790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97F39B"/>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2C8FF6-904E-4A69-A0D8-C797982159DF}"/>
              </a:ext>
            </a:extLst>
          </p:cNvPr>
          <p:cNvSpPr>
            <a:spLocks noGrp="1"/>
          </p:cNvSpPr>
          <p:nvPr>
            <p:ph type="title"/>
          </p:nvPr>
        </p:nvSpPr>
        <p:spPr>
          <a:xfrm>
            <a:off x="839788" y="457200"/>
            <a:ext cx="3932237" cy="668215"/>
          </a:xfrm>
        </p:spPr>
        <p:txBody>
          <a:bodyPr/>
          <a:lstStyle/>
          <a:p>
            <a:r>
              <a:rPr lang="es-MX" b="1" dirty="0">
                <a:latin typeface="Arial Narrow" panose="020B0606020202030204" pitchFamily="34" charset="0"/>
              </a:rPr>
              <a:t>ENSALADAS</a:t>
            </a:r>
            <a:endParaRPr lang="es-CO" b="1" dirty="0">
              <a:latin typeface="Arial Narrow" panose="020B0606020202030204" pitchFamily="34" charset="0"/>
            </a:endParaRPr>
          </a:p>
        </p:txBody>
      </p:sp>
      <p:sp>
        <p:nvSpPr>
          <p:cNvPr id="4" name="Marcador de texto 3">
            <a:extLst>
              <a:ext uri="{FF2B5EF4-FFF2-40B4-BE49-F238E27FC236}">
                <a16:creationId xmlns:a16="http://schemas.microsoft.com/office/drawing/2014/main" id="{9841671A-BADF-42B2-AC89-FCC385B17084}"/>
              </a:ext>
            </a:extLst>
          </p:cNvPr>
          <p:cNvSpPr>
            <a:spLocks noGrp="1"/>
          </p:cNvSpPr>
          <p:nvPr>
            <p:ph type="body" sz="half" idx="2"/>
          </p:nvPr>
        </p:nvSpPr>
        <p:spPr>
          <a:xfrm>
            <a:off x="372195" y="1252026"/>
            <a:ext cx="5254882" cy="5373858"/>
          </a:xfrm>
        </p:spPr>
        <p:txBody>
          <a:bodyPr>
            <a:normAutofit/>
          </a:bodyPr>
          <a:lstStyle/>
          <a:p>
            <a:r>
              <a:rPr lang="es-MX" sz="2000" b="1" dirty="0">
                <a:latin typeface="Arial Narrow" panose="020B0606020202030204" pitchFamily="34" charset="0"/>
              </a:rPr>
              <a:t>ENSALADA RUSA</a:t>
            </a:r>
          </a:p>
          <a:p>
            <a:r>
              <a:rPr lang="es-MX" sz="2000" b="1" dirty="0">
                <a:latin typeface="Arial Narrow" panose="020B0606020202030204" pitchFamily="34" charset="0"/>
              </a:rPr>
              <a:t>INGREDIENTES</a:t>
            </a:r>
            <a:r>
              <a:rPr lang="es-MX" sz="2000" dirty="0">
                <a:latin typeface="Arial Narrow" panose="020B0606020202030204" pitchFamily="34" charset="0"/>
              </a:rPr>
              <a:t> : 1 Papa negra grande cortada en cuadros  y cocinada , ½ zanahoria picada en cuadros y cocinada, ¼ de habichuela cortada y cocinada , 1 puñado de arvejas  tiernas   cocinadas, ½ mazorca desgranada y sofreída, 1 taza de mayonesa de soya . (champiñones para decoración), (germinados opcional)</a:t>
            </a:r>
          </a:p>
          <a:p>
            <a:r>
              <a:rPr lang="es-MX" sz="2000" b="1" dirty="0">
                <a:latin typeface="Arial Narrow" panose="020B0606020202030204" pitchFamily="34" charset="0"/>
              </a:rPr>
              <a:t>PROCEDIMIENTO</a:t>
            </a:r>
            <a:r>
              <a:rPr lang="es-MX" sz="2000" dirty="0">
                <a:latin typeface="Arial Narrow" panose="020B0606020202030204" pitchFamily="34" charset="0"/>
              </a:rPr>
              <a:t>: mezclamos todos los ingredientes cocinados, revolvemos y  agregamos la taza de mayonesa como aderezo , revolvemos que quede bien mezclado y buen sabor, servimos  y encima de la ensalada ponemos los champiñones y germinados previamente ya sazonados y listo.</a:t>
            </a:r>
          </a:p>
          <a:p>
            <a:endParaRPr lang="es-CO" sz="2000" dirty="0">
              <a:latin typeface="Arial Narrow" panose="020B0606020202030204" pitchFamily="34" charset="0"/>
            </a:endParaRPr>
          </a:p>
        </p:txBody>
      </p:sp>
      <p:pic>
        <p:nvPicPr>
          <p:cNvPr id="7" name="Imagen 6">
            <a:extLst>
              <a:ext uri="{FF2B5EF4-FFF2-40B4-BE49-F238E27FC236}">
                <a16:creationId xmlns:a16="http://schemas.microsoft.com/office/drawing/2014/main" id="{A53C2AC9-0C9F-4808-B152-08CF01E675FC}"/>
              </a:ext>
            </a:extLst>
          </p:cNvPr>
          <p:cNvPicPr>
            <a:picLocks noChangeAspect="1"/>
          </p:cNvPicPr>
          <p:nvPr/>
        </p:nvPicPr>
        <p:blipFill>
          <a:blip r:embed="rId2"/>
          <a:stretch>
            <a:fillRect/>
          </a:stretch>
        </p:blipFill>
        <p:spPr>
          <a:xfrm>
            <a:off x="6754763" y="1297744"/>
            <a:ext cx="4262511" cy="426251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9538124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02C484-79E0-442A-A5C2-359DDDEA14FC}"/>
              </a:ext>
            </a:extLst>
          </p:cNvPr>
          <p:cNvSpPr>
            <a:spLocks noGrp="1"/>
          </p:cNvSpPr>
          <p:nvPr>
            <p:ph type="title"/>
          </p:nvPr>
        </p:nvSpPr>
        <p:spPr>
          <a:xfrm>
            <a:off x="839788" y="457200"/>
            <a:ext cx="3932237" cy="935502"/>
          </a:xfrm>
        </p:spPr>
        <p:txBody>
          <a:bodyPr/>
          <a:lstStyle/>
          <a:p>
            <a:r>
              <a:rPr lang="es-MX" b="1" dirty="0">
                <a:latin typeface="Arial Narrow" panose="020B0606020202030204" pitchFamily="34" charset="0"/>
              </a:rPr>
              <a:t>ACOMPAÑAMENTOS</a:t>
            </a:r>
            <a:endParaRPr lang="es-CO" b="1" dirty="0">
              <a:latin typeface="Arial Narrow" panose="020B0606020202030204" pitchFamily="34" charset="0"/>
            </a:endParaRPr>
          </a:p>
        </p:txBody>
      </p:sp>
      <p:sp>
        <p:nvSpPr>
          <p:cNvPr id="4" name="Marcador de texto 3">
            <a:extLst>
              <a:ext uri="{FF2B5EF4-FFF2-40B4-BE49-F238E27FC236}">
                <a16:creationId xmlns:a16="http://schemas.microsoft.com/office/drawing/2014/main" id="{FAC87F5C-AC4A-425E-A3D3-ADD39E40AAB7}"/>
              </a:ext>
            </a:extLst>
          </p:cNvPr>
          <p:cNvSpPr>
            <a:spLocks noGrp="1"/>
          </p:cNvSpPr>
          <p:nvPr>
            <p:ph type="body" sz="half" idx="2"/>
          </p:nvPr>
        </p:nvSpPr>
        <p:spPr/>
        <p:txBody>
          <a:bodyPr>
            <a:normAutofit/>
          </a:bodyPr>
          <a:lstStyle/>
          <a:p>
            <a:r>
              <a:rPr lang="es-MX" sz="2000" dirty="0">
                <a:latin typeface="Arial Narrow" panose="020B0606020202030204" pitchFamily="34" charset="0"/>
              </a:rPr>
              <a:t>Los platos principales deben ser acompañados de alimentos saludables y sobre todo apetitivos</a:t>
            </a:r>
            <a:endParaRPr lang="es-CO" sz="2000" dirty="0">
              <a:latin typeface="Arial Narrow" panose="020B0606020202030204" pitchFamily="34" charset="0"/>
            </a:endParaRPr>
          </a:p>
        </p:txBody>
      </p:sp>
      <p:pic>
        <p:nvPicPr>
          <p:cNvPr id="5" name="Imagen 4">
            <a:extLst>
              <a:ext uri="{FF2B5EF4-FFF2-40B4-BE49-F238E27FC236}">
                <a16:creationId xmlns:a16="http://schemas.microsoft.com/office/drawing/2014/main" id="{BF186945-41E3-49D3-B8CF-CA4C4DA3F242}"/>
              </a:ext>
            </a:extLst>
          </p:cNvPr>
          <p:cNvPicPr>
            <a:picLocks noChangeAspect="1"/>
          </p:cNvPicPr>
          <p:nvPr/>
        </p:nvPicPr>
        <p:blipFill>
          <a:blip r:embed="rId2"/>
          <a:stretch>
            <a:fillRect/>
          </a:stretch>
        </p:blipFill>
        <p:spPr>
          <a:xfrm>
            <a:off x="5284854" y="1185596"/>
            <a:ext cx="3943449" cy="2077028"/>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6" name="Imagen 5">
            <a:extLst>
              <a:ext uri="{FF2B5EF4-FFF2-40B4-BE49-F238E27FC236}">
                <a16:creationId xmlns:a16="http://schemas.microsoft.com/office/drawing/2014/main" id="{CAA37612-C18B-41E4-9441-3D967D9C0579}"/>
              </a:ext>
            </a:extLst>
          </p:cNvPr>
          <p:cNvPicPr>
            <a:picLocks noChangeAspect="1"/>
          </p:cNvPicPr>
          <p:nvPr/>
        </p:nvPicPr>
        <p:blipFill>
          <a:blip r:embed="rId3"/>
          <a:stretch>
            <a:fillRect/>
          </a:stretch>
        </p:blipFill>
        <p:spPr>
          <a:xfrm>
            <a:off x="7921088" y="3262624"/>
            <a:ext cx="3479630" cy="2606364"/>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4799577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1 Marcador de contenido"/>
          <p:cNvSpPr>
            <a:spLocks noGrp="1"/>
          </p:cNvSpPr>
          <p:nvPr>
            <p:ph idx="1"/>
          </p:nvPr>
        </p:nvSpPr>
        <p:spPr>
          <a:xfrm>
            <a:off x="500576" y="1586474"/>
            <a:ext cx="6420729" cy="4667250"/>
          </a:xfrm>
        </p:spPr>
        <p:txBody>
          <a:bodyPr>
            <a:normAutofit/>
          </a:bodyPr>
          <a:lstStyle/>
          <a:p>
            <a:pPr marL="0" indent="0">
              <a:buNone/>
            </a:pPr>
            <a:r>
              <a:rPr lang="es-ES" sz="2000" b="1" dirty="0">
                <a:latin typeface="Arial Narrow" panose="020B0606020202030204" pitchFamily="34" charset="0"/>
              </a:rPr>
              <a:t>INGREDIENTES</a:t>
            </a:r>
            <a:r>
              <a:rPr lang="es-ES" sz="2000" dirty="0">
                <a:latin typeface="Arial Narrow" panose="020B0606020202030204" pitchFamily="34" charset="0"/>
              </a:rPr>
              <a:t>:2 kg de papas peladas y lavadas,4 cucharadas de mantequilla de ajonjolí o nueces, 2 cucharadas de sal, 1cucharada de jugo de limón.</a:t>
            </a:r>
          </a:p>
          <a:p>
            <a:pPr marL="0" indent="0">
              <a:buNone/>
            </a:pPr>
            <a:r>
              <a:rPr lang="es-ES" sz="2000" b="1" dirty="0">
                <a:latin typeface="Arial Narrow" panose="020B0606020202030204" pitchFamily="34" charset="0"/>
              </a:rPr>
              <a:t>PROCEDIMIENTO</a:t>
            </a:r>
            <a:r>
              <a:rPr lang="es-ES" sz="2000" dirty="0">
                <a:latin typeface="Arial Narrow" panose="020B0606020202030204" pitchFamily="34" charset="0"/>
              </a:rPr>
              <a:t>: vamos a cortar nuestras papas a la francesa en bastones. Ponemos en una olla tres tazas de agua con 1 cucharadita de sal, cuando hierva el agua agregamos nuestras papas y la vamos a dejar durante 10 minutos, las escurrimos y le vamos a poner agua fría.</a:t>
            </a:r>
          </a:p>
          <a:p>
            <a:r>
              <a:rPr lang="es-ES" sz="2000" dirty="0">
                <a:latin typeface="Arial Narrow" panose="020B0606020202030204" pitchFamily="34" charset="0"/>
              </a:rPr>
              <a:t>Después en una taza agregamos las papas y las vamos untar de la mantequilla  de ajonjolí y exprimimos el limón.</a:t>
            </a:r>
          </a:p>
          <a:p>
            <a:r>
              <a:rPr lang="es-ES" sz="2000" dirty="0">
                <a:latin typeface="Arial Narrow" panose="020B0606020202030204" pitchFamily="34" charset="0"/>
              </a:rPr>
              <a:t>Revolvemos de forma uniforme, engrasamos la lata y ponemos las papas que queden bien distribuidas.</a:t>
            </a:r>
          </a:p>
          <a:p>
            <a:r>
              <a:rPr lang="es-ES" sz="2000" dirty="0">
                <a:latin typeface="Arial Narrow" panose="020B0606020202030204" pitchFamily="34" charset="0"/>
              </a:rPr>
              <a:t>La metemos al horno durante 40 min a 1 hora.</a:t>
            </a:r>
            <a:endParaRPr lang="es-CO" sz="2000" dirty="0">
              <a:latin typeface="Arial Narrow" panose="020B0606020202030204" pitchFamily="34" charset="0"/>
            </a:endParaRPr>
          </a:p>
        </p:txBody>
      </p:sp>
      <p:sp>
        <p:nvSpPr>
          <p:cNvPr id="3" name="2 Título"/>
          <p:cNvSpPr>
            <a:spLocks noGrp="1"/>
          </p:cNvSpPr>
          <p:nvPr>
            <p:ph type="title"/>
          </p:nvPr>
        </p:nvSpPr>
        <p:spPr/>
        <p:txBody>
          <a:bodyPr>
            <a:normAutofit/>
          </a:bodyPr>
          <a:lstStyle/>
          <a:p>
            <a:r>
              <a:rPr lang="es-ES" sz="3200" b="1" dirty="0">
                <a:latin typeface="Arial Narrow" panose="020B0606020202030204" pitchFamily="34" charset="0"/>
              </a:rPr>
              <a:t>PAPAS A LA FRANCESA</a:t>
            </a:r>
            <a:endParaRPr lang="es-CO" sz="3200" b="1" dirty="0">
              <a:latin typeface="Arial Narrow" panose="020B0606020202030204" pitchFamily="34" charset="0"/>
            </a:endParaRPr>
          </a:p>
        </p:txBody>
      </p:sp>
      <p:pic>
        <p:nvPicPr>
          <p:cNvPr id="4" name="Imagen 3">
            <a:extLst>
              <a:ext uri="{FF2B5EF4-FFF2-40B4-BE49-F238E27FC236}">
                <a16:creationId xmlns:a16="http://schemas.microsoft.com/office/drawing/2014/main" id="{4E856551-D204-4A35-88BB-C44FBDE29CF3}"/>
              </a:ext>
            </a:extLst>
          </p:cNvPr>
          <p:cNvPicPr>
            <a:picLocks noChangeAspect="1"/>
          </p:cNvPicPr>
          <p:nvPr/>
        </p:nvPicPr>
        <p:blipFill rotWithShape="1">
          <a:blip r:embed="rId2"/>
          <a:srcRect r="16725"/>
          <a:stretch/>
        </p:blipFill>
        <p:spPr>
          <a:xfrm>
            <a:off x="7455877" y="1690687"/>
            <a:ext cx="4079631" cy="3306279"/>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12671327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44304" y="1642086"/>
            <a:ext cx="6913098" cy="4772123"/>
          </a:xfrm>
        </p:spPr>
        <p:txBody>
          <a:bodyPr>
            <a:normAutofit/>
          </a:bodyPr>
          <a:lstStyle/>
          <a:p>
            <a:pPr marL="0" indent="0">
              <a:buNone/>
            </a:pPr>
            <a:r>
              <a:rPr lang="es-ES" sz="2000" b="1" dirty="0">
                <a:latin typeface="Arial Narrow" panose="020B0606020202030204" pitchFamily="34" charset="0"/>
              </a:rPr>
              <a:t>INGREDIENTES</a:t>
            </a:r>
            <a:r>
              <a:rPr lang="es-ES" sz="2000" dirty="0">
                <a:latin typeface="Arial Narrow" panose="020B0606020202030204" pitchFamily="34" charset="0"/>
              </a:rPr>
              <a:t>: 1kg de papas,2 cucharadas de mantequilla de coco y zanahoria, 2 cucharadas de tomillo picado,1 cucharadita de paprika, 2 cucharaditas de sal</a:t>
            </a:r>
          </a:p>
          <a:p>
            <a:pPr marL="0" indent="0">
              <a:buNone/>
            </a:pPr>
            <a:r>
              <a:rPr lang="es-ES" sz="2000" b="1" dirty="0">
                <a:latin typeface="Arial Narrow" panose="020B0606020202030204" pitchFamily="34" charset="0"/>
              </a:rPr>
              <a:t>PROCEDIMIENTO</a:t>
            </a:r>
            <a:r>
              <a:rPr lang="es-ES" sz="2000" dirty="0">
                <a:latin typeface="Arial Narrow" panose="020B0606020202030204" pitchFamily="34" charset="0"/>
              </a:rPr>
              <a:t>: vamos a cortar nuestras papas en rodajas gruesas. Ponemos en una olla tres tazas de agua con 1 cucharadita de sal, cuando hierva el agua agregamos nuestras papas y la vamos a dejar durante 10 minutos, las escurrimos y le vamos a poner agua fría.</a:t>
            </a:r>
          </a:p>
          <a:p>
            <a:r>
              <a:rPr lang="es-ES" sz="2000" dirty="0">
                <a:latin typeface="Arial Narrow" panose="020B0606020202030204" pitchFamily="34" charset="0"/>
              </a:rPr>
              <a:t>Después en una taza agregamos las papas y las vamos untar de la mantequilla de coco y zanahoria.</a:t>
            </a:r>
          </a:p>
          <a:p>
            <a:r>
              <a:rPr lang="es-ES" sz="2000" dirty="0">
                <a:latin typeface="Arial Narrow" panose="020B0606020202030204" pitchFamily="34" charset="0"/>
              </a:rPr>
              <a:t>Revolvemos de forma uniforme, engrasamos la lata y ponemos las papas que queden bien distribuida y agregamos por arriba las hojitas de tomillo.</a:t>
            </a:r>
          </a:p>
          <a:p>
            <a:r>
              <a:rPr lang="es-ES" sz="2000" dirty="0">
                <a:latin typeface="Arial Narrow" panose="020B0606020202030204" pitchFamily="34" charset="0"/>
              </a:rPr>
              <a:t>La metemos al horno durante 40 min a 1 hora</a:t>
            </a:r>
            <a:endParaRPr lang="es-CO" sz="2000" dirty="0">
              <a:latin typeface="Arial Narrow" panose="020B0606020202030204" pitchFamily="34" charset="0"/>
            </a:endParaRPr>
          </a:p>
        </p:txBody>
      </p:sp>
      <p:sp>
        <p:nvSpPr>
          <p:cNvPr id="3" name="2 Título"/>
          <p:cNvSpPr>
            <a:spLocks noGrp="1"/>
          </p:cNvSpPr>
          <p:nvPr>
            <p:ph type="title"/>
          </p:nvPr>
        </p:nvSpPr>
        <p:spPr/>
        <p:txBody>
          <a:bodyPr>
            <a:normAutofit/>
          </a:bodyPr>
          <a:lstStyle/>
          <a:p>
            <a:r>
              <a:rPr lang="es-ES" sz="3200" b="1" dirty="0">
                <a:latin typeface="Arial Narrow" panose="020B0606020202030204" pitchFamily="34" charset="0"/>
              </a:rPr>
              <a:t>PAPAS ASADAS</a:t>
            </a:r>
          </a:p>
        </p:txBody>
      </p:sp>
      <p:pic>
        <p:nvPicPr>
          <p:cNvPr id="4" name="Imagen 3">
            <a:extLst>
              <a:ext uri="{FF2B5EF4-FFF2-40B4-BE49-F238E27FC236}">
                <a16:creationId xmlns:a16="http://schemas.microsoft.com/office/drawing/2014/main" id="{A091A555-181E-41F6-B11A-069E55897B6F}"/>
              </a:ext>
            </a:extLst>
          </p:cNvPr>
          <p:cNvPicPr>
            <a:picLocks noChangeAspect="1"/>
          </p:cNvPicPr>
          <p:nvPr/>
        </p:nvPicPr>
        <p:blipFill>
          <a:blip r:embed="rId2"/>
          <a:stretch>
            <a:fillRect/>
          </a:stretch>
        </p:blipFill>
        <p:spPr>
          <a:xfrm>
            <a:off x="7929415" y="1642086"/>
            <a:ext cx="3528793" cy="3528793"/>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17376333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1 Marcador de contenido"/>
          <p:cNvSpPr>
            <a:spLocks noGrp="1"/>
          </p:cNvSpPr>
          <p:nvPr>
            <p:ph idx="1"/>
          </p:nvPr>
        </p:nvSpPr>
        <p:spPr>
          <a:xfrm>
            <a:off x="359899" y="1631852"/>
            <a:ext cx="6786489" cy="4643585"/>
          </a:xfrm>
        </p:spPr>
        <p:txBody>
          <a:bodyPr>
            <a:normAutofit fontScale="77500" lnSpcReduction="20000"/>
          </a:bodyPr>
          <a:lstStyle/>
          <a:p>
            <a:pPr marL="0" indent="0">
              <a:buNone/>
            </a:pPr>
            <a:r>
              <a:rPr lang="es-ES" b="1" dirty="0">
                <a:latin typeface="Arial Narrow" panose="020B0606020202030204" pitchFamily="34" charset="0"/>
              </a:rPr>
              <a:t>INGREDIENTES</a:t>
            </a:r>
            <a:r>
              <a:rPr lang="es-ES" dirty="0">
                <a:latin typeface="Arial Narrow" panose="020B0606020202030204" pitchFamily="34" charset="0"/>
              </a:rPr>
              <a:t>: 1lb de gluten crudo, 2 cucharadas de nueces, 2 cucharadas de almendras, 1 ½ cucharada de paprika , ¼ de miga de pan, sal al gusto,2 dientes de ajo, 3 hojas de aluminio, ½ taza de salsa chimichurri.</a:t>
            </a:r>
          </a:p>
          <a:p>
            <a:endParaRPr lang="es-ES" dirty="0">
              <a:latin typeface="Arial Narrow" panose="020B0606020202030204" pitchFamily="34" charset="0"/>
            </a:endParaRPr>
          </a:p>
          <a:p>
            <a:pPr marL="0" indent="0">
              <a:buNone/>
            </a:pPr>
            <a:r>
              <a:rPr lang="es-ES" b="1" dirty="0">
                <a:latin typeface="Arial Narrow" panose="020B0606020202030204" pitchFamily="34" charset="0"/>
              </a:rPr>
              <a:t>PREPARACION</a:t>
            </a:r>
            <a:r>
              <a:rPr lang="es-ES" dirty="0">
                <a:latin typeface="Arial Narrow" panose="020B0606020202030204" pitchFamily="34" charset="0"/>
              </a:rPr>
              <a:t>: vamos a moler nuestro gluten crudo con las nueces, las almendras, el ajo. Después de molido mezclamos  agregamos sal y la paprika.</a:t>
            </a:r>
          </a:p>
          <a:p>
            <a:r>
              <a:rPr lang="es-ES" dirty="0">
                <a:latin typeface="Arial Narrow" panose="020B0606020202030204" pitchFamily="34" charset="0"/>
              </a:rPr>
              <a:t>Moldeamos nuestros perniles con ayuda de el aluminio, introducimos un palito en la mitad de nuestros perniles</a:t>
            </a:r>
          </a:p>
          <a:p>
            <a:r>
              <a:rPr lang="es-ES" dirty="0">
                <a:latin typeface="Arial Narrow" panose="020B0606020202030204" pitchFamily="34" charset="0"/>
              </a:rPr>
              <a:t>Ponemos a cocinar preferiblemente en una olla a presión nuestros perniles durante 30 minutos.</a:t>
            </a:r>
          </a:p>
          <a:p>
            <a:r>
              <a:rPr lang="es-ES" dirty="0">
                <a:latin typeface="Arial Narrow" panose="020B0606020202030204" pitchFamily="34" charset="0"/>
              </a:rPr>
              <a:t>Después los sacamos con cuidado les retiramos el aluminio y encima le agregamos la  miga de pan.</a:t>
            </a:r>
          </a:p>
          <a:p>
            <a:r>
              <a:rPr lang="es-ES" dirty="0">
                <a:latin typeface="Arial Narrow" panose="020B0606020202030204" pitchFamily="34" charset="0"/>
              </a:rPr>
              <a:t>Metemos al horno durante 15 minutos y listo</a:t>
            </a:r>
            <a:endParaRPr lang="es-CO" dirty="0">
              <a:latin typeface="Arial Narrow" panose="020B0606020202030204" pitchFamily="34" charset="0"/>
            </a:endParaRPr>
          </a:p>
        </p:txBody>
      </p:sp>
      <p:sp>
        <p:nvSpPr>
          <p:cNvPr id="3" name="2 Título"/>
          <p:cNvSpPr>
            <a:spLocks noGrp="1"/>
          </p:cNvSpPr>
          <p:nvPr>
            <p:ph type="title"/>
          </p:nvPr>
        </p:nvSpPr>
        <p:spPr>
          <a:xfrm>
            <a:off x="838200" y="365125"/>
            <a:ext cx="4085492" cy="1168253"/>
          </a:xfrm>
        </p:spPr>
        <p:txBody>
          <a:bodyPr>
            <a:normAutofit/>
          </a:bodyPr>
          <a:lstStyle/>
          <a:p>
            <a:r>
              <a:rPr lang="es-ES" sz="3200" b="1" dirty="0">
                <a:latin typeface="Arial Narrow" panose="020B0606020202030204" pitchFamily="34" charset="0"/>
              </a:rPr>
              <a:t>PERNILES DE GLUTEN</a:t>
            </a:r>
            <a:endParaRPr lang="es-CO" sz="3200" b="1" dirty="0">
              <a:latin typeface="Arial Narrow" panose="020B0606020202030204" pitchFamily="34" charset="0"/>
            </a:endParaRPr>
          </a:p>
        </p:txBody>
      </p:sp>
      <p:pic>
        <p:nvPicPr>
          <p:cNvPr id="4" name="Imagen 3">
            <a:extLst>
              <a:ext uri="{FF2B5EF4-FFF2-40B4-BE49-F238E27FC236}">
                <a16:creationId xmlns:a16="http://schemas.microsoft.com/office/drawing/2014/main" id="{2C45DC2B-DFDB-43D0-9EDD-C0AB09D36B09}"/>
              </a:ext>
            </a:extLst>
          </p:cNvPr>
          <p:cNvPicPr>
            <a:picLocks noChangeAspect="1"/>
          </p:cNvPicPr>
          <p:nvPr/>
        </p:nvPicPr>
        <p:blipFill>
          <a:blip r:embed="rId2"/>
          <a:stretch>
            <a:fillRect/>
          </a:stretch>
        </p:blipFill>
        <p:spPr>
          <a:xfrm>
            <a:off x="7571715" y="1755603"/>
            <a:ext cx="4042032" cy="3460974"/>
          </a:xfrm>
          <a:prstGeom prst="ellipse">
            <a:avLst/>
          </a:prstGeom>
          <a:ln>
            <a:noFill/>
          </a:ln>
          <a:effectLst>
            <a:softEdge rad="112500"/>
          </a:effectLst>
        </p:spPr>
      </p:pic>
    </p:spTree>
    <p:extLst>
      <p:ext uri="{BB962C8B-B14F-4D97-AF65-F5344CB8AC3E}">
        <p14:creationId xmlns:p14="http://schemas.microsoft.com/office/powerpoint/2010/main" val="39999509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B32FEAA5-4BD1-4A2C-B7B7-219299FFE405}"/>
              </a:ext>
            </a:extLst>
          </p:cNvPr>
          <p:cNvSpPr>
            <a:spLocks noGrp="1"/>
          </p:cNvSpPr>
          <p:nvPr>
            <p:ph type="title"/>
          </p:nvPr>
        </p:nvSpPr>
        <p:spPr>
          <a:xfrm>
            <a:off x="839788" y="457200"/>
            <a:ext cx="3932237" cy="879231"/>
          </a:xfrm>
        </p:spPr>
        <p:txBody>
          <a:bodyPr/>
          <a:lstStyle/>
          <a:p>
            <a:r>
              <a:rPr lang="es-MX" b="1" dirty="0">
                <a:latin typeface="Arial Narrow" panose="020B0606020202030204" pitchFamily="34" charset="0"/>
              </a:rPr>
              <a:t>SOPAS</a:t>
            </a:r>
            <a:endParaRPr lang="es-CO" b="1" dirty="0">
              <a:latin typeface="Arial Narrow" panose="020B0606020202030204" pitchFamily="34" charset="0"/>
            </a:endParaRPr>
          </a:p>
        </p:txBody>
      </p:sp>
      <p:sp>
        <p:nvSpPr>
          <p:cNvPr id="6" name="Marcador de texto 5">
            <a:extLst>
              <a:ext uri="{FF2B5EF4-FFF2-40B4-BE49-F238E27FC236}">
                <a16:creationId xmlns:a16="http://schemas.microsoft.com/office/drawing/2014/main" id="{2ACA6E6B-D435-4DD3-8EA4-A55102E9EC2F}"/>
              </a:ext>
            </a:extLst>
          </p:cNvPr>
          <p:cNvSpPr>
            <a:spLocks noGrp="1"/>
          </p:cNvSpPr>
          <p:nvPr>
            <p:ph type="body" sz="half" idx="2"/>
          </p:nvPr>
        </p:nvSpPr>
        <p:spPr/>
        <p:txBody>
          <a:bodyPr/>
          <a:lstStyle/>
          <a:p>
            <a:r>
              <a:rPr lang="es-MX" dirty="0"/>
              <a:t>Un buen acompañante o puede ser el plato fuerte de cualquier comida</a:t>
            </a:r>
            <a:endParaRPr lang="es-CO" dirty="0"/>
          </a:p>
        </p:txBody>
      </p:sp>
      <p:pic>
        <p:nvPicPr>
          <p:cNvPr id="8" name="Imagen 7">
            <a:extLst>
              <a:ext uri="{FF2B5EF4-FFF2-40B4-BE49-F238E27FC236}">
                <a16:creationId xmlns:a16="http://schemas.microsoft.com/office/drawing/2014/main" id="{1B84640B-6C52-4105-B88E-8870E7FA07E3}"/>
              </a:ext>
            </a:extLst>
          </p:cNvPr>
          <p:cNvPicPr>
            <a:picLocks noChangeAspect="1"/>
          </p:cNvPicPr>
          <p:nvPr/>
        </p:nvPicPr>
        <p:blipFill rotWithShape="1">
          <a:blip r:embed="rId2"/>
          <a:srcRect r="23058"/>
          <a:stretch/>
        </p:blipFill>
        <p:spPr>
          <a:xfrm>
            <a:off x="5304693" y="1336431"/>
            <a:ext cx="5850988" cy="4119050"/>
          </a:xfrm>
          <a:prstGeom prst="ellipse">
            <a:avLst/>
          </a:prstGeom>
          <a:ln>
            <a:noFill/>
          </a:ln>
          <a:effectLst>
            <a:softEdge rad="112500"/>
          </a:effectLst>
        </p:spPr>
      </p:pic>
    </p:spTree>
    <p:extLst>
      <p:ext uri="{BB962C8B-B14F-4D97-AF65-F5344CB8AC3E}">
        <p14:creationId xmlns:p14="http://schemas.microsoft.com/office/powerpoint/2010/main" val="12435472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xfrm>
            <a:off x="838200" y="365126"/>
            <a:ext cx="4929554" cy="831628"/>
          </a:xfrm>
        </p:spPr>
        <p:txBody>
          <a:bodyPr>
            <a:normAutofit/>
          </a:bodyPr>
          <a:lstStyle/>
          <a:p>
            <a:r>
              <a:rPr lang="es-ES" sz="3200" b="1" dirty="0">
                <a:latin typeface="Arial Narrow" panose="020B0606020202030204" pitchFamily="34" charset="0"/>
              </a:rPr>
              <a:t>AJIACO SALUDABLE</a:t>
            </a:r>
            <a:endParaRPr lang="es-CO" sz="3200" b="1" dirty="0">
              <a:latin typeface="Arial Narrow" panose="020B0606020202030204" pitchFamily="34" charset="0"/>
            </a:endParaRPr>
          </a:p>
        </p:txBody>
      </p:sp>
      <p:sp>
        <p:nvSpPr>
          <p:cNvPr id="3" name="2 Marcador de contenido"/>
          <p:cNvSpPr>
            <a:spLocks noGrp="1"/>
          </p:cNvSpPr>
          <p:nvPr>
            <p:ph idx="1"/>
          </p:nvPr>
        </p:nvSpPr>
        <p:spPr>
          <a:xfrm>
            <a:off x="588499" y="1365565"/>
            <a:ext cx="6543822" cy="4929411"/>
          </a:xfrm>
        </p:spPr>
        <p:txBody>
          <a:bodyPr>
            <a:normAutofit/>
          </a:bodyPr>
          <a:lstStyle/>
          <a:p>
            <a:pPr marL="0" indent="0">
              <a:buNone/>
            </a:pPr>
            <a:r>
              <a:rPr lang="es-ES" sz="2000" b="1" dirty="0">
                <a:solidFill>
                  <a:schemeClr val="tx1"/>
                </a:solidFill>
                <a:latin typeface="Arial Narrow" panose="020B0606020202030204" pitchFamily="34" charset="0"/>
              </a:rPr>
              <a:t>INGREDIENTES</a:t>
            </a:r>
            <a:r>
              <a:rPr lang="es-ES" sz="2000" dirty="0">
                <a:solidFill>
                  <a:schemeClr val="tx1"/>
                </a:solidFill>
                <a:latin typeface="Arial Narrow" panose="020B0606020202030204" pitchFamily="34" charset="0"/>
              </a:rPr>
              <a:t> : 1 mazorca, ( ½ de libra de cada papa amarilla, parda, pastusa), guasca 2 ramas, arveja tierna ¼, crema de coco 4 cucharadas, 3 ramas de cebolla larga, 2 dientes de ajo, 1 zanahoria.</a:t>
            </a:r>
          </a:p>
          <a:p>
            <a:pPr marL="0" indent="0">
              <a:buNone/>
            </a:pPr>
            <a:r>
              <a:rPr lang="es-ES" sz="2000" b="1" dirty="0">
                <a:solidFill>
                  <a:schemeClr val="tx1"/>
                </a:solidFill>
                <a:latin typeface="Arial Narrow" panose="020B0606020202030204" pitchFamily="34" charset="0"/>
              </a:rPr>
              <a:t>PROCEDIMIENTO</a:t>
            </a:r>
            <a:r>
              <a:rPr lang="es-ES" sz="2000" dirty="0">
                <a:solidFill>
                  <a:schemeClr val="tx1"/>
                </a:solidFill>
                <a:latin typeface="Arial Narrow" panose="020B0606020202030204" pitchFamily="34" charset="0"/>
              </a:rPr>
              <a:t>: En una olla vamos a poner 3 tazas de agua, 1 cucharadita de sal, 2 dientes de ajo machacado, agregamos 2 cucharaditas de sal, picamos la cebolla larga y la agregamos, cortamos en rodajas (gruesas) la mazorca y la agregamos dejamos cocinar 10 minutos, después agregamos la zanahoria cortada en rodajas y dejamos cocinar 10 minutos mas , agregamos las tres clases de papas que ya están lavadas y cortadas en rodajas y después agregamos la arveja dejamos cocinar 10 minutos mas, con ayuda de un tenedor vamos  triturar la papa que ya este previamente cocinada  para que nuestra sopa coja espesor, picamos las guascas finamente y agregamos . Cuando ya este en el espesor que necesitemos la apagamos. Servimos en un plato hondo y agregamos en el plato las 4 cucharadas de crema de coco y listo</a:t>
            </a:r>
            <a:endParaRPr lang="es-CO" sz="2000" dirty="0">
              <a:solidFill>
                <a:schemeClr val="tx1"/>
              </a:solidFill>
              <a:latin typeface="Arial Narrow" panose="020B0606020202030204" pitchFamily="34" charset="0"/>
            </a:endParaRPr>
          </a:p>
        </p:txBody>
      </p:sp>
      <p:pic>
        <p:nvPicPr>
          <p:cNvPr id="7" name="Imagen 6">
            <a:extLst>
              <a:ext uri="{FF2B5EF4-FFF2-40B4-BE49-F238E27FC236}">
                <a16:creationId xmlns:a16="http://schemas.microsoft.com/office/drawing/2014/main" id="{74E83EA1-E115-48E4-90AE-BBCFBF9044E0}"/>
              </a:ext>
            </a:extLst>
          </p:cNvPr>
          <p:cNvPicPr>
            <a:picLocks noChangeAspect="1"/>
          </p:cNvPicPr>
          <p:nvPr/>
        </p:nvPicPr>
        <p:blipFill rotWithShape="1">
          <a:blip r:embed="rId2"/>
          <a:srcRect t="34060" r="31382"/>
          <a:stretch/>
        </p:blipFill>
        <p:spPr>
          <a:xfrm>
            <a:off x="7262227" y="1923757"/>
            <a:ext cx="4707738" cy="3010486"/>
          </a:xfrm>
          <a:prstGeom prst="rect">
            <a:avLst/>
          </a:prstGeom>
          <a:ln>
            <a:noFill/>
          </a:ln>
          <a:effectLst>
            <a:softEdge rad="112500"/>
          </a:effectLst>
        </p:spPr>
      </p:pic>
    </p:spTree>
    <p:extLst>
      <p:ext uri="{BB962C8B-B14F-4D97-AF65-F5344CB8AC3E}">
        <p14:creationId xmlns:p14="http://schemas.microsoft.com/office/powerpoint/2010/main" val="14861171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sz="3200" b="1" dirty="0">
                <a:latin typeface="Arial Narrow" panose="020B0606020202030204" pitchFamily="34" charset="0"/>
              </a:rPr>
              <a:t>MINESTRONE</a:t>
            </a:r>
            <a:endParaRPr lang="es-CO" sz="3200" b="1" dirty="0">
              <a:latin typeface="Arial Narrow" panose="020B0606020202030204" pitchFamily="34" charset="0"/>
            </a:endParaRPr>
          </a:p>
        </p:txBody>
      </p:sp>
      <p:sp>
        <p:nvSpPr>
          <p:cNvPr id="3" name="2 Marcador de contenido"/>
          <p:cNvSpPr>
            <a:spLocks noGrp="1"/>
          </p:cNvSpPr>
          <p:nvPr>
            <p:ph idx="1"/>
          </p:nvPr>
        </p:nvSpPr>
        <p:spPr>
          <a:xfrm>
            <a:off x="444305" y="1544271"/>
            <a:ext cx="6181578" cy="4351338"/>
          </a:xfrm>
        </p:spPr>
        <p:txBody>
          <a:bodyPr>
            <a:normAutofit/>
          </a:bodyPr>
          <a:lstStyle/>
          <a:p>
            <a:pPr marL="0" indent="0">
              <a:buNone/>
            </a:pPr>
            <a:r>
              <a:rPr lang="es-ES" sz="2000" b="1" dirty="0">
                <a:solidFill>
                  <a:schemeClr val="tx1"/>
                </a:solidFill>
                <a:latin typeface="Arial Narrow" panose="020B0606020202030204" pitchFamily="34" charset="0"/>
              </a:rPr>
              <a:t>INGREDIENTES</a:t>
            </a:r>
            <a:r>
              <a:rPr lang="es-ES" sz="2000" dirty="0">
                <a:solidFill>
                  <a:schemeClr val="tx1"/>
                </a:solidFill>
                <a:latin typeface="Arial Narrow" panose="020B0606020202030204" pitchFamily="34" charset="0"/>
              </a:rPr>
              <a:t>:  frijol tierno ¼, pastas de conchita ¼ de taza, albahaca 2 ramas, salsa de tomate 2 tazas, ½ queso cortado en cuadritos , 3 papas amarillas, 2 papas negras (peladas) cortadas en cuadritos ¼ de arveja tierna, 2 cucharadas de aceite de oliva.</a:t>
            </a:r>
          </a:p>
          <a:p>
            <a:pPr marL="0" indent="0">
              <a:buNone/>
            </a:pPr>
            <a:r>
              <a:rPr lang="es-ES" sz="2000" b="1" dirty="0">
                <a:solidFill>
                  <a:schemeClr val="tx1"/>
                </a:solidFill>
                <a:latin typeface="Arial Narrow" panose="020B0606020202030204" pitchFamily="34" charset="0"/>
              </a:rPr>
              <a:t>PROCEDIMIENTO</a:t>
            </a:r>
            <a:r>
              <a:rPr lang="es-ES" sz="2000" dirty="0">
                <a:solidFill>
                  <a:schemeClr val="tx1"/>
                </a:solidFill>
                <a:latin typeface="Arial Narrow" panose="020B0606020202030204" pitchFamily="34" charset="0"/>
              </a:rPr>
              <a:t>: Donde vamos hacer nuestra sopa ponemos en una olla 2 tazas de agua a hervir, agregamos sal, 1 diente de ajo, el frijol tierno y dejamos cocinar 20 minutos, agregamos la arveja tierna, agregamos las papas y la salsa de tomate y dejamos cocinar. Cuando veamos que todo este cocinado agregamos las pastas de conchita y picamos muy finamente la albahaca y la agregamos a nuestro minestrone por ultimo agregamos a nuestra sopa 2 cucharadas de aceite de oliva. Servimos  y ponemos en nuestra sopa el queso cortado en cuadritos y listo.</a:t>
            </a:r>
            <a:endParaRPr lang="es-CO" sz="2000" dirty="0">
              <a:solidFill>
                <a:schemeClr val="tx1"/>
              </a:solidFill>
              <a:latin typeface="Arial Narrow" panose="020B0606020202030204" pitchFamily="34" charset="0"/>
            </a:endParaRPr>
          </a:p>
        </p:txBody>
      </p:sp>
      <p:pic>
        <p:nvPicPr>
          <p:cNvPr id="4" name="Imagen 3">
            <a:extLst>
              <a:ext uri="{FF2B5EF4-FFF2-40B4-BE49-F238E27FC236}">
                <a16:creationId xmlns:a16="http://schemas.microsoft.com/office/drawing/2014/main" id="{5CD6D64C-8CCC-4754-97A6-F11F1688F9B9}"/>
              </a:ext>
            </a:extLst>
          </p:cNvPr>
          <p:cNvPicPr>
            <a:picLocks noChangeAspect="1"/>
          </p:cNvPicPr>
          <p:nvPr/>
        </p:nvPicPr>
        <p:blipFill>
          <a:blip r:embed="rId2"/>
          <a:stretch>
            <a:fillRect/>
          </a:stretch>
        </p:blipFill>
        <p:spPr>
          <a:xfrm>
            <a:off x="7320548" y="1099180"/>
            <a:ext cx="4033252" cy="502949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464399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xfrm>
            <a:off x="838200" y="365125"/>
            <a:ext cx="3902612" cy="1013509"/>
          </a:xfrm>
        </p:spPr>
        <p:txBody>
          <a:bodyPr>
            <a:normAutofit/>
          </a:bodyPr>
          <a:lstStyle/>
          <a:p>
            <a:r>
              <a:rPr lang="es-ES" sz="3200" b="1" dirty="0">
                <a:latin typeface="Arial Narrow" panose="020B0606020202030204" pitchFamily="34" charset="0"/>
              </a:rPr>
              <a:t>CAZUELA DE FRIJOL</a:t>
            </a:r>
            <a:endParaRPr lang="es-CO" sz="3200" b="1" dirty="0">
              <a:latin typeface="Arial Narrow" panose="020B0606020202030204" pitchFamily="34" charset="0"/>
            </a:endParaRPr>
          </a:p>
        </p:txBody>
      </p:sp>
      <p:sp>
        <p:nvSpPr>
          <p:cNvPr id="3" name="2 Marcador de contenido"/>
          <p:cNvSpPr>
            <a:spLocks noGrp="1"/>
          </p:cNvSpPr>
          <p:nvPr>
            <p:ph idx="1"/>
          </p:nvPr>
        </p:nvSpPr>
        <p:spPr>
          <a:xfrm>
            <a:off x="597879" y="1308299"/>
            <a:ext cx="6853311" cy="5184576"/>
          </a:xfrm>
        </p:spPr>
        <p:txBody>
          <a:bodyPr>
            <a:normAutofit/>
          </a:bodyPr>
          <a:lstStyle/>
          <a:p>
            <a:pPr marL="0" indent="0">
              <a:buNone/>
            </a:pPr>
            <a:r>
              <a:rPr lang="es-ES" sz="2000" b="1" dirty="0">
                <a:solidFill>
                  <a:schemeClr val="tx1"/>
                </a:solidFill>
                <a:latin typeface="Arial Narrow" panose="020B0606020202030204" pitchFamily="34" charset="0"/>
              </a:rPr>
              <a:t>INGREDIENTES</a:t>
            </a:r>
            <a:r>
              <a:rPr lang="es-ES" sz="2000" dirty="0">
                <a:solidFill>
                  <a:schemeClr val="tx1"/>
                </a:solidFill>
                <a:latin typeface="Arial Narrow" panose="020B0606020202030204" pitchFamily="34" charset="0"/>
              </a:rPr>
              <a:t> : ½ de frijoles, 1taza de guiso básico, 1 trozo pequeño de zapallo , 1 tomate picado en cuadros finos , 1cebolla picado en cuadros finos, ½ aguacate picado en cuadros finos, 5 champiñones picados en rodajas y salteados, 1 maduro picado en cuadros y frito, chicharrines de gluten.</a:t>
            </a:r>
          </a:p>
          <a:p>
            <a:pPr marL="0" indent="0">
              <a:buNone/>
            </a:pPr>
            <a:r>
              <a:rPr lang="es-ES" sz="2000" b="1" dirty="0">
                <a:solidFill>
                  <a:schemeClr val="tx1"/>
                </a:solidFill>
                <a:latin typeface="Arial Narrow" panose="020B0606020202030204" pitchFamily="34" charset="0"/>
              </a:rPr>
              <a:t>PROCEDIMIENTO </a:t>
            </a:r>
            <a:r>
              <a:rPr lang="es-ES" sz="2000" dirty="0">
                <a:solidFill>
                  <a:schemeClr val="tx1"/>
                </a:solidFill>
                <a:latin typeface="Arial Narrow" panose="020B0606020202030204" pitchFamily="34" charset="0"/>
              </a:rPr>
              <a:t>: hacemos unos ricos y deliciosos frijoles sin plátano  ni papa, para los frijoles vamos a  utilizar el zapallo y el guiso básico y ajo, que queden de buen sabor, cuando ya estén nuestros frijoles vamos a servir y con una cuchara agregamos la cebolla, tomate, el aguacate el maduro, los champiñones (todo previamente ya picado finamente y en el caso de los champiñones y el maduro listos como aparece en los ingredientes) y los chicharrines de gluten y listo.</a:t>
            </a:r>
            <a:endParaRPr lang="es-CO" sz="2000" dirty="0">
              <a:solidFill>
                <a:schemeClr val="tx1"/>
              </a:solidFill>
              <a:latin typeface="Arial Narrow" panose="020B0606020202030204" pitchFamily="34" charset="0"/>
            </a:endParaRPr>
          </a:p>
        </p:txBody>
      </p:sp>
      <p:pic>
        <p:nvPicPr>
          <p:cNvPr id="4" name="Imagen 3">
            <a:extLst>
              <a:ext uri="{FF2B5EF4-FFF2-40B4-BE49-F238E27FC236}">
                <a16:creationId xmlns:a16="http://schemas.microsoft.com/office/drawing/2014/main" id="{9003FBA0-D6A4-422D-A71F-655D9F9A09B7}"/>
              </a:ext>
            </a:extLst>
          </p:cNvPr>
          <p:cNvPicPr>
            <a:picLocks noChangeAspect="1"/>
          </p:cNvPicPr>
          <p:nvPr/>
        </p:nvPicPr>
        <p:blipFill>
          <a:blip r:embed="rId2"/>
          <a:stretch>
            <a:fillRect/>
          </a:stretch>
        </p:blipFill>
        <p:spPr>
          <a:xfrm>
            <a:off x="7774890" y="1602618"/>
            <a:ext cx="4056039" cy="291311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6694174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EA5574-3701-4EB2-BD29-0A49AA8BAC84}"/>
              </a:ext>
            </a:extLst>
          </p:cNvPr>
          <p:cNvSpPr>
            <a:spLocks noGrp="1"/>
          </p:cNvSpPr>
          <p:nvPr>
            <p:ph type="title"/>
          </p:nvPr>
        </p:nvSpPr>
        <p:spPr>
          <a:xfrm>
            <a:off x="839788" y="178533"/>
            <a:ext cx="3932237" cy="808892"/>
          </a:xfrm>
        </p:spPr>
        <p:txBody>
          <a:bodyPr/>
          <a:lstStyle/>
          <a:p>
            <a:r>
              <a:rPr lang="es-MX" b="1" dirty="0">
                <a:latin typeface="Arial Narrow" panose="020B0606020202030204" pitchFamily="34" charset="0"/>
              </a:rPr>
              <a:t>BATIDOS</a:t>
            </a:r>
            <a:endParaRPr lang="es-CO" b="1" dirty="0">
              <a:latin typeface="Arial Narrow" panose="020B0606020202030204" pitchFamily="34" charset="0"/>
            </a:endParaRPr>
          </a:p>
        </p:txBody>
      </p:sp>
      <p:pic>
        <p:nvPicPr>
          <p:cNvPr id="6" name="Marcador de contenido 5">
            <a:extLst>
              <a:ext uri="{FF2B5EF4-FFF2-40B4-BE49-F238E27FC236}">
                <a16:creationId xmlns:a16="http://schemas.microsoft.com/office/drawing/2014/main" id="{93377E31-3B64-49AA-9133-2C434BC72D24}"/>
              </a:ext>
            </a:extLst>
          </p:cNvPr>
          <p:cNvPicPr>
            <a:picLocks noGrp="1" noChangeAspect="1"/>
          </p:cNvPicPr>
          <p:nvPr>
            <p:ph idx="1"/>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491442" y="987425"/>
            <a:ext cx="4468504" cy="4873625"/>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Marcador de texto 3">
            <a:extLst>
              <a:ext uri="{FF2B5EF4-FFF2-40B4-BE49-F238E27FC236}">
                <a16:creationId xmlns:a16="http://schemas.microsoft.com/office/drawing/2014/main" id="{9FB4ED1F-B599-4EB8-A264-C6449864447D}"/>
              </a:ext>
            </a:extLst>
          </p:cNvPr>
          <p:cNvSpPr>
            <a:spLocks noGrp="1"/>
          </p:cNvSpPr>
          <p:nvPr>
            <p:ph type="body" sz="half" idx="2"/>
          </p:nvPr>
        </p:nvSpPr>
        <p:spPr>
          <a:xfrm>
            <a:off x="839788" y="1266091"/>
            <a:ext cx="4829492" cy="4873625"/>
          </a:xfrm>
        </p:spPr>
        <p:txBody>
          <a:bodyPr>
            <a:normAutofit/>
          </a:bodyPr>
          <a:lstStyle/>
          <a:p>
            <a:r>
              <a:rPr lang="es-ES" sz="2000" dirty="0">
                <a:latin typeface="Arial Narrow" panose="020B0606020202030204" pitchFamily="34" charset="0"/>
              </a:rPr>
              <a:t>Beneficios de consumir batidos :</a:t>
            </a:r>
          </a:p>
          <a:p>
            <a:pPr marL="342900" indent="-342900">
              <a:buFont typeface="Arial" panose="020B0604020202020204" pitchFamily="34" charset="0"/>
              <a:buChar char="•"/>
            </a:pPr>
            <a:r>
              <a:rPr lang="es-CO" sz="2000" dirty="0">
                <a:latin typeface="Arial Narrow" panose="020B0606020202030204" pitchFamily="34" charset="0"/>
              </a:rPr>
              <a:t>Excelentes para la digestión</a:t>
            </a:r>
          </a:p>
          <a:p>
            <a:pPr marL="342900" indent="-342900">
              <a:buFont typeface="Arial" panose="020B0604020202020204" pitchFamily="34" charset="0"/>
              <a:buChar char="•"/>
            </a:pPr>
            <a:r>
              <a:rPr lang="es-CO" sz="2000" dirty="0">
                <a:latin typeface="Arial Narrow" panose="020B0606020202030204" pitchFamily="34" charset="0"/>
              </a:rPr>
              <a:t>Maravillosa fuente de antioxidantes </a:t>
            </a:r>
          </a:p>
          <a:p>
            <a:pPr marL="342900" indent="-342900">
              <a:buFont typeface="Arial" panose="020B0604020202020204" pitchFamily="34" charset="0"/>
              <a:buChar char="•"/>
            </a:pPr>
            <a:r>
              <a:rPr lang="es-CO" sz="2000" dirty="0">
                <a:latin typeface="Arial Narrow" panose="020B0606020202030204" pitchFamily="34" charset="0"/>
              </a:rPr>
              <a:t>Incremento de la energía</a:t>
            </a:r>
          </a:p>
          <a:p>
            <a:pPr marL="342900" indent="-342900">
              <a:buFont typeface="Arial" panose="020B0604020202020204" pitchFamily="34" charset="0"/>
              <a:buChar char="•"/>
            </a:pPr>
            <a:r>
              <a:rPr lang="es-CO" sz="2000" dirty="0">
                <a:latin typeface="Arial Narrow" panose="020B0606020202030204" pitchFamily="34" charset="0"/>
              </a:rPr>
              <a:t> Fibra dietética natural</a:t>
            </a:r>
          </a:p>
          <a:p>
            <a:pPr marL="342900" indent="-342900">
              <a:buFont typeface="Arial" panose="020B0604020202020204" pitchFamily="34" charset="0"/>
              <a:buChar char="•"/>
            </a:pPr>
            <a:r>
              <a:rPr lang="es-ES" sz="2000" dirty="0">
                <a:latin typeface="Arial Narrow" panose="020B0606020202030204" pitchFamily="34" charset="0"/>
              </a:rPr>
              <a:t>Mejoran la salud y el aspecto de la piel</a:t>
            </a:r>
          </a:p>
          <a:p>
            <a:pPr marL="342900" indent="-342900">
              <a:buFont typeface="Arial" panose="020B0604020202020204" pitchFamily="34" charset="0"/>
              <a:buChar char="•"/>
            </a:pPr>
            <a:r>
              <a:rPr lang="es-ES" sz="2000" dirty="0">
                <a:latin typeface="Arial Narrow" panose="020B0606020202030204" pitchFamily="34" charset="0"/>
              </a:rPr>
              <a:t> Mantener un cuerpo más limpio y más joven</a:t>
            </a:r>
          </a:p>
          <a:p>
            <a:pPr marL="342900" indent="-342900">
              <a:buFont typeface="Arial" panose="020B0604020202020204" pitchFamily="34" charset="0"/>
              <a:buChar char="•"/>
            </a:pPr>
            <a:r>
              <a:rPr lang="es-ES" sz="2000" dirty="0">
                <a:latin typeface="Arial Narrow" panose="020B0606020202030204" pitchFamily="34" charset="0"/>
              </a:rPr>
              <a:t>Se reduce nuestro deseo compulsivo por comer ¡más!</a:t>
            </a:r>
          </a:p>
          <a:p>
            <a:pPr marL="342900" indent="-342900">
              <a:buFont typeface="Arial" panose="020B0604020202020204" pitchFamily="34" charset="0"/>
              <a:buChar char="•"/>
            </a:pPr>
            <a:r>
              <a:rPr lang="es-ES" sz="2000" dirty="0">
                <a:latin typeface="Arial Narrow" panose="020B0606020202030204" pitchFamily="34" charset="0"/>
              </a:rPr>
              <a:t>Ayudan a neutralizar el pH de tu sistema </a:t>
            </a:r>
          </a:p>
          <a:p>
            <a:pPr marL="342900" indent="-342900">
              <a:buFont typeface="Arial" panose="020B0604020202020204" pitchFamily="34" charset="0"/>
              <a:buChar char="•"/>
            </a:pPr>
            <a:r>
              <a:rPr lang="es-ES" sz="2000" dirty="0">
                <a:latin typeface="Arial Narrow" panose="020B0606020202030204" pitchFamily="34" charset="0"/>
              </a:rPr>
              <a:t> Fuente de minerales para los huesos sanos.</a:t>
            </a:r>
            <a:endParaRPr lang="es-CO" sz="2000" dirty="0">
              <a:latin typeface="Arial Narrow" panose="020B0606020202030204" pitchFamily="34" charset="0"/>
            </a:endParaRPr>
          </a:p>
          <a:p>
            <a:endParaRPr lang="es-CO" dirty="0"/>
          </a:p>
        </p:txBody>
      </p:sp>
    </p:spTree>
    <p:extLst>
      <p:ext uri="{BB962C8B-B14F-4D97-AF65-F5344CB8AC3E}">
        <p14:creationId xmlns:p14="http://schemas.microsoft.com/office/powerpoint/2010/main" val="27611596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xfrm>
            <a:off x="475957" y="402264"/>
            <a:ext cx="7239000" cy="732696"/>
          </a:xfrm>
        </p:spPr>
        <p:txBody>
          <a:bodyPr>
            <a:normAutofit/>
          </a:bodyPr>
          <a:lstStyle/>
          <a:p>
            <a:r>
              <a:rPr lang="es-ES" sz="3200" b="1" dirty="0">
                <a:latin typeface="Arial Narrow" panose="020B0606020202030204" pitchFamily="34" charset="0"/>
              </a:rPr>
              <a:t>FÓRMULA DE LOS BATIDOS</a:t>
            </a:r>
            <a:endParaRPr lang="es-CO" sz="3200" b="1" dirty="0">
              <a:latin typeface="Arial Narrow" panose="020B0606020202030204" pitchFamily="34" charset="0"/>
            </a:endParaRPr>
          </a:p>
        </p:txBody>
      </p:sp>
      <p:sp>
        <p:nvSpPr>
          <p:cNvPr id="3" name="2 Marcador de contenido"/>
          <p:cNvSpPr>
            <a:spLocks noGrp="1"/>
          </p:cNvSpPr>
          <p:nvPr>
            <p:ph idx="1"/>
          </p:nvPr>
        </p:nvSpPr>
        <p:spPr>
          <a:xfrm>
            <a:off x="475957" y="1390360"/>
            <a:ext cx="6389077" cy="4785356"/>
          </a:xfrm>
        </p:spPr>
        <p:txBody>
          <a:bodyPr>
            <a:normAutofit lnSpcReduction="10000"/>
          </a:bodyPr>
          <a:lstStyle/>
          <a:p>
            <a:r>
              <a:rPr lang="es-ES" sz="2200" dirty="0">
                <a:latin typeface="Arial Narrow" panose="020B0606020202030204" pitchFamily="34" charset="0"/>
              </a:rPr>
              <a:t>Cereal+ fruta (preferiblemente congelada)+ oleaginosa+ chía o linaza + uvas pasa o ciruelas pasas o arándanos + leche vegetal (opcional) se licua y listo </a:t>
            </a:r>
          </a:p>
          <a:p>
            <a:r>
              <a:rPr lang="es-ES" sz="2200" dirty="0">
                <a:latin typeface="Arial Narrow" panose="020B0606020202030204" pitchFamily="34" charset="0"/>
              </a:rPr>
              <a:t>Mango- nueces- avena- arándanos- leche de soya- chía o linaza</a:t>
            </a:r>
          </a:p>
          <a:p>
            <a:r>
              <a:rPr lang="es-ES" sz="2200" dirty="0">
                <a:latin typeface="Arial Narrow" panose="020B0606020202030204" pitchFamily="34" charset="0"/>
              </a:rPr>
              <a:t>Banano y fresa- almendra- uvas pasas- leche de coco- chía o linaza</a:t>
            </a:r>
          </a:p>
          <a:p>
            <a:r>
              <a:rPr lang="es-ES" sz="2200" dirty="0">
                <a:latin typeface="Arial Narrow" panose="020B0606020202030204" pitchFamily="34" charset="0"/>
              </a:rPr>
              <a:t>Mora- ajonjolí-linaza-ciruelas pasas </a:t>
            </a:r>
          </a:p>
          <a:p>
            <a:r>
              <a:rPr lang="es-ES" sz="2200" dirty="0">
                <a:latin typeface="Arial Narrow" panose="020B0606020202030204" pitchFamily="34" charset="0"/>
              </a:rPr>
              <a:t>Piña- chía- quinua-leche de coco</a:t>
            </a:r>
          </a:p>
          <a:p>
            <a:r>
              <a:rPr lang="es-ES" sz="2200" dirty="0">
                <a:latin typeface="Arial Narrow" panose="020B0606020202030204" pitchFamily="34" charset="0"/>
              </a:rPr>
              <a:t>NOTA : dejar remojado durante 8 horas todo lo que sea semilla en este caso seria el fruto seco , el cereal, la linaza o chía.</a:t>
            </a:r>
          </a:p>
          <a:p>
            <a:r>
              <a:rPr lang="es-ES" sz="2200" dirty="0">
                <a:latin typeface="Arial Narrow" panose="020B0606020202030204" pitchFamily="34" charset="0"/>
              </a:rPr>
              <a:t>Hay algunos cereales se deben cocinar como : la quinua,  cebada , trigo y amaranto.</a:t>
            </a:r>
          </a:p>
          <a:p>
            <a:endParaRPr lang="es-ES" dirty="0"/>
          </a:p>
          <a:p>
            <a:endParaRPr lang="es-CO" dirty="0"/>
          </a:p>
        </p:txBody>
      </p:sp>
      <p:pic>
        <p:nvPicPr>
          <p:cNvPr id="5" name="Imagen 4">
            <a:extLst>
              <a:ext uri="{FF2B5EF4-FFF2-40B4-BE49-F238E27FC236}">
                <a16:creationId xmlns:a16="http://schemas.microsoft.com/office/drawing/2014/main" id="{6D3315A4-7BC5-4ED0-BDE8-4623DE25438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865034" y="1754081"/>
            <a:ext cx="5029786" cy="3349837"/>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extLst>
      <p:ext uri="{BB962C8B-B14F-4D97-AF65-F5344CB8AC3E}">
        <p14:creationId xmlns:p14="http://schemas.microsoft.com/office/powerpoint/2010/main" val="8066480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xfrm>
            <a:off x="475957" y="402264"/>
            <a:ext cx="7239000" cy="732696"/>
          </a:xfrm>
        </p:spPr>
        <p:txBody>
          <a:bodyPr>
            <a:normAutofit/>
          </a:bodyPr>
          <a:lstStyle/>
          <a:p>
            <a:r>
              <a:rPr lang="es-ES" sz="3200" b="1" dirty="0">
                <a:latin typeface="Arial Narrow" panose="020B0606020202030204" pitchFamily="34" charset="0"/>
              </a:rPr>
              <a:t>COCTELES SIN ALCOHOL </a:t>
            </a:r>
            <a:endParaRPr lang="es-CO" sz="3200" b="1" dirty="0">
              <a:latin typeface="Arial Narrow" panose="020B0606020202030204" pitchFamily="34" charset="0"/>
            </a:endParaRPr>
          </a:p>
        </p:txBody>
      </p:sp>
      <p:sp>
        <p:nvSpPr>
          <p:cNvPr id="3" name="2 Marcador de contenido"/>
          <p:cNvSpPr>
            <a:spLocks noGrp="1"/>
          </p:cNvSpPr>
          <p:nvPr>
            <p:ph idx="1"/>
          </p:nvPr>
        </p:nvSpPr>
        <p:spPr>
          <a:xfrm>
            <a:off x="475957" y="1390360"/>
            <a:ext cx="6389077" cy="4785356"/>
          </a:xfrm>
        </p:spPr>
        <p:txBody>
          <a:bodyPr>
            <a:normAutofit fontScale="92500" lnSpcReduction="10000"/>
          </a:bodyPr>
          <a:lstStyle/>
          <a:p>
            <a:r>
              <a:rPr lang="es-MX" sz="2000" dirty="0">
                <a:latin typeface="Arial Narrow" panose="020B0606020202030204" pitchFamily="34" charset="0"/>
              </a:rPr>
              <a:t>Piña 1taza de zumo de piña + ¼ taza hojas de hierba buena+ 2 cucharaditas de zumo de limón+6 cubos de hielo+ 3 cucharadas de dulce= licuamos todo y servimos</a:t>
            </a:r>
          </a:p>
          <a:p>
            <a:r>
              <a:rPr lang="es-MX" sz="2000" dirty="0">
                <a:latin typeface="Arial Narrow" panose="020B0606020202030204" pitchFamily="34" charset="0"/>
              </a:rPr>
              <a:t>1 taza de Mango picado+ ¼   de taza de zumo de piña+ ½  kiwi + 2 cucharadas de cerezas licuadas+3 cucharadas de dulce+ ½  taza de cubitos de hielo o agua= licuamos todo menos la cereza; servimos y agregamos la cereza sin revolver.</a:t>
            </a:r>
          </a:p>
          <a:p>
            <a:r>
              <a:rPr lang="es-MX" sz="2000" dirty="0">
                <a:latin typeface="Arial Narrow" panose="020B0606020202030204" pitchFamily="34" charset="0"/>
              </a:rPr>
              <a:t>½ taza de zumo de Maracuyá + 4 cucharadas de zumo de limón+ 6 moras frescas trituradas+ ½ vaso de agua con gas= mezclamos todos los ingredientes menos el agua con gas ; al servir agregamos el agua con gas, dulce al gusto</a:t>
            </a:r>
          </a:p>
          <a:p>
            <a:r>
              <a:rPr lang="es-MX" sz="2000" dirty="0">
                <a:latin typeface="Arial Narrow" panose="020B0606020202030204" pitchFamily="34" charset="0"/>
              </a:rPr>
              <a:t>6 Moras frescas trituradas + 3 cucharadas de zumo de  limón + 4 cucharadas de cerezas licuadas + 6 hojas hierba buena triturada+ 4 cubos de hielo +2 cucharadas de dulce+ ½ vaso de agua con gas= trituramos  la  mora con las hojas de hierba buena y el zumo de limón, agregamos el agua con gas, el hielo, el dulce y la cereza. Servimos</a:t>
            </a:r>
            <a:endParaRPr lang="es-ES" sz="2000" dirty="0">
              <a:latin typeface="Arial Narrow" panose="020B0606020202030204" pitchFamily="34" charset="0"/>
            </a:endParaRPr>
          </a:p>
        </p:txBody>
      </p:sp>
      <p:pic>
        <p:nvPicPr>
          <p:cNvPr id="6" name="Imagen 5">
            <a:extLst>
              <a:ext uri="{FF2B5EF4-FFF2-40B4-BE49-F238E27FC236}">
                <a16:creationId xmlns:a16="http://schemas.microsoft.com/office/drawing/2014/main" id="{D3E252FB-D3AB-4F9B-8880-BA9584E8216B}"/>
              </a:ext>
            </a:extLst>
          </p:cNvPr>
          <p:cNvPicPr>
            <a:picLocks noChangeAspect="1"/>
          </p:cNvPicPr>
          <p:nvPr/>
        </p:nvPicPr>
        <p:blipFill>
          <a:blip r:embed="rId2"/>
          <a:stretch>
            <a:fillRect/>
          </a:stretch>
        </p:blipFill>
        <p:spPr>
          <a:xfrm>
            <a:off x="7337474" y="1329983"/>
            <a:ext cx="4198034" cy="419803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5196045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xfrm>
            <a:off x="475957" y="402264"/>
            <a:ext cx="7239000" cy="732696"/>
          </a:xfrm>
        </p:spPr>
        <p:txBody>
          <a:bodyPr>
            <a:normAutofit/>
          </a:bodyPr>
          <a:lstStyle/>
          <a:p>
            <a:r>
              <a:rPr lang="es-ES" sz="3200" b="1" dirty="0">
                <a:latin typeface="Arial Narrow" panose="020B0606020202030204" pitchFamily="34" charset="0"/>
              </a:rPr>
              <a:t>ZUMOS VERDES</a:t>
            </a:r>
            <a:endParaRPr lang="es-CO" sz="3200" b="1" dirty="0">
              <a:latin typeface="Arial Narrow" panose="020B0606020202030204" pitchFamily="34" charset="0"/>
            </a:endParaRPr>
          </a:p>
        </p:txBody>
      </p:sp>
      <p:sp>
        <p:nvSpPr>
          <p:cNvPr id="3" name="2 Marcador de contenido"/>
          <p:cNvSpPr>
            <a:spLocks noGrp="1"/>
          </p:cNvSpPr>
          <p:nvPr>
            <p:ph idx="1"/>
          </p:nvPr>
        </p:nvSpPr>
        <p:spPr>
          <a:xfrm>
            <a:off x="475957" y="1390360"/>
            <a:ext cx="6389077" cy="4785356"/>
          </a:xfrm>
        </p:spPr>
        <p:txBody>
          <a:bodyPr>
            <a:normAutofit/>
          </a:bodyPr>
          <a:lstStyle/>
          <a:p>
            <a:r>
              <a:rPr lang="es-MX" sz="2000" dirty="0">
                <a:latin typeface="Arial Narrow" panose="020B0606020202030204" pitchFamily="34" charset="0"/>
              </a:rPr>
              <a:t>Zanahoria, apio y manzana verde o pera</a:t>
            </a:r>
          </a:p>
          <a:p>
            <a:r>
              <a:rPr lang="es-MX" sz="2000" dirty="0">
                <a:latin typeface="Arial Narrow" panose="020B0606020202030204" pitchFamily="34" charset="0"/>
              </a:rPr>
              <a:t>Perejil, apio, pimentón, espinaca, pepino y pera</a:t>
            </a:r>
          </a:p>
          <a:p>
            <a:pPr marL="0" indent="0">
              <a:buNone/>
            </a:pPr>
            <a:endParaRPr lang="es-MX" sz="2000" dirty="0">
              <a:latin typeface="Arial Narrow" panose="020B0606020202030204" pitchFamily="34" charset="0"/>
            </a:endParaRPr>
          </a:p>
          <a:p>
            <a:pPr marL="0" indent="0">
              <a:buNone/>
            </a:pPr>
            <a:r>
              <a:rPr lang="es-MX" sz="3200" b="1" dirty="0">
                <a:latin typeface="Arial Narrow" panose="020B0606020202030204" pitchFamily="34" charset="0"/>
              </a:rPr>
              <a:t>SMOOTHIES</a:t>
            </a:r>
          </a:p>
          <a:p>
            <a:r>
              <a:rPr lang="es-MX" sz="2000" dirty="0">
                <a:latin typeface="Arial Narrow" panose="020B0606020202030204" pitchFamily="34" charset="0"/>
              </a:rPr>
              <a:t>Fresa, banano, mango</a:t>
            </a:r>
          </a:p>
          <a:p>
            <a:r>
              <a:rPr lang="es-MX" sz="2000" dirty="0">
                <a:latin typeface="Arial Narrow" panose="020B0606020202030204" pitchFamily="34" charset="0"/>
              </a:rPr>
              <a:t>Papaya, banano, mango</a:t>
            </a:r>
          </a:p>
          <a:p>
            <a:r>
              <a:rPr lang="es-MX" sz="2000" dirty="0">
                <a:latin typeface="Arial Narrow" panose="020B0606020202030204" pitchFamily="34" charset="0"/>
              </a:rPr>
              <a:t>Kiwi, banano</a:t>
            </a:r>
          </a:p>
          <a:p>
            <a:r>
              <a:rPr lang="es-MX" sz="2000" dirty="0">
                <a:latin typeface="Arial Narrow" panose="020B0606020202030204" pitchFamily="34" charset="0"/>
              </a:rPr>
              <a:t>Piña, maracuyá</a:t>
            </a:r>
          </a:p>
          <a:p>
            <a:r>
              <a:rPr lang="es-MX" sz="2000" dirty="0">
                <a:latin typeface="Arial Narrow" panose="020B0606020202030204" pitchFamily="34" charset="0"/>
              </a:rPr>
              <a:t>Naranja, piña, linaza</a:t>
            </a:r>
          </a:p>
          <a:p>
            <a:r>
              <a:rPr lang="es-MX" sz="2000" dirty="0">
                <a:latin typeface="Arial Narrow" panose="020B0606020202030204" pitchFamily="34" charset="0"/>
              </a:rPr>
              <a:t>Fresa, mora, banano</a:t>
            </a:r>
          </a:p>
          <a:p>
            <a:pPr marL="0" indent="0">
              <a:buNone/>
            </a:pPr>
            <a:endParaRPr lang="es-MX" sz="2000" dirty="0">
              <a:latin typeface="Arial Narrow" panose="020B0606020202030204" pitchFamily="34" charset="0"/>
            </a:endParaRPr>
          </a:p>
          <a:p>
            <a:endParaRPr lang="es-MX" sz="2000" dirty="0">
              <a:latin typeface="Arial Narrow" panose="020B0606020202030204" pitchFamily="34" charset="0"/>
            </a:endParaRPr>
          </a:p>
        </p:txBody>
      </p:sp>
      <p:pic>
        <p:nvPicPr>
          <p:cNvPr id="5" name="Imagen 4">
            <a:extLst>
              <a:ext uri="{FF2B5EF4-FFF2-40B4-BE49-F238E27FC236}">
                <a16:creationId xmlns:a16="http://schemas.microsoft.com/office/drawing/2014/main" id="{128663C4-BAA4-419E-A025-E6896E022BC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096000" y="402264"/>
            <a:ext cx="4903617" cy="234227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9" name="Imagen 8">
            <a:extLst>
              <a:ext uri="{FF2B5EF4-FFF2-40B4-BE49-F238E27FC236}">
                <a16:creationId xmlns:a16="http://schemas.microsoft.com/office/drawing/2014/main" id="{813BDDE8-47C7-4216-8725-583A072DDF80}"/>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096000" y="2999934"/>
            <a:ext cx="4903617" cy="324759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4192150905"/>
      </p:ext>
    </p:extLst>
  </p:cSld>
  <p:clrMapOvr>
    <a:masterClrMapping/>
  </p:clrMapOvr>
</p:sld>
</file>

<file path=ppt/theme/theme1.xml><?xml version="1.0" encoding="utf-8"?>
<a:theme xmlns:a="http://schemas.openxmlformats.org/drawingml/2006/main" name="TornVTI">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orn">
      <a:majorFont>
        <a:latin typeface="Impact"/>
        <a:ea typeface=""/>
        <a:cs typeface=""/>
      </a:majorFont>
      <a:minorFont>
        <a:latin typeface="Arial Nova Co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ornVTI" id="{D93270A2-BAD7-4DCC-9D1D-3427EACCFA88}" vid="{1B17486C-9B79-43FC-98F9-5BF7AA5600D2}"/>
    </a:ext>
  </a:extLst>
</a:theme>
</file>

<file path=ppt/theme/theme2.xml><?xml version="1.0" encoding="utf-8"?>
<a:theme xmlns:a="http://schemas.openxmlformats.org/drawingml/2006/main" name="Tema de Office">
  <a:themeElements>
    <a:clrScheme name="Naranja">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Tema de Office">
  <a:themeElements>
    <a:clrScheme name="Verde azulado">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Tema de Office">
  <a:themeElements>
    <a:clrScheme name="Verde amarillo">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Tema de Office">
  <a:themeElements>
    <a:clrScheme name="Rojo naranja">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Tema de Office">
  <a:themeElements>
    <a:clrScheme name="Papel">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Amarillo">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263</TotalTime>
  <Words>5204</Words>
  <Application>Microsoft Office PowerPoint</Application>
  <PresentationFormat>Panorámica</PresentationFormat>
  <Paragraphs>223</Paragraphs>
  <Slides>53</Slides>
  <Notes>0</Notes>
  <HiddenSlides>0</HiddenSlides>
  <MMClips>0</MMClips>
  <ScaleCrop>false</ScaleCrop>
  <HeadingPairs>
    <vt:vector size="6" baseType="variant">
      <vt:variant>
        <vt:lpstr>Fuentes usadas</vt:lpstr>
      </vt:variant>
      <vt:variant>
        <vt:i4>8</vt:i4>
      </vt:variant>
      <vt:variant>
        <vt:lpstr>Tema</vt:lpstr>
      </vt:variant>
      <vt:variant>
        <vt:i4>7</vt:i4>
      </vt:variant>
      <vt:variant>
        <vt:lpstr>Títulos de diapositiva</vt:lpstr>
      </vt:variant>
      <vt:variant>
        <vt:i4>53</vt:i4>
      </vt:variant>
    </vt:vector>
  </HeadingPairs>
  <TitlesOfParts>
    <vt:vector size="68" baseType="lpstr">
      <vt:lpstr>Arial</vt:lpstr>
      <vt:lpstr>Arial Narrow</vt:lpstr>
      <vt:lpstr>Arial Nova Cond</vt:lpstr>
      <vt:lpstr>Calibri</vt:lpstr>
      <vt:lpstr>Calibri Light</vt:lpstr>
      <vt:lpstr>Impact</vt:lpstr>
      <vt:lpstr>Trebuchet MS</vt:lpstr>
      <vt:lpstr>Wingdings</vt:lpstr>
      <vt:lpstr>TornVTI</vt:lpstr>
      <vt:lpstr>Tema de Office</vt:lpstr>
      <vt:lpstr>1_Tema de Office</vt:lpstr>
      <vt:lpstr>2_Tema de Office</vt:lpstr>
      <vt:lpstr>3_Tema de Office</vt:lpstr>
      <vt:lpstr>4_Tema de Office</vt:lpstr>
      <vt:lpstr>Office Theme</vt:lpstr>
      <vt:lpstr>RECETARIO</vt:lpstr>
      <vt:lpstr>POSTRES SALUDABLES</vt:lpstr>
      <vt:lpstr>GALLETAS DE AVENA</vt:lpstr>
      <vt:lpstr>  TORTA FRÍA</vt:lpstr>
      <vt:lpstr>  TORTA FRÍA</vt:lpstr>
      <vt:lpstr>CHEESECAKE </vt:lpstr>
      <vt:lpstr>CHEESECAKE</vt:lpstr>
      <vt:lpstr>CHEESECAKE</vt:lpstr>
      <vt:lpstr>COLADA DE CEREALES</vt:lpstr>
      <vt:lpstr>COLADA DE ALPISTE</vt:lpstr>
      <vt:lpstr>CLASES DE BEBIDAS VEGETALES</vt:lpstr>
      <vt:lpstr>BEBIDAS VEGETALES</vt:lpstr>
      <vt:lpstr>BEBIDAS VEGETALES</vt:lpstr>
      <vt:lpstr>CARNES VEGETALES</vt:lpstr>
      <vt:lpstr>CARNES VEGETALES</vt:lpstr>
      <vt:lpstr>CARNES VEGETALES</vt:lpstr>
      <vt:lpstr>CARNES DE CEREALES</vt:lpstr>
      <vt:lpstr>CARNES DE CEREALES</vt:lpstr>
      <vt:lpstr>SALSAS Y ADEREZOS</vt:lpstr>
      <vt:lpstr>SALSAS Y ADEREZOS</vt:lpstr>
      <vt:lpstr>SALSAS Y ADEREZOS</vt:lpstr>
      <vt:lpstr>SALSAS Y ADEREZOS</vt:lpstr>
      <vt:lpstr>SALSAS Y ADEREZOS</vt:lpstr>
      <vt:lpstr>SALSAS Y ADEREZOS</vt:lpstr>
      <vt:lpstr>ARROCES</vt:lpstr>
      <vt:lpstr>ARROZ INTEGRAL</vt:lpstr>
      <vt:lpstr>ARROZ CHINO</vt:lpstr>
      <vt:lpstr>ARROZ CHINO</vt:lpstr>
      <vt:lpstr>PAELLA</vt:lpstr>
      <vt:lpstr>VEGETALES RELLENOS</vt:lpstr>
      <vt:lpstr>BERENJENAS RELLENAS</vt:lpstr>
      <vt:lpstr>TOMATE RELLENO</vt:lpstr>
      <vt:lpstr>ZUKINI RELLENO</vt:lpstr>
      <vt:lpstr>PIMENTÓN RELLENO</vt:lpstr>
      <vt:lpstr>ENSALADAS</vt:lpstr>
      <vt:lpstr>ENSALADAS</vt:lpstr>
      <vt:lpstr>ENSALADAS</vt:lpstr>
      <vt:lpstr>ENSALADAS</vt:lpstr>
      <vt:lpstr>ENSALADAS</vt:lpstr>
      <vt:lpstr>ENSALADAS</vt:lpstr>
      <vt:lpstr>ENSALADAS</vt:lpstr>
      <vt:lpstr>ACOMPAÑAMENTOS</vt:lpstr>
      <vt:lpstr>PAPAS A LA FRANCESA</vt:lpstr>
      <vt:lpstr>PAPAS ASADAS</vt:lpstr>
      <vt:lpstr>PERNILES DE GLUTEN</vt:lpstr>
      <vt:lpstr>SOPAS</vt:lpstr>
      <vt:lpstr>AJIACO SALUDABLE</vt:lpstr>
      <vt:lpstr>MINESTRONE</vt:lpstr>
      <vt:lpstr>CAZUELA DE FRIJOL</vt:lpstr>
      <vt:lpstr>BATIDOS</vt:lpstr>
      <vt:lpstr>FÓRMULA DE LOS BATIDOS</vt:lpstr>
      <vt:lpstr>COCTELES SIN ALCOHOL </vt:lpstr>
      <vt:lpstr>ZUMOS VERDES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POSTRES SALUDABLES</dc:title>
  <dc:creator>Karolay Aguas Hernández</dc:creator>
  <cp:lastModifiedBy>Licencias_2</cp:lastModifiedBy>
  <cp:revision>17</cp:revision>
  <dcterms:created xsi:type="dcterms:W3CDTF">2021-02-14T23:10:24Z</dcterms:created>
  <dcterms:modified xsi:type="dcterms:W3CDTF">2022-05-17T19:49:20Z</dcterms:modified>
</cp:coreProperties>
</file>