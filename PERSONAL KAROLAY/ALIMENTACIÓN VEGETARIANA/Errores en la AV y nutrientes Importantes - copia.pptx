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812FE-6DEC-4B49-BD1D-AC8213AC1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CE17AA-35DE-4D73-A7C3-5419C3EA6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3123CB-E4A2-4C4B-9F04-8B88B66C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FE17B-5C22-462D-B3DB-41372F6B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AE9B46-74BC-401C-9337-F29529A8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0135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C22E4-FC29-40FA-A4F5-BF0D70086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55F18A-09F7-438B-9133-2DF05526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D89B72-56C4-43DE-8668-D7448CF4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0FACE8-7A84-4B2A-93F8-1DD09F58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F51652-F263-4F0F-90D4-D94F404A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4267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3C3E0-94ED-4675-9D85-8FAD0FF8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109F19-F800-4ED1-9A21-9E2452D4C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DBF33A-1DDF-49E4-B38D-96A52C85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48FB8-3FA7-43C9-8CE9-6BF519B94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FF6036-931F-416B-AD4E-4BEC17C0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7518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FE8AD-E482-4D49-9720-2B889DAD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E67FC-E09A-4F45-A18F-3B220B6B1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017DA1-E438-475D-88B4-010B42CD0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5882DA-DD35-4260-8E94-AA3D140D9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9B13CF-B4C5-47D2-B502-C07AB7C0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D8ED2B-8965-4DE5-BCC8-3800DC08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6184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E57A2-9A01-483F-A5F2-6539774FC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1C229C-6A4A-4663-BF9A-3B7A7D593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76188E-A19E-4FC6-92C3-A1E03FC91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2E1013-C3DD-4359-A515-96AE4D8D7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F4D5B5-D0E0-4D7E-81B3-D24EA55A7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F8BF00-AB6B-4CDE-A96A-E17B1AD0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ABD4BC-285F-4EB0-8C78-A8F681C5D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178C1B-A4C7-4EAB-8353-2E871837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1045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78972-41F6-4596-BC63-C7068C17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7A1CB9-4A7B-45EF-AA63-4E7D6E17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DFDE0C-450F-4C13-92B2-3EE20EE31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96545F9-3C11-4B43-82BA-F2C0B077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082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9DE1D3-7834-48DA-B91C-DF06B6E01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9457A3-7AD2-424F-8AF7-2FD27CD1B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2E6339-3FDD-45BA-A611-22676E6D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06690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3B726-94E0-4C4F-B960-7DA70BD7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8B74E9-2CB3-4B15-B036-ACD455AB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27EF0D-24F5-4FE4-8915-8821CAEE2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66CBE7-FFE8-4466-B7FC-BF33D1CC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21099-105A-4887-99F4-47027984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19727F-0D98-4D10-8047-271F6175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7039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938DE-32E9-40EF-8A96-DA93A61D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A177D36-8C0C-478E-AF89-AD148528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36B6D4-AF11-4804-AA0C-C4FD9778F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4DD6BB-E8E7-461E-A77A-09A57188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EFF6D9-7B44-41E9-9FF7-77C5BDC6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6C3B81-DD87-4232-BE2E-3783C167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5550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C1805-4A02-45A2-A426-CC7D3719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DDBE8F-F32A-4ECC-AB02-728E9DC43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04BC59-A14B-4487-87E9-7EDB2D5A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B71FEC-1969-432D-A5BC-000842F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F00B91-D324-4C65-8570-11329076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3884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2B1903-BA6C-4672-BEAB-F7556B317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94172C-38A9-491A-9445-A29F1FF80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85DCDF-F5A9-4E38-A7E0-0557B62C3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2258DE-0310-407F-B69E-2C0FE1789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34667-DC0D-489A-B771-0B3BDA22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99178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0D91B16-0D5C-4B94-9168-DF108831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CB4198-7D73-4E8B-97A6-FA770E5DB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6C01FF-D008-4F87-A2C6-F464845B5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3043B-9B32-4721-9137-D30F29F69BE2}" type="datetimeFigureOut">
              <a:rPr lang="es-419" smtClean="0"/>
              <a:t>13/11/2020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5636E3-8BA0-4956-B90F-44A7B86E8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3A285F-AE9F-4D30-8802-57C919A0A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76705-1409-407E-8E7D-BBC9C49CF4F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5925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8370D-F397-4F06-B08A-DC80C1B7A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89C1F2-3D44-4ADE-B749-E884058ADD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7F0E98F-2DBF-4FEC-9162-D00042DB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222" y="0"/>
            <a:ext cx="12370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8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57411-D0BE-4E4D-A120-30DEC7CF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69A9EB-E99A-4198-9C35-4E4E4EAFC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761E3C-D237-4778-958C-1C28E9655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7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FC1A-8390-49B5-91E6-F4FF23FD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1FCFA5-1C3A-4E20-B2C5-A48E5D5A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117C03-E3E9-47E8-BD1D-55E00FD9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2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3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09B40-6C60-4AE2-AEE6-B2C9E3C7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BC41A9-69EF-4D77-B486-4454A997E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001435-7240-48F3-996E-89B6B2A1A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855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3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F59F8-28A4-4516-8CDF-B6BB58672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22C50D-AEB8-43E8-A688-F2677197B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39EEB7-3AA7-43C3-B44F-239B5F69D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2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920A3-928E-4994-B3FD-57215140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54DEC-46EE-44D7-9BF1-39EABF90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E35247E-E03B-47FE-A51A-ACFB6833B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9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59064-FDD2-4578-886E-0411DAF2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8322EF-B635-4077-AE57-F86793252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F07132-A7E8-4D60-BEAA-6853093D4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70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Administrador Lims</dc:creator>
  <cp:lastModifiedBy>Administrador Lims</cp:lastModifiedBy>
  <cp:revision>2</cp:revision>
  <dcterms:created xsi:type="dcterms:W3CDTF">2020-11-14T01:31:12Z</dcterms:created>
  <dcterms:modified xsi:type="dcterms:W3CDTF">2020-11-14T01:44:50Z</dcterms:modified>
</cp:coreProperties>
</file>