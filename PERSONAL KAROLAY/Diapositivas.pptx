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20"/>
  </p:notesMasterIdLst>
  <p:sldIdLst>
    <p:sldId id="256" r:id="rId2"/>
    <p:sldId id="258" r:id="rId3"/>
    <p:sldId id="259" r:id="rId4"/>
    <p:sldId id="260" r:id="rId5"/>
    <p:sldId id="261" r:id="rId6"/>
    <p:sldId id="262" r:id="rId7"/>
    <p:sldId id="310" r:id="rId8"/>
    <p:sldId id="263" r:id="rId9"/>
    <p:sldId id="264" r:id="rId10"/>
    <p:sldId id="265" r:id="rId11"/>
    <p:sldId id="266" r:id="rId12"/>
    <p:sldId id="270" r:id="rId13"/>
    <p:sldId id="309" r:id="rId14"/>
    <p:sldId id="311" r:id="rId15"/>
    <p:sldId id="312" r:id="rId16"/>
    <p:sldId id="271" r:id="rId17"/>
    <p:sldId id="272" r:id="rId18"/>
    <p:sldId id="287" r:id="rId19"/>
  </p:sldIdLst>
  <p:sldSz cx="9144000" cy="5143500" type="screen16x9"/>
  <p:notesSz cx="6858000" cy="9144000"/>
  <p:embeddedFontLst>
    <p:embeddedFont>
      <p:font typeface="Bree Serif" panose="020B0604020202020204" charset="0"/>
      <p:regular r:id="rId21"/>
    </p:embeddedFont>
    <p:embeddedFont>
      <p:font typeface="Georgia" panose="02040502050405020303" pitchFamily="18" charset="0"/>
      <p:regular r:id="rId22"/>
      <p:bold r:id="rId23"/>
      <p:italic r:id="rId24"/>
      <p:boldItalic r:id="rId25"/>
    </p:embeddedFont>
    <p:embeddedFont>
      <p:font typeface="Nunito" pitchFamily="2" charset="0"/>
      <p:regular r:id="rId26"/>
      <p:bold r:id="rId27"/>
      <p:italic r:id="rId28"/>
      <p:boldItalic r:id="rId29"/>
    </p:embeddedFont>
    <p:embeddedFont>
      <p:font typeface="Nunito Medium" panose="020B060402020202020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CF98F7-A13B-4D76-8E78-F2662098C1CF}">
  <a:tblStyle styleId="{02CF98F7-A13B-4D76-8E78-F2662098C1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6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16f8b242d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16f8b242d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16f8b242d71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16f8b242d71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g172b94ddb60_0_3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1" name="Google Shape;691;g172b94ddb60_0_3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172b94ddb60_0_17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9" name="Google Shape;709;g172b94ddb60_0_17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170b4b0b073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170b4b0b073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170b4b0b073_0_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170b4b0b073_0_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170b4b0b073_0_1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170b4b0b073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2587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170b4b0b073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170b4b0b073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16f8b242d71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3" name="Google Shape;833;g16f8b242d71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170b4b0b07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8" name="Google Shape;848;g170b4b0b07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170b4b0b073_0_3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0" name="Google Shape;880;g170b4b0b073_0_3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72b94ddb60_0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172b94ddb60_0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72b94ddb60_0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172b94ddb60_0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56083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72b94ddb60_0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172b94ddb60_0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27975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172b94ddb60_0_1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3" name="Google Shape;963;g172b94ddb60_0_1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89000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g172b94ddb60_0_4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6" name="Google Shape;976;g172b94ddb60_0_4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172b94ddb60_0_1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172b94ddb60_0_1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4"/>
        <p:cNvGrpSpPr/>
        <p:nvPr/>
      </p:nvGrpSpPr>
      <p:grpSpPr>
        <a:xfrm>
          <a:off x="0" y="0"/>
          <a:ext cx="0" cy="0"/>
          <a:chOff x="0" y="0"/>
          <a:chExt cx="0" cy="0"/>
        </a:xfrm>
      </p:grpSpPr>
      <p:sp>
        <p:nvSpPr>
          <p:cNvPr id="1605" name="Google Shape;1605;g11d74dd13ae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6" name="Google Shape;1606;g11d74dd13ae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533097" flipH="1">
            <a:off x="-22204" y="3310595"/>
            <a:ext cx="579966" cy="1458642"/>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rot="2563314">
            <a:off x="5376968" y="3673068"/>
            <a:ext cx="561551" cy="1412328"/>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rot="1563272" flipH="1">
            <a:off x="4854627" y="3742074"/>
            <a:ext cx="394908" cy="993213"/>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1368070" y="4125600"/>
            <a:ext cx="7218079" cy="1181018"/>
          </a:xfrm>
          <a:custGeom>
            <a:avLst/>
            <a:gdLst/>
            <a:ahLst/>
            <a:cxnLst/>
            <a:rect l="l" t="t" r="r" b="b"/>
            <a:pathLst>
              <a:path w="69718" h="12553" extrusionOk="0">
                <a:moveTo>
                  <a:pt x="69717" y="11029"/>
                </a:moveTo>
                <a:lnTo>
                  <a:pt x="69717" y="11029"/>
                </a:lnTo>
                <a:cubicBezTo>
                  <a:pt x="69717" y="11029"/>
                  <a:pt x="69717" y="11029"/>
                  <a:pt x="69717" y="11029"/>
                </a:cubicBezTo>
                <a:lnTo>
                  <a:pt x="69717" y="11029"/>
                </a:lnTo>
                <a:cubicBezTo>
                  <a:pt x="69717" y="11029"/>
                  <a:pt x="69717" y="11029"/>
                  <a:pt x="69717" y="11029"/>
                </a:cubicBezTo>
                <a:close/>
                <a:moveTo>
                  <a:pt x="31124" y="1"/>
                </a:moveTo>
                <a:cubicBezTo>
                  <a:pt x="26625" y="1"/>
                  <a:pt x="22143" y="517"/>
                  <a:pt x="17840" y="1555"/>
                </a:cubicBezTo>
                <a:cubicBezTo>
                  <a:pt x="12531" y="2836"/>
                  <a:pt x="7494" y="4909"/>
                  <a:pt x="3038" y="7787"/>
                </a:cubicBezTo>
                <a:cubicBezTo>
                  <a:pt x="2474" y="8149"/>
                  <a:pt x="1" y="9450"/>
                  <a:pt x="61" y="10085"/>
                </a:cubicBezTo>
                <a:cubicBezTo>
                  <a:pt x="143" y="10936"/>
                  <a:pt x="2473" y="11118"/>
                  <a:pt x="3258" y="11238"/>
                </a:cubicBezTo>
                <a:cubicBezTo>
                  <a:pt x="4982" y="11501"/>
                  <a:pt x="6734" y="11563"/>
                  <a:pt x="8487" y="11563"/>
                </a:cubicBezTo>
                <a:cubicBezTo>
                  <a:pt x="9607" y="11563"/>
                  <a:pt x="10728" y="11537"/>
                  <a:pt x="11842" y="11523"/>
                </a:cubicBezTo>
                <a:cubicBezTo>
                  <a:pt x="12610" y="11514"/>
                  <a:pt x="13380" y="11509"/>
                  <a:pt x="14149" y="11509"/>
                </a:cubicBezTo>
                <a:cubicBezTo>
                  <a:pt x="25833" y="11509"/>
                  <a:pt x="37595" y="12553"/>
                  <a:pt x="49240" y="12553"/>
                </a:cubicBezTo>
                <a:cubicBezTo>
                  <a:pt x="56120" y="12553"/>
                  <a:pt x="62959" y="12188"/>
                  <a:pt x="69717" y="11029"/>
                </a:cubicBezTo>
                <a:lnTo>
                  <a:pt x="69717" y="11029"/>
                </a:lnTo>
                <a:cubicBezTo>
                  <a:pt x="69712" y="11030"/>
                  <a:pt x="69706" y="11030"/>
                  <a:pt x="69700" y="11030"/>
                </a:cubicBezTo>
                <a:cubicBezTo>
                  <a:pt x="69304" y="11030"/>
                  <a:pt x="67098" y="9184"/>
                  <a:pt x="66689" y="8935"/>
                </a:cubicBezTo>
                <a:cubicBezTo>
                  <a:pt x="65549" y="8243"/>
                  <a:pt x="64357" y="7612"/>
                  <a:pt x="63129" y="7035"/>
                </a:cubicBezTo>
                <a:cubicBezTo>
                  <a:pt x="60848" y="5961"/>
                  <a:pt x="58461" y="5077"/>
                  <a:pt x="55995" y="4353"/>
                </a:cubicBezTo>
                <a:cubicBezTo>
                  <a:pt x="50114" y="2622"/>
                  <a:pt x="44105" y="1112"/>
                  <a:pt x="37919" y="394"/>
                </a:cubicBezTo>
                <a:cubicBezTo>
                  <a:pt x="35663" y="132"/>
                  <a:pt x="33391" y="1"/>
                  <a:pt x="311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305700">
            <a:off x="-321971" y="4286563"/>
            <a:ext cx="5872633" cy="1166019"/>
          </a:xfrm>
          <a:custGeom>
            <a:avLst/>
            <a:gdLst/>
            <a:ahLst/>
            <a:cxnLst/>
            <a:rect l="l" t="t" r="r" b="b"/>
            <a:pathLst>
              <a:path w="61848" h="12280" extrusionOk="0">
                <a:moveTo>
                  <a:pt x="35827" y="1"/>
                </a:moveTo>
                <a:cubicBezTo>
                  <a:pt x="35024" y="1"/>
                  <a:pt x="34220" y="12"/>
                  <a:pt x="33417" y="35"/>
                </a:cubicBezTo>
                <a:cubicBezTo>
                  <a:pt x="29373" y="145"/>
                  <a:pt x="25342" y="538"/>
                  <a:pt x="21405" y="1205"/>
                </a:cubicBezTo>
                <a:cubicBezTo>
                  <a:pt x="17558" y="1855"/>
                  <a:pt x="13799" y="2765"/>
                  <a:pt x="10220" y="3911"/>
                </a:cubicBezTo>
                <a:cubicBezTo>
                  <a:pt x="8421" y="4485"/>
                  <a:pt x="6669" y="5119"/>
                  <a:pt x="4968" y="5809"/>
                </a:cubicBezTo>
                <a:cubicBezTo>
                  <a:pt x="3279" y="6497"/>
                  <a:pt x="1636" y="7226"/>
                  <a:pt x="122" y="8070"/>
                </a:cubicBezTo>
                <a:cubicBezTo>
                  <a:pt x="1" y="8139"/>
                  <a:pt x="100" y="8235"/>
                  <a:pt x="224" y="8235"/>
                </a:cubicBezTo>
                <a:cubicBezTo>
                  <a:pt x="255" y="8235"/>
                  <a:pt x="289" y="8229"/>
                  <a:pt x="320" y="8214"/>
                </a:cubicBezTo>
                <a:cubicBezTo>
                  <a:pt x="721" y="8032"/>
                  <a:pt x="1128" y="7859"/>
                  <a:pt x="1524" y="7675"/>
                </a:cubicBezTo>
                <a:cubicBezTo>
                  <a:pt x="4762" y="6166"/>
                  <a:pt x="8165" y="4832"/>
                  <a:pt x="11778" y="3749"/>
                </a:cubicBezTo>
                <a:cubicBezTo>
                  <a:pt x="15367" y="2673"/>
                  <a:pt x="19113" y="1833"/>
                  <a:pt x="22946" y="1246"/>
                </a:cubicBezTo>
                <a:cubicBezTo>
                  <a:pt x="26922" y="638"/>
                  <a:pt x="30984" y="311"/>
                  <a:pt x="35048" y="270"/>
                </a:cubicBezTo>
                <a:cubicBezTo>
                  <a:pt x="35339" y="267"/>
                  <a:pt x="35630" y="266"/>
                  <a:pt x="35920" y="266"/>
                </a:cubicBezTo>
                <a:cubicBezTo>
                  <a:pt x="39855" y="266"/>
                  <a:pt x="43780" y="531"/>
                  <a:pt x="47614" y="1054"/>
                </a:cubicBezTo>
                <a:cubicBezTo>
                  <a:pt x="51711" y="1613"/>
                  <a:pt x="55699" y="2467"/>
                  <a:pt x="59508" y="3568"/>
                </a:cubicBezTo>
                <a:cubicBezTo>
                  <a:pt x="59523" y="3572"/>
                  <a:pt x="59537" y="3574"/>
                  <a:pt x="59550" y="3574"/>
                </a:cubicBezTo>
                <a:cubicBezTo>
                  <a:pt x="59657" y="3574"/>
                  <a:pt x="59730" y="3456"/>
                  <a:pt x="59619" y="3422"/>
                </a:cubicBezTo>
                <a:cubicBezTo>
                  <a:pt x="59162" y="3280"/>
                  <a:pt x="58703" y="3142"/>
                  <a:pt x="58242" y="3008"/>
                </a:cubicBezTo>
                <a:cubicBezTo>
                  <a:pt x="54391" y="1888"/>
                  <a:pt x="50291" y="1100"/>
                  <a:pt x="46121" y="609"/>
                </a:cubicBezTo>
                <a:cubicBezTo>
                  <a:pt x="42734" y="208"/>
                  <a:pt x="39285" y="1"/>
                  <a:pt x="35827" y="1"/>
                </a:cubicBezTo>
                <a:close/>
                <a:moveTo>
                  <a:pt x="35564" y="2205"/>
                </a:moveTo>
                <a:cubicBezTo>
                  <a:pt x="35510" y="2205"/>
                  <a:pt x="35456" y="2205"/>
                  <a:pt x="35403" y="2205"/>
                </a:cubicBezTo>
                <a:cubicBezTo>
                  <a:pt x="30923" y="2212"/>
                  <a:pt x="26418" y="2495"/>
                  <a:pt x="21991" y="3003"/>
                </a:cubicBezTo>
                <a:cubicBezTo>
                  <a:pt x="18068" y="3456"/>
                  <a:pt x="14183" y="4121"/>
                  <a:pt x="10479" y="5113"/>
                </a:cubicBezTo>
                <a:cubicBezTo>
                  <a:pt x="6818" y="6097"/>
                  <a:pt x="3295" y="7406"/>
                  <a:pt x="356" y="9158"/>
                </a:cubicBezTo>
                <a:cubicBezTo>
                  <a:pt x="212" y="9244"/>
                  <a:pt x="333" y="9371"/>
                  <a:pt x="483" y="9371"/>
                </a:cubicBezTo>
                <a:cubicBezTo>
                  <a:pt x="523" y="9371"/>
                  <a:pt x="566" y="9362"/>
                  <a:pt x="607" y="9340"/>
                </a:cubicBezTo>
                <a:cubicBezTo>
                  <a:pt x="980" y="9133"/>
                  <a:pt x="1361" y="8937"/>
                  <a:pt x="1745" y="8741"/>
                </a:cubicBezTo>
                <a:cubicBezTo>
                  <a:pt x="4864" y="7154"/>
                  <a:pt x="8351" y="5932"/>
                  <a:pt x="12040" y="5029"/>
                </a:cubicBezTo>
                <a:cubicBezTo>
                  <a:pt x="15752" y="4119"/>
                  <a:pt x="19626" y="3528"/>
                  <a:pt x="23523" y="3127"/>
                </a:cubicBezTo>
                <a:cubicBezTo>
                  <a:pt x="27501" y="2718"/>
                  <a:pt x="31528" y="2483"/>
                  <a:pt x="35543" y="2483"/>
                </a:cubicBezTo>
                <a:cubicBezTo>
                  <a:pt x="36062" y="2483"/>
                  <a:pt x="36581" y="2487"/>
                  <a:pt x="37099" y="2495"/>
                </a:cubicBezTo>
                <a:cubicBezTo>
                  <a:pt x="41545" y="2561"/>
                  <a:pt x="45978" y="2942"/>
                  <a:pt x="50228" y="3745"/>
                </a:cubicBezTo>
                <a:cubicBezTo>
                  <a:pt x="54258" y="4507"/>
                  <a:pt x="58119" y="5642"/>
                  <a:pt x="61564" y="7182"/>
                </a:cubicBezTo>
                <a:cubicBezTo>
                  <a:pt x="61590" y="7193"/>
                  <a:pt x="61615" y="7198"/>
                  <a:pt x="61639" y="7198"/>
                </a:cubicBezTo>
                <a:cubicBezTo>
                  <a:pt x="61759" y="7198"/>
                  <a:pt x="61847" y="7081"/>
                  <a:pt x="61724" y="7023"/>
                </a:cubicBezTo>
                <a:cubicBezTo>
                  <a:pt x="61291" y="6824"/>
                  <a:pt x="60855" y="6628"/>
                  <a:pt x="60408" y="6440"/>
                </a:cubicBezTo>
                <a:cubicBezTo>
                  <a:pt x="56887" y="4953"/>
                  <a:pt x="52944" y="3909"/>
                  <a:pt x="48866" y="3229"/>
                </a:cubicBezTo>
                <a:cubicBezTo>
                  <a:pt x="44540" y="2506"/>
                  <a:pt x="40052" y="2205"/>
                  <a:pt x="35564" y="2205"/>
                </a:cubicBezTo>
                <a:close/>
                <a:moveTo>
                  <a:pt x="31345" y="4229"/>
                </a:moveTo>
                <a:cubicBezTo>
                  <a:pt x="28622" y="4229"/>
                  <a:pt x="25895" y="4323"/>
                  <a:pt x="23181" y="4529"/>
                </a:cubicBezTo>
                <a:cubicBezTo>
                  <a:pt x="19187" y="4830"/>
                  <a:pt x="15224" y="5385"/>
                  <a:pt x="11400" y="6230"/>
                </a:cubicBezTo>
                <a:cubicBezTo>
                  <a:pt x="7582" y="7073"/>
                  <a:pt x="3895" y="8198"/>
                  <a:pt x="540" y="9675"/>
                </a:cubicBezTo>
                <a:cubicBezTo>
                  <a:pt x="449" y="9715"/>
                  <a:pt x="420" y="9776"/>
                  <a:pt x="429" y="9831"/>
                </a:cubicBezTo>
                <a:cubicBezTo>
                  <a:pt x="365" y="9856"/>
                  <a:pt x="300" y="9879"/>
                  <a:pt x="236" y="9902"/>
                </a:cubicBezTo>
                <a:cubicBezTo>
                  <a:pt x="15" y="9984"/>
                  <a:pt x="102" y="10199"/>
                  <a:pt x="301" y="10199"/>
                </a:cubicBezTo>
                <a:cubicBezTo>
                  <a:pt x="334" y="10199"/>
                  <a:pt x="370" y="10193"/>
                  <a:pt x="409" y="10180"/>
                </a:cubicBezTo>
                <a:cubicBezTo>
                  <a:pt x="839" y="10030"/>
                  <a:pt x="1274" y="9882"/>
                  <a:pt x="1714" y="9741"/>
                </a:cubicBezTo>
                <a:cubicBezTo>
                  <a:pt x="5301" y="8582"/>
                  <a:pt x="9067" y="7710"/>
                  <a:pt x="12960" y="7144"/>
                </a:cubicBezTo>
                <a:cubicBezTo>
                  <a:pt x="16871" y="6574"/>
                  <a:pt x="20864" y="6295"/>
                  <a:pt x="24849" y="6259"/>
                </a:cubicBezTo>
                <a:cubicBezTo>
                  <a:pt x="25162" y="6256"/>
                  <a:pt x="25476" y="6254"/>
                  <a:pt x="25789" y="6254"/>
                </a:cubicBezTo>
                <a:cubicBezTo>
                  <a:pt x="29939" y="6254"/>
                  <a:pt x="34078" y="6511"/>
                  <a:pt x="38159" y="6939"/>
                </a:cubicBezTo>
                <a:cubicBezTo>
                  <a:pt x="40352" y="7170"/>
                  <a:pt x="42524" y="7452"/>
                  <a:pt x="44686" y="7771"/>
                </a:cubicBezTo>
                <a:cubicBezTo>
                  <a:pt x="46647" y="8059"/>
                  <a:pt x="48604" y="8368"/>
                  <a:pt x="50523" y="8752"/>
                </a:cubicBezTo>
                <a:cubicBezTo>
                  <a:pt x="54072" y="9460"/>
                  <a:pt x="57607" y="10474"/>
                  <a:pt x="60185" y="12243"/>
                </a:cubicBezTo>
                <a:cubicBezTo>
                  <a:pt x="60222" y="12269"/>
                  <a:pt x="60267" y="12279"/>
                  <a:pt x="60312" y="12279"/>
                </a:cubicBezTo>
                <a:cubicBezTo>
                  <a:pt x="60445" y="12279"/>
                  <a:pt x="60572" y="12185"/>
                  <a:pt x="60461" y="12105"/>
                </a:cubicBezTo>
                <a:cubicBezTo>
                  <a:pt x="60157" y="11888"/>
                  <a:pt x="59841" y="11680"/>
                  <a:pt x="59510" y="11481"/>
                </a:cubicBezTo>
                <a:cubicBezTo>
                  <a:pt x="56753" y="9829"/>
                  <a:pt x="53139" y="8932"/>
                  <a:pt x="49562" y="8271"/>
                </a:cubicBezTo>
                <a:cubicBezTo>
                  <a:pt x="45384" y="7496"/>
                  <a:pt x="41095" y="6906"/>
                  <a:pt x="36783" y="6494"/>
                </a:cubicBezTo>
                <a:cubicBezTo>
                  <a:pt x="33108" y="6144"/>
                  <a:pt x="29392" y="5943"/>
                  <a:pt x="25665" y="5943"/>
                </a:cubicBezTo>
                <a:cubicBezTo>
                  <a:pt x="24910" y="5943"/>
                  <a:pt x="24155" y="5951"/>
                  <a:pt x="23399" y="5968"/>
                </a:cubicBezTo>
                <a:cubicBezTo>
                  <a:pt x="19389" y="6057"/>
                  <a:pt x="15378" y="6398"/>
                  <a:pt x="11467" y="7038"/>
                </a:cubicBezTo>
                <a:cubicBezTo>
                  <a:pt x="8985" y="7444"/>
                  <a:pt x="6538" y="7967"/>
                  <a:pt x="4183" y="8629"/>
                </a:cubicBezTo>
                <a:cubicBezTo>
                  <a:pt x="6967" y="7660"/>
                  <a:pt x="9878" y="6865"/>
                  <a:pt x="12892" y="6257"/>
                </a:cubicBezTo>
                <a:cubicBezTo>
                  <a:pt x="16727" y="5482"/>
                  <a:pt x="20681" y="4992"/>
                  <a:pt x="24654" y="4742"/>
                </a:cubicBezTo>
                <a:cubicBezTo>
                  <a:pt x="26901" y="4602"/>
                  <a:pt x="29155" y="4538"/>
                  <a:pt x="31407" y="4538"/>
                </a:cubicBezTo>
                <a:cubicBezTo>
                  <a:pt x="33620" y="4538"/>
                  <a:pt x="35832" y="4600"/>
                  <a:pt x="38033" y="4712"/>
                </a:cubicBezTo>
                <a:cubicBezTo>
                  <a:pt x="40250" y="4825"/>
                  <a:pt x="42457" y="4988"/>
                  <a:pt x="44655" y="5192"/>
                </a:cubicBezTo>
                <a:cubicBezTo>
                  <a:pt x="46649" y="5375"/>
                  <a:pt x="48643" y="5577"/>
                  <a:pt x="50609" y="5857"/>
                </a:cubicBezTo>
                <a:cubicBezTo>
                  <a:pt x="54244" y="6371"/>
                  <a:pt x="57900" y="7192"/>
                  <a:pt x="60699" y="8813"/>
                </a:cubicBezTo>
                <a:cubicBezTo>
                  <a:pt x="60736" y="8834"/>
                  <a:pt x="60778" y="8842"/>
                  <a:pt x="60818" y="8842"/>
                </a:cubicBezTo>
                <a:cubicBezTo>
                  <a:pt x="60961" y="8842"/>
                  <a:pt x="61089" y="8736"/>
                  <a:pt x="60964" y="8661"/>
                </a:cubicBezTo>
                <a:cubicBezTo>
                  <a:pt x="60634" y="8463"/>
                  <a:pt x="60292" y="8272"/>
                  <a:pt x="59936" y="8092"/>
                </a:cubicBezTo>
                <a:cubicBezTo>
                  <a:pt x="56973" y="6596"/>
                  <a:pt x="53251" y="5895"/>
                  <a:pt x="49596" y="5426"/>
                </a:cubicBezTo>
                <a:cubicBezTo>
                  <a:pt x="45326" y="4879"/>
                  <a:pt x="40970" y="4521"/>
                  <a:pt x="36611" y="4341"/>
                </a:cubicBezTo>
                <a:cubicBezTo>
                  <a:pt x="34860" y="4268"/>
                  <a:pt x="33103" y="4229"/>
                  <a:pt x="31345" y="422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rot="-286778">
            <a:off x="4718104" y="4186105"/>
            <a:ext cx="5959645" cy="1075365"/>
            <a:chOff x="1096425" y="1385101"/>
            <a:chExt cx="5135254" cy="926611"/>
          </a:xfrm>
        </p:grpSpPr>
        <p:sp>
          <p:nvSpPr>
            <p:cNvPr id="15" name="Google Shape;15;p2"/>
            <p:cNvSpPr/>
            <p:nvPr/>
          </p:nvSpPr>
          <p:spPr>
            <a:xfrm>
              <a:off x="1096425" y="1385101"/>
              <a:ext cx="5135254" cy="924623"/>
            </a:xfrm>
            <a:custGeom>
              <a:avLst/>
              <a:gdLst/>
              <a:ahLst/>
              <a:cxnLst/>
              <a:rect l="l" t="t" r="r" b="b"/>
              <a:pathLst>
                <a:path w="69718" h="12553" extrusionOk="0">
                  <a:moveTo>
                    <a:pt x="69717" y="11029"/>
                  </a:moveTo>
                  <a:lnTo>
                    <a:pt x="69717" y="11029"/>
                  </a:lnTo>
                  <a:cubicBezTo>
                    <a:pt x="69717" y="11029"/>
                    <a:pt x="69717" y="11029"/>
                    <a:pt x="69717" y="11029"/>
                  </a:cubicBezTo>
                  <a:lnTo>
                    <a:pt x="69717" y="11029"/>
                  </a:lnTo>
                  <a:cubicBezTo>
                    <a:pt x="69717" y="11029"/>
                    <a:pt x="69717" y="11029"/>
                    <a:pt x="69717" y="11029"/>
                  </a:cubicBezTo>
                  <a:close/>
                  <a:moveTo>
                    <a:pt x="31124" y="1"/>
                  </a:moveTo>
                  <a:cubicBezTo>
                    <a:pt x="26625" y="1"/>
                    <a:pt x="22143" y="517"/>
                    <a:pt x="17840" y="1555"/>
                  </a:cubicBezTo>
                  <a:cubicBezTo>
                    <a:pt x="12531" y="2836"/>
                    <a:pt x="7494" y="4909"/>
                    <a:pt x="3038" y="7787"/>
                  </a:cubicBezTo>
                  <a:cubicBezTo>
                    <a:pt x="2474" y="8149"/>
                    <a:pt x="1" y="9450"/>
                    <a:pt x="61" y="10085"/>
                  </a:cubicBezTo>
                  <a:cubicBezTo>
                    <a:pt x="143" y="10936"/>
                    <a:pt x="2473" y="11118"/>
                    <a:pt x="3258" y="11238"/>
                  </a:cubicBezTo>
                  <a:cubicBezTo>
                    <a:pt x="4982" y="11501"/>
                    <a:pt x="6734" y="11563"/>
                    <a:pt x="8487" y="11563"/>
                  </a:cubicBezTo>
                  <a:cubicBezTo>
                    <a:pt x="9607" y="11563"/>
                    <a:pt x="10728" y="11537"/>
                    <a:pt x="11842" y="11523"/>
                  </a:cubicBezTo>
                  <a:cubicBezTo>
                    <a:pt x="12610" y="11514"/>
                    <a:pt x="13380" y="11509"/>
                    <a:pt x="14149" y="11509"/>
                  </a:cubicBezTo>
                  <a:cubicBezTo>
                    <a:pt x="25833" y="11509"/>
                    <a:pt x="37595" y="12553"/>
                    <a:pt x="49240" y="12553"/>
                  </a:cubicBezTo>
                  <a:cubicBezTo>
                    <a:pt x="56120" y="12553"/>
                    <a:pt x="62959" y="12188"/>
                    <a:pt x="69717" y="11029"/>
                  </a:cubicBezTo>
                  <a:lnTo>
                    <a:pt x="69717" y="11029"/>
                  </a:lnTo>
                  <a:cubicBezTo>
                    <a:pt x="69712" y="11030"/>
                    <a:pt x="69706" y="11030"/>
                    <a:pt x="69700" y="11030"/>
                  </a:cubicBezTo>
                  <a:cubicBezTo>
                    <a:pt x="69304" y="11030"/>
                    <a:pt x="67098" y="9184"/>
                    <a:pt x="66689" y="8935"/>
                  </a:cubicBezTo>
                  <a:cubicBezTo>
                    <a:pt x="65549" y="8243"/>
                    <a:pt x="64357" y="7612"/>
                    <a:pt x="63129" y="7035"/>
                  </a:cubicBezTo>
                  <a:cubicBezTo>
                    <a:pt x="60848" y="5961"/>
                    <a:pt x="58461" y="5077"/>
                    <a:pt x="55995" y="4353"/>
                  </a:cubicBezTo>
                  <a:cubicBezTo>
                    <a:pt x="50114" y="2622"/>
                    <a:pt x="44105" y="1112"/>
                    <a:pt x="37919" y="394"/>
                  </a:cubicBezTo>
                  <a:cubicBezTo>
                    <a:pt x="35663" y="132"/>
                    <a:pt x="33391" y="1"/>
                    <a:pt x="311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1360854" y="1401748"/>
              <a:ext cx="4522129" cy="909965"/>
            </a:xfrm>
            <a:custGeom>
              <a:avLst/>
              <a:gdLst/>
              <a:ahLst/>
              <a:cxnLst/>
              <a:rect l="l" t="t" r="r" b="b"/>
              <a:pathLst>
                <a:path w="61394" h="12354" extrusionOk="0">
                  <a:moveTo>
                    <a:pt x="28689" y="0"/>
                  </a:moveTo>
                  <a:cubicBezTo>
                    <a:pt x="28507" y="0"/>
                    <a:pt x="28388" y="78"/>
                    <a:pt x="28323" y="175"/>
                  </a:cubicBezTo>
                  <a:cubicBezTo>
                    <a:pt x="28193" y="370"/>
                    <a:pt x="28221" y="610"/>
                    <a:pt x="28222" y="815"/>
                  </a:cubicBezTo>
                  <a:cubicBezTo>
                    <a:pt x="28222" y="937"/>
                    <a:pt x="28374" y="1041"/>
                    <a:pt x="28565" y="1056"/>
                  </a:cubicBezTo>
                  <a:cubicBezTo>
                    <a:pt x="28580" y="1057"/>
                    <a:pt x="28595" y="1058"/>
                    <a:pt x="28610" y="1058"/>
                  </a:cubicBezTo>
                  <a:cubicBezTo>
                    <a:pt x="28779" y="1058"/>
                    <a:pt x="28972" y="992"/>
                    <a:pt x="29000" y="880"/>
                  </a:cubicBezTo>
                  <a:cubicBezTo>
                    <a:pt x="29057" y="652"/>
                    <a:pt x="29147" y="406"/>
                    <a:pt x="29057" y="175"/>
                  </a:cubicBezTo>
                  <a:cubicBezTo>
                    <a:pt x="29016" y="75"/>
                    <a:pt x="28853" y="0"/>
                    <a:pt x="28689" y="0"/>
                  </a:cubicBezTo>
                  <a:close/>
                  <a:moveTo>
                    <a:pt x="21757" y="676"/>
                  </a:moveTo>
                  <a:cubicBezTo>
                    <a:pt x="21723" y="676"/>
                    <a:pt x="21687" y="681"/>
                    <a:pt x="21651" y="691"/>
                  </a:cubicBezTo>
                  <a:cubicBezTo>
                    <a:pt x="21473" y="740"/>
                    <a:pt x="21367" y="861"/>
                    <a:pt x="21354" y="1017"/>
                  </a:cubicBezTo>
                  <a:cubicBezTo>
                    <a:pt x="21351" y="1071"/>
                    <a:pt x="21358" y="1123"/>
                    <a:pt x="21354" y="1178"/>
                  </a:cubicBezTo>
                  <a:cubicBezTo>
                    <a:pt x="21354" y="1180"/>
                    <a:pt x="21353" y="1184"/>
                    <a:pt x="21351" y="1188"/>
                  </a:cubicBezTo>
                  <a:cubicBezTo>
                    <a:pt x="21338" y="1212"/>
                    <a:pt x="21336" y="1220"/>
                    <a:pt x="21337" y="1220"/>
                  </a:cubicBezTo>
                  <a:cubicBezTo>
                    <a:pt x="21337" y="1220"/>
                    <a:pt x="21338" y="1218"/>
                    <a:pt x="21340" y="1216"/>
                  </a:cubicBezTo>
                  <a:lnTo>
                    <a:pt x="21340" y="1216"/>
                  </a:lnTo>
                  <a:cubicBezTo>
                    <a:pt x="21241" y="1380"/>
                    <a:pt x="21287" y="1606"/>
                    <a:pt x="21492" y="1696"/>
                  </a:cubicBezTo>
                  <a:cubicBezTo>
                    <a:pt x="21562" y="1727"/>
                    <a:pt x="21634" y="1741"/>
                    <a:pt x="21705" y="1741"/>
                  </a:cubicBezTo>
                  <a:cubicBezTo>
                    <a:pt x="21848" y="1741"/>
                    <a:pt x="21984" y="1681"/>
                    <a:pt x="22069" y="1569"/>
                  </a:cubicBezTo>
                  <a:cubicBezTo>
                    <a:pt x="22224" y="1370"/>
                    <a:pt x="22290" y="1046"/>
                    <a:pt x="22106" y="845"/>
                  </a:cubicBezTo>
                  <a:cubicBezTo>
                    <a:pt x="22020" y="752"/>
                    <a:pt x="21897" y="676"/>
                    <a:pt x="21757" y="676"/>
                  </a:cubicBezTo>
                  <a:close/>
                  <a:moveTo>
                    <a:pt x="26536" y="739"/>
                  </a:moveTo>
                  <a:cubicBezTo>
                    <a:pt x="26356" y="739"/>
                    <a:pt x="26180" y="822"/>
                    <a:pt x="26143" y="993"/>
                  </a:cubicBezTo>
                  <a:cubicBezTo>
                    <a:pt x="26101" y="1185"/>
                    <a:pt x="26100" y="1364"/>
                    <a:pt x="26055" y="1540"/>
                  </a:cubicBezTo>
                  <a:cubicBezTo>
                    <a:pt x="26004" y="1731"/>
                    <a:pt x="26123" y="1934"/>
                    <a:pt x="26358" y="1986"/>
                  </a:cubicBezTo>
                  <a:cubicBezTo>
                    <a:pt x="26396" y="1995"/>
                    <a:pt x="26434" y="1999"/>
                    <a:pt x="26472" y="1999"/>
                  </a:cubicBezTo>
                  <a:cubicBezTo>
                    <a:pt x="26662" y="1999"/>
                    <a:pt x="26832" y="1890"/>
                    <a:pt x="26891" y="1732"/>
                  </a:cubicBezTo>
                  <a:cubicBezTo>
                    <a:pt x="26978" y="1491"/>
                    <a:pt x="27023" y="1242"/>
                    <a:pt x="26956" y="993"/>
                  </a:cubicBezTo>
                  <a:cubicBezTo>
                    <a:pt x="26910" y="826"/>
                    <a:pt x="26721" y="739"/>
                    <a:pt x="26536" y="739"/>
                  </a:cubicBezTo>
                  <a:close/>
                  <a:moveTo>
                    <a:pt x="33642" y="1483"/>
                  </a:moveTo>
                  <a:cubicBezTo>
                    <a:pt x="33504" y="1483"/>
                    <a:pt x="33365" y="1548"/>
                    <a:pt x="33327" y="1678"/>
                  </a:cubicBezTo>
                  <a:cubicBezTo>
                    <a:pt x="33266" y="1898"/>
                    <a:pt x="33244" y="2085"/>
                    <a:pt x="33307" y="2306"/>
                  </a:cubicBezTo>
                  <a:cubicBezTo>
                    <a:pt x="33348" y="2444"/>
                    <a:pt x="33495" y="2514"/>
                    <a:pt x="33641" y="2514"/>
                  </a:cubicBezTo>
                  <a:cubicBezTo>
                    <a:pt x="33787" y="2514"/>
                    <a:pt x="33933" y="2444"/>
                    <a:pt x="33974" y="2306"/>
                  </a:cubicBezTo>
                  <a:cubicBezTo>
                    <a:pt x="34039" y="2085"/>
                    <a:pt x="34018" y="1896"/>
                    <a:pt x="33957" y="1678"/>
                  </a:cubicBezTo>
                  <a:cubicBezTo>
                    <a:pt x="33919" y="1548"/>
                    <a:pt x="33781" y="1483"/>
                    <a:pt x="33642" y="1483"/>
                  </a:cubicBezTo>
                  <a:close/>
                  <a:moveTo>
                    <a:pt x="38876" y="1555"/>
                  </a:moveTo>
                  <a:cubicBezTo>
                    <a:pt x="38773" y="1555"/>
                    <a:pt x="38670" y="1597"/>
                    <a:pt x="38605" y="1681"/>
                  </a:cubicBezTo>
                  <a:cubicBezTo>
                    <a:pt x="38384" y="1970"/>
                    <a:pt x="38467" y="2412"/>
                    <a:pt x="38615" y="2712"/>
                  </a:cubicBezTo>
                  <a:cubicBezTo>
                    <a:pt x="38667" y="2820"/>
                    <a:pt x="38771" y="2873"/>
                    <a:pt x="38875" y="2873"/>
                  </a:cubicBezTo>
                  <a:cubicBezTo>
                    <a:pt x="38979" y="2873"/>
                    <a:pt x="39083" y="2820"/>
                    <a:pt x="39135" y="2712"/>
                  </a:cubicBezTo>
                  <a:cubicBezTo>
                    <a:pt x="39285" y="2412"/>
                    <a:pt x="39368" y="1972"/>
                    <a:pt x="39147" y="1681"/>
                  </a:cubicBezTo>
                  <a:cubicBezTo>
                    <a:pt x="39082" y="1597"/>
                    <a:pt x="38979" y="1555"/>
                    <a:pt x="38876" y="1555"/>
                  </a:cubicBezTo>
                  <a:close/>
                  <a:moveTo>
                    <a:pt x="19131" y="1460"/>
                  </a:moveTo>
                  <a:cubicBezTo>
                    <a:pt x="18931" y="1460"/>
                    <a:pt x="18732" y="1552"/>
                    <a:pt x="18686" y="1738"/>
                  </a:cubicBezTo>
                  <a:cubicBezTo>
                    <a:pt x="18611" y="2049"/>
                    <a:pt x="18567" y="2389"/>
                    <a:pt x="18580" y="2706"/>
                  </a:cubicBezTo>
                  <a:cubicBezTo>
                    <a:pt x="18586" y="2884"/>
                    <a:pt x="18789" y="3033"/>
                    <a:pt x="18989" y="3033"/>
                  </a:cubicBezTo>
                  <a:cubicBezTo>
                    <a:pt x="19077" y="3033"/>
                    <a:pt x="19165" y="3004"/>
                    <a:pt x="19234" y="2934"/>
                  </a:cubicBezTo>
                  <a:cubicBezTo>
                    <a:pt x="19566" y="2600"/>
                    <a:pt x="19689" y="2165"/>
                    <a:pt x="19580" y="1738"/>
                  </a:cubicBezTo>
                  <a:cubicBezTo>
                    <a:pt x="19533" y="1553"/>
                    <a:pt x="19332" y="1460"/>
                    <a:pt x="19131" y="1460"/>
                  </a:cubicBezTo>
                  <a:close/>
                  <a:moveTo>
                    <a:pt x="12069" y="2343"/>
                  </a:moveTo>
                  <a:cubicBezTo>
                    <a:pt x="11939" y="2343"/>
                    <a:pt x="11809" y="2394"/>
                    <a:pt x="11750" y="2495"/>
                  </a:cubicBezTo>
                  <a:cubicBezTo>
                    <a:pt x="11725" y="2539"/>
                    <a:pt x="11699" y="2585"/>
                    <a:pt x="11684" y="2632"/>
                  </a:cubicBezTo>
                  <a:cubicBezTo>
                    <a:pt x="11661" y="2713"/>
                    <a:pt x="11675" y="2775"/>
                    <a:pt x="11690" y="2856"/>
                  </a:cubicBezTo>
                  <a:cubicBezTo>
                    <a:pt x="11699" y="2916"/>
                    <a:pt x="11710" y="2974"/>
                    <a:pt x="11721" y="3032"/>
                  </a:cubicBezTo>
                  <a:cubicBezTo>
                    <a:pt x="11742" y="3154"/>
                    <a:pt x="11919" y="3256"/>
                    <a:pt x="12059" y="3256"/>
                  </a:cubicBezTo>
                  <a:cubicBezTo>
                    <a:pt x="12063" y="3256"/>
                    <a:pt x="12067" y="3256"/>
                    <a:pt x="12071" y="3256"/>
                  </a:cubicBezTo>
                  <a:cubicBezTo>
                    <a:pt x="12136" y="3254"/>
                    <a:pt x="12199" y="3240"/>
                    <a:pt x="12256" y="3214"/>
                  </a:cubicBezTo>
                  <a:cubicBezTo>
                    <a:pt x="12324" y="3183"/>
                    <a:pt x="12411" y="3099"/>
                    <a:pt x="12423" y="3032"/>
                  </a:cubicBezTo>
                  <a:cubicBezTo>
                    <a:pt x="12433" y="2974"/>
                    <a:pt x="12442" y="2914"/>
                    <a:pt x="12453" y="2856"/>
                  </a:cubicBezTo>
                  <a:cubicBezTo>
                    <a:pt x="12464" y="2775"/>
                    <a:pt x="12478" y="2713"/>
                    <a:pt x="12455" y="2632"/>
                  </a:cubicBezTo>
                  <a:cubicBezTo>
                    <a:pt x="12442" y="2583"/>
                    <a:pt x="12417" y="2539"/>
                    <a:pt x="12389" y="2495"/>
                  </a:cubicBezTo>
                  <a:cubicBezTo>
                    <a:pt x="12330" y="2394"/>
                    <a:pt x="12199" y="2343"/>
                    <a:pt x="12069" y="2343"/>
                  </a:cubicBezTo>
                  <a:close/>
                  <a:moveTo>
                    <a:pt x="35553" y="2031"/>
                  </a:moveTo>
                  <a:cubicBezTo>
                    <a:pt x="35390" y="2031"/>
                    <a:pt x="35229" y="2128"/>
                    <a:pt x="35185" y="2263"/>
                  </a:cubicBezTo>
                  <a:cubicBezTo>
                    <a:pt x="35120" y="2459"/>
                    <a:pt x="35203" y="2696"/>
                    <a:pt x="35152" y="2866"/>
                  </a:cubicBezTo>
                  <a:cubicBezTo>
                    <a:pt x="35080" y="3104"/>
                    <a:pt x="35307" y="3275"/>
                    <a:pt x="35540" y="3275"/>
                  </a:cubicBezTo>
                  <a:cubicBezTo>
                    <a:pt x="35662" y="3275"/>
                    <a:pt x="35785" y="3228"/>
                    <a:pt x="35867" y="3119"/>
                  </a:cubicBezTo>
                  <a:cubicBezTo>
                    <a:pt x="36104" y="2805"/>
                    <a:pt x="36148" y="2303"/>
                    <a:pt x="35733" y="2077"/>
                  </a:cubicBezTo>
                  <a:cubicBezTo>
                    <a:pt x="35677" y="2045"/>
                    <a:pt x="35615" y="2031"/>
                    <a:pt x="35553" y="2031"/>
                  </a:cubicBezTo>
                  <a:close/>
                  <a:moveTo>
                    <a:pt x="42154" y="2093"/>
                  </a:moveTo>
                  <a:cubicBezTo>
                    <a:pt x="41990" y="2093"/>
                    <a:pt x="41825" y="2170"/>
                    <a:pt x="41781" y="2325"/>
                  </a:cubicBezTo>
                  <a:cubicBezTo>
                    <a:pt x="41687" y="2661"/>
                    <a:pt x="41733" y="2994"/>
                    <a:pt x="41809" y="3328"/>
                  </a:cubicBezTo>
                  <a:cubicBezTo>
                    <a:pt x="41842" y="3472"/>
                    <a:pt x="41998" y="3543"/>
                    <a:pt x="42155" y="3543"/>
                  </a:cubicBezTo>
                  <a:cubicBezTo>
                    <a:pt x="42311" y="3543"/>
                    <a:pt x="42468" y="3472"/>
                    <a:pt x="42500" y="3328"/>
                  </a:cubicBezTo>
                  <a:cubicBezTo>
                    <a:pt x="42577" y="2995"/>
                    <a:pt x="42622" y="2663"/>
                    <a:pt x="42527" y="2325"/>
                  </a:cubicBezTo>
                  <a:cubicBezTo>
                    <a:pt x="42484" y="2170"/>
                    <a:pt x="42319" y="2093"/>
                    <a:pt x="42154" y="2093"/>
                  </a:cubicBezTo>
                  <a:close/>
                  <a:moveTo>
                    <a:pt x="30854" y="2309"/>
                  </a:moveTo>
                  <a:cubicBezTo>
                    <a:pt x="30672" y="2309"/>
                    <a:pt x="30552" y="2412"/>
                    <a:pt x="30486" y="2543"/>
                  </a:cubicBezTo>
                  <a:cubicBezTo>
                    <a:pt x="30358" y="2805"/>
                    <a:pt x="30384" y="3128"/>
                    <a:pt x="30387" y="3407"/>
                  </a:cubicBezTo>
                  <a:cubicBezTo>
                    <a:pt x="30387" y="3570"/>
                    <a:pt x="30537" y="3714"/>
                    <a:pt x="30730" y="3734"/>
                  </a:cubicBezTo>
                  <a:cubicBezTo>
                    <a:pt x="30745" y="3736"/>
                    <a:pt x="30760" y="3736"/>
                    <a:pt x="30775" y="3736"/>
                  </a:cubicBezTo>
                  <a:cubicBezTo>
                    <a:pt x="30942" y="3736"/>
                    <a:pt x="31136" y="3648"/>
                    <a:pt x="31165" y="3496"/>
                  </a:cubicBezTo>
                  <a:cubicBezTo>
                    <a:pt x="31222" y="3185"/>
                    <a:pt x="31312" y="2856"/>
                    <a:pt x="31222" y="2543"/>
                  </a:cubicBezTo>
                  <a:cubicBezTo>
                    <a:pt x="31181" y="2407"/>
                    <a:pt x="31017" y="2309"/>
                    <a:pt x="30854" y="2309"/>
                  </a:cubicBezTo>
                  <a:close/>
                  <a:moveTo>
                    <a:pt x="14779" y="2418"/>
                  </a:moveTo>
                  <a:cubicBezTo>
                    <a:pt x="14600" y="2418"/>
                    <a:pt x="14429" y="2499"/>
                    <a:pt x="14393" y="2680"/>
                  </a:cubicBezTo>
                  <a:cubicBezTo>
                    <a:pt x="14338" y="2952"/>
                    <a:pt x="14265" y="3215"/>
                    <a:pt x="14263" y="3494"/>
                  </a:cubicBezTo>
                  <a:cubicBezTo>
                    <a:pt x="14261" y="3692"/>
                    <a:pt x="14453" y="3807"/>
                    <a:pt x="14648" y="3807"/>
                  </a:cubicBezTo>
                  <a:cubicBezTo>
                    <a:pt x="14773" y="3807"/>
                    <a:pt x="14900" y="3759"/>
                    <a:pt x="14977" y="3656"/>
                  </a:cubicBezTo>
                  <a:cubicBezTo>
                    <a:pt x="15178" y="3385"/>
                    <a:pt x="15233" y="3091"/>
                    <a:pt x="15245" y="2776"/>
                  </a:cubicBezTo>
                  <a:cubicBezTo>
                    <a:pt x="15253" y="2551"/>
                    <a:pt x="15009" y="2418"/>
                    <a:pt x="14779" y="2418"/>
                  </a:cubicBezTo>
                  <a:close/>
                  <a:moveTo>
                    <a:pt x="45205" y="2793"/>
                  </a:moveTo>
                  <a:cubicBezTo>
                    <a:pt x="45094" y="2793"/>
                    <a:pt x="44986" y="2836"/>
                    <a:pt x="44934" y="2930"/>
                  </a:cubicBezTo>
                  <a:cubicBezTo>
                    <a:pt x="44752" y="3259"/>
                    <a:pt x="44784" y="3686"/>
                    <a:pt x="44848" y="4039"/>
                  </a:cubicBezTo>
                  <a:cubicBezTo>
                    <a:pt x="44871" y="4165"/>
                    <a:pt x="45003" y="4226"/>
                    <a:pt x="45139" y="4226"/>
                  </a:cubicBezTo>
                  <a:cubicBezTo>
                    <a:pt x="45251" y="4226"/>
                    <a:pt x="45365" y="4184"/>
                    <a:pt x="45421" y="4102"/>
                  </a:cubicBezTo>
                  <a:cubicBezTo>
                    <a:pt x="45642" y="3772"/>
                    <a:pt x="45749" y="3273"/>
                    <a:pt x="45509" y="2930"/>
                  </a:cubicBezTo>
                  <a:cubicBezTo>
                    <a:pt x="45448" y="2843"/>
                    <a:pt x="45325" y="2793"/>
                    <a:pt x="45205" y="2793"/>
                  </a:cubicBezTo>
                  <a:close/>
                  <a:moveTo>
                    <a:pt x="27509" y="3309"/>
                  </a:moveTo>
                  <a:cubicBezTo>
                    <a:pt x="27393" y="3309"/>
                    <a:pt x="27268" y="3368"/>
                    <a:pt x="27228" y="3467"/>
                  </a:cubicBezTo>
                  <a:cubicBezTo>
                    <a:pt x="27097" y="3782"/>
                    <a:pt x="26907" y="4144"/>
                    <a:pt x="27016" y="4483"/>
                  </a:cubicBezTo>
                  <a:cubicBezTo>
                    <a:pt x="27050" y="4588"/>
                    <a:pt x="27150" y="4637"/>
                    <a:pt x="27256" y="4637"/>
                  </a:cubicBezTo>
                  <a:cubicBezTo>
                    <a:pt x="27324" y="4637"/>
                    <a:pt x="27394" y="4617"/>
                    <a:pt x="27452" y="4579"/>
                  </a:cubicBezTo>
                  <a:cubicBezTo>
                    <a:pt x="27831" y="4324"/>
                    <a:pt x="27814" y="3829"/>
                    <a:pt x="27735" y="3467"/>
                  </a:cubicBezTo>
                  <a:cubicBezTo>
                    <a:pt x="27712" y="3357"/>
                    <a:pt x="27614" y="3309"/>
                    <a:pt x="27509" y="3309"/>
                  </a:cubicBezTo>
                  <a:close/>
                  <a:moveTo>
                    <a:pt x="48928" y="3715"/>
                  </a:moveTo>
                  <a:cubicBezTo>
                    <a:pt x="48779" y="3715"/>
                    <a:pt x="48631" y="3784"/>
                    <a:pt x="48597" y="3920"/>
                  </a:cubicBezTo>
                  <a:cubicBezTo>
                    <a:pt x="48503" y="4304"/>
                    <a:pt x="48419" y="4800"/>
                    <a:pt x="48727" y="5124"/>
                  </a:cubicBezTo>
                  <a:cubicBezTo>
                    <a:pt x="48771" y="5171"/>
                    <a:pt x="48849" y="5194"/>
                    <a:pt x="48928" y="5194"/>
                  </a:cubicBezTo>
                  <a:cubicBezTo>
                    <a:pt x="49007" y="5194"/>
                    <a:pt x="49086" y="5171"/>
                    <a:pt x="49129" y="5124"/>
                  </a:cubicBezTo>
                  <a:cubicBezTo>
                    <a:pt x="49436" y="4800"/>
                    <a:pt x="49353" y="4304"/>
                    <a:pt x="49259" y="3920"/>
                  </a:cubicBezTo>
                  <a:cubicBezTo>
                    <a:pt x="49225" y="3784"/>
                    <a:pt x="49076" y="3715"/>
                    <a:pt x="48928" y="3715"/>
                  </a:cubicBezTo>
                  <a:close/>
                  <a:moveTo>
                    <a:pt x="37614" y="4214"/>
                  </a:moveTo>
                  <a:cubicBezTo>
                    <a:pt x="37514" y="4214"/>
                    <a:pt x="37416" y="4255"/>
                    <a:pt x="37357" y="4337"/>
                  </a:cubicBezTo>
                  <a:cubicBezTo>
                    <a:pt x="37280" y="4442"/>
                    <a:pt x="37279" y="4563"/>
                    <a:pt x="37260" y="4682"/>
                  </a:cubicBezTo>
                  <a:cubicBezTo>
                    <a:pt x="37241" y="4810"/>
                    <a:pt x="37228" y="4938"/>
                    <a:pt x="37209" y="5066"/>
                  </a:cubicBezTo>
                  <a:cubicBezTo>
                    <a:pt x="37185" y="5248"/>
                    <a:pt x="37381" y="5358"/>
                    <a:pt x="37573" y="5358"/>
                  </a:cubicBezTo>
                  <a:cubicBezTo>
                    <a:pt x="37694" y="5358"/>
                    <a:pt x="37813" y="5314"/>
                    <a:pt x="37873" y="5217"/>
                  </a:cubicBezTo>
                  <a:cubicBezTo>
                    <a:pt x="38035" y="4955"/>
                    <a:pt x="38132" y="4513"/>
                    <a:pt x="37833" y="4287"/>
                  </a:cubicBezTo>
                  <a:cubicBezTo>
                    <a:pt x="37770" y="4238"/>
                    <a:pt x="37691" y="4214"/>
                    <a:pt x="37614" y="4214"/>
                  </a:cubicBezTo>
                  <a:close/>
                  <a:moveTo>
                    <a:pt x="24197" y="4099"/>
                  </a:moveTo>
                  <a:cubicBezTo>
                    <a:pt x="24094" y="4099"/>
                    <a:pt x="23994" y="4145"/>
                    <a:pt x="23926" y="4223"/>
                  </a:cubicBezTo>
                  <a:cubicBezTo>
                    <a:pt x="23817" y="4349"/>
                    <a:pt x="23823" y="4516"/>
                    <a:pt x="23801" y="4667"/>
                  </a:cubicBezTo>
                  <a:cubicBezTo>
                    <a:pt x="23778" y="4825"/>
                    <a:pt x="23766" y="4974"/>
                    <a:pt x="23760" y="5131"/>
                  </a:cubicBezTo>
                  <a:cubicBezTo>
                    <a:pt x="23754" y="5311"/>
                    <a:pt x="23963" y="5438"/>
                    <a:pt x="24157" y="5438"/>
                  </a:cubicBezTo>
                  <a:cubicBezTo>
                    <a:pt x="24274" y="5438"/>
                    <a:pt x="24386" y="5392"/>
                    <a:pt x="24442" y="5285"/>
                  </a:cubicBezTo>
                  <a:cubicBezTo>
                    <a:pt x="24609" y="4971"/>
                    <a:pt x="24745" y="4444"/>
                    <a:pt x="24403" y="4172"/>
                  </a:cubicBezTo>
                  <a:cubicBezTo>
                    <a:pt x="24341" y="4121"/>
                    <a:pt x="24268" y="4099"/>
                    <a:pt x="24197" y="4099"/>
                  </a:cubicBezTo>
                  <a:close/>
                  <a:moveTo>
                    <a:pt x="33430" y="4074"/>
                  </a:moveTo>
                  <a:cubicBezTo>
                    <a:pt x="33364" y="4074"/>
                    <a:pt x="33298" y="4095"/>
                    <a:pt x="33243" y="4138"/>
                  </a:cubicBezTo>
                  <a:cubicBezTo>
                    <a:pt x="33090" y="4259"/>
                    <a:pt x="33087" y="4415"/>
                    <a:pt x="33061" y="4579"/>
                  </a:cubicBezTo>
                  <a:cubicBezTo>
                    <a:pt x="33033" y="4737"/>
                    <a:pt x="32993" y="4897"/>
                    <a:pt x="32946" y="5051"/>
                  </a:cubicBezTo>
                  <a:cubicBezTo>
                    <a:pt x="32871" y="5291"/>
                    <a:pt x="33105" y="5448"/>
                    <a:pt x="33332" y="5448"/>
                  </a:cubicBezTo>
                  <a:cubicBezTo>
                    <a:pt x="33482" y="5448"/>
                    <a:pt x="33628" y="5379"/>
                    <a:pt x="33680" y="5221"/>
                  </a:cubicBezTo>
                  <a:cubicBezTo>
                    <a:pt x="33778" y="4929"/>
                    <a:pt x="33948" y="4369"/>
                    <a:pt x="33625" y="4138"/>
                  </a:cubicBezTo>
                  <a:cubicBezTo>
                    <a:pt x="33567" y="4097"/>
                    <a:pt x="33498" y="4074"/>
                    <a:pt x="33430" y="4074"/>
                  </a:cubicBezTo>
                  <a:close/>
                  <a:moveTo>
                    <a:pt x="17247" y="3637"/>
                  </a:moveTo>
                  <a:cubicBezTo>
                    <a:pt x="17085" y="3637"/>
                    <a:pt x="16929" y="3712"/>
                    <a:pt x="16886" y="3879"/>
                  </a:cubicBezTo>
                  <a:cubicBezTo>
                    <a:pt x="16782" y="4276"/>
                    <a:pt x="16716" y="4759"/>
                    <a:pt x="16742" y="5165"/>
                  </a:cubicBezTo>
                  <a:cubicBezTo>
                    <a:pt x="16755" y="5364"/>
                    <a:pt x="16949" y="5488"/>
                    <a:pt x="17145" y="5488"/>
                  </a:cubicBezTo>
                  <a:cubicBezTo>
                    <a:pt x="17267" y="5488"/>
                    <a:pt x="17390" y="5440"/>
                    <a:pt x="17471" y="5330"/>
                  </a:cubicBezTo>
                  <a:cubicBezTo>
                    <a:pt x="17766" y="4926"/>
                    <a:pt x="17839" y="4333"/>
                    <a:pt x="17664" y="3879"/>
                  </a:cubicBezTo>
                  <a:cubicBezTo>
                    <a:pt x="17604" y="3724"/>
                    <a:pt x="17422" y="3637"/>
                    <a:pt x="17247" y="3637"/>
                  </a:cubicBezTo>
                  <a:close/>
                  <a:moveTo>
                    <a:pt x="41147" y="4396"/>
                  </a:moveTo>
                  <a:cubicBezTo>
                    <a:pt x="41047" y="4396"/>
                    <a:pt x="40949" y="4437"/>
                    <a:pt x="40890" y="4519"/>
                  </a:cubicBezTo>
                  <a:cubicBezTo>
                    <a:pt x="40813" y="4624"/>
                    <a:pt x="40812" y="4745"/>
                    <a:pt x="40793" y="4864"/>
                  </a:cubicBezTo>
                  <a:cubicBezTo>
                    <a:pt x="40774" y="4992"/>
                    <a:pt x="40761" y="5120"/>
                    <a:pt x="40742" y="5248"/>
                  </a:cubicBezTo>
                  <a:cubicBezTo>
                    <a:pt x="40718" y="5430"/>
                    <a:pt x="40914" y="5540"/>
                    <a:pt x="41106" y="5540"/>
                  </a:cubicBezTo>
                  <a:cubicBezTo>
                    <a:pt x="41227" y="5540"/>
                    <a:pt x="41346" y="5496"/>
                    <a:pt x="41406" y="5399"/>
                  </a:cubicBezTo>
                  <a:cubicBezTo>
                    <a:pt x="41566" y="5137"/>
                    <a:pt x="41665" y="4697"/>
                    <a:pt x="41366" y="4468"/>
                  </a:cubicBezTo>
                  <a:cubicBezTo>
                    <a:pt x="41303" y="4420"/>
                    <a:pt x="41224" y="4396"/>
                    <a:pt x="41147" y="4396"/>
                  </a:cubicBezTo>
                  <a:close/>
                  <a:moveTo>
                    <a:pt x="20772" y="4209"/>
                  </a:moveTo>
                  <a:cubicBezTo>
                    <a:pt x="20661" y="4209"/>
                    <a:pt x="20553" y="4253"/>
                    <a:pt x="20493" y="4353"/>
                  </a:cubicBezTo>
                  <a:cubicBezTo>
                    <a:pt x="20303" y="4673"/>
                    <a:pt x="20320" y="5016"/>
                    <a:pt x="20379" y="5362"/>
                  </a:cubicBezTo>
                  <a:cubicBezTo>
                    <a:pt x="20400" y="5490"/>
                    <a:pt x="20584" y="5583"/>
                    <a:pt x="20727" y="5583"/>
                  </a:cubicBezTo>
                  <a:cubicBezTo>
                    <a:pt x="20889" y="5583"/>
                    <a:pt x="21030" y="5489"/>
                    <a:pt x="21075" y="5362"/>
                  </a:cubicBezTo>
                  <a:cubicBezTo>
                    <a:pt x="21183" y="5061"/>
                    <a:pt x="21255" y="4727"/>
                    <a:pt x="21139" y="4425"/>
                  </a:cubicBezTo>
                  <a:cubicBezTo>
                    <a:pt x="21088" y="4292"/>
                    <a:pt x="20927" y="4209"/>
                    <a:pt x="20772" y="4209"/>
                  </a:cubicBezTo>
                  <a:close/>
                  <a:moveTo>
                    <a:pt x="43296" y="4493"/>
                  </a:moveTo>
                  <a:cubicBezTo>
                    <a:pt x="43096" y="4493"/>
                    <a:pt x="42981" y="4624"/>
                    <a:pt x="42959" y="4775"/>
                  </a:cubicBezTo>
                  <a:cubicBezTo>
                    <a:pt x="42930" y="4986"/>
                    <a:pt x="42911" y="5184"/>
                    <a:pt x="42952" y="5393"/>
                  </a:cubicBezTo>
                  <a:cubicBezTo>
                    <a:pt x="42980" y="5535"/>
                    <a:pt x="43138" y="5607"/>
                    <a:pt x="43296" y="5607"/>
                  </a:cubicBezTo>
                  <a:cubicBezTo>
                    <a:pt x="43453" y="5607"/>
                    <a:pt x="43611" y="5535"/>
                    <a:pt x="43640" y="5393"/>
                  </a:cubicBezTo>
                  <a:cubicBezTo>
                    <a:pt x="43682" y="5184"/>
                    <a:pt x="43661" y="4986"/>
                    <a:pt x="43632" y="4775"/>
                  </a:cubicBezTo>
                  <a:cubicBezTo>
                    <a:pt x="43610" y="4624"/>
                    <a:pt x="43493" y="4493"/>
                    <a:pt x="43296" y="4493"/>
                  </a:cubicBezTo>
                  <a:close/>
                  <a:moveTo>
                    <a:pt x="12067" y="4320"/>
                  </a:moveTo>
                  <a:cubicBezTo>
                    <a:pt x="11994" y="4320"/>
                    <a:pt x="11922" y="4342"/>
                    <a:pt x="11870" y="4384"/>
                  </a:cubicBezTo>
                  <a:cubicBezTo>
                    <a:pt x="11721" y="4512"/>
                    <a:pt x="11689" y="4682"/>
                    <a:pt x="11641" y="4851"/>
                  </a:cubicBezTo>
                  <a:cubicBezTo>
                    <a:pt x="11591" y="5030"/>
                    <a:pt x="11558" y="5200"/>
                    <a:pt x="11566" y="5381"/>
                  </a:cubicBezTo>
                  <a:cubicBezTo>
                    <a:pt x="11575" y="5564"/>
                    <a:pt x="11736" y="5659"/>
                    <a:pt x="11900" y="5659"/>
                  </a:cubicBezTo>
                  <a:cubicBezTo>
                    <a:pt x="12037" y="5659"/>
                    <a:pt x="12176" y="5594"/>
                    <a:pt x="12235" y="5458"/>
                  </a:cubicBezTo>
                  <a:cubicBezTo>
                    <a:pt x="12309" y="5285"/>
                    <a:pt x="12334" y="5115"/>
                    <a:pt x="12353" y="4931"/>
                  </a:cubicBezTo>
                  <a:cubicBezTo>
                    <a:pt x="12372" y="4756"/>
                    <a:pt x="12398" y="4595"/>
                    <a:pt x="12299" y="4432"/>
                  </a:cubicBezTo>
                  <a:cubicBezTo>
                    <a:pt x="12254" y="4356"/>
                    <a:pt x="12161" y="4320"/>
                    <a:pt x="12067" y="4320"/>
                  </a:cubicBezTo>
                  <a:close/>
                  <a:moveTo>
                    <a:pt x="8875" y="4572"/>
                  </a:moveTo>
                  <a:cubicBezTo>
                    <a:pt x="8716" y="4572"/>
                    <a:pt x="8586" y="4656"/>
                    <a:pt x="8535" y="4785"/>
                  </a:cubicBezTo>
                  <a:cubicBezTo>
                    <a:pt x="8449" y="5006"/>
                    <a:pt x="8393" y="5255"/>
                    <a:pt x="8471" y="5479"/>
                  </a:cubicBezTo>
                  <a:cubicBezTo>
                    <a:pt x="8517" y="5609"/>
                    <a:pt x="8665" y="5684"/>
                    <a:pt x="8811" y="5684"/>
                  </a:cubicBezTo>
                  <a:cubicBezTo>
                    <a:pt x="8922" y="5684"/>
                    <a:pt x="9031" y="5641"/>
                    <a:pt x="9095" y="5547"/>
                  </a:cubicBezTo>
                  <a:cubicBezTo>
                    <a:pt x="9233" y="5341"/>
                    <a:pt x="9249" y="5096"/>
                    <a:pt x="9224" y="4864"/>
                  </a:cubicBezTo>
                  <a:cubicBezTo>
                    <a:pt x="9207" y="4718"/>
                    <a:pt x="9102" y="4593"/>
                    <a:pt x="8920" y="4574"/>
                  </a:cubicBezTo>
                  <a:cubicBezTo>
                    <a:pt x="8905" y="4573"/>
                    <a:pt x="8890" y="4572"/>
                    <a:pt x="8875" y="4572"/>
                  </a:cubicBezTo>
                  <a:close/>
                  <a:moveTo>
                    <a:pt x="30109" y="4705"/>
                  </a:moveTo>
                  <a:cubicBezTo>
                    <a:pt x="30004" y="4705"/>
                    <a:pt x="29899" y="4747"/>
                    <a:pt x="29830" y="4836"/>
                  </a:cubicBezTo>
                  <a:cubicBezTo>
                    <a:pt x="29714" y="4987"/>
                    <a:pt x="29697" y="5205"/>
                    <a:pt x="29720" y="5381"/>
                  </a:cubicBezTo>
                  <a:cubicBezTo>
                    <a:pt x="29745" y="5567"/>
                    <a:pt x="29836" y="5714"/>
                    <a:pt x="29982" y="5852"/>
                  </a:cubicBezTo>
                  <a:cubicBezTo>
                    <a:pt x="30028" y="5897"/>
                    <a:pt x="30093" y="5917"/>
                    <a:pt x="30158" y="5917"/>
                  </a:cubicBezTo>
                  <a:cubicBezTo>
                    <a:pt x="30274" y="5917"/>
                    <a:pt x="30393" y="5854"/>
                    <a:pt x="30422" y="5755"/>
                  </a:cubicBezTo>
                  <a:cubicBezTo>
                    <a:pt x="30460" y="5617"/>
                    <a:pt x="30489" y="5480"/>
                    <a:pt x="30485" y="5338"/>
                  </a:cubicBezTo>
                  <a:cubicBezTo>
                    <a:pt x="30480" y="5200"/>
                    <a:pt x="30483" y="5032"/>
                    <a:pt x="30431" y="4902"/>
                  </a:cubicBezTo>
                  <a:cubicBezTo>
                    <a:pt x="30378" y="4775"/>
                    <a:pt x="30244" y="4705"/>
                    <a:pt x="30109" y="4705"/>
                  </a:cubicBezTo>
                  <a:close/>
                  <a:moveTo>
                    <a:pt x="52778" y="4685"/>
                  </a:moveTo>
                  <a:cubicBezTo>
                    <a:pt x="52630" y="4685"/>
                    <a:pt x="52484" y="4758"/>
                    <a:pt x="52428" y="4904"/>
                  </a:cubicBezTo>
                  <a:cubicBezTo>
                    <a:pt x="52348" y="5111"/>
                    <a:pt x="52337" y="5349"/>
                    <a:pt x="52290" y="5563"/>
                  </a:cubicBezTo>
                  <a:cubicBezTo>
                    <a:pt x="52242" y="5779"/>
                    <a:pt x="52445" y="5942"/>
                    <a:pt x="52652" y="5942"/>
                  </a:cubicBezTo>
                  <a:cubicBezTo>
                    <a:pt x="52759" y="5942"/>
                    <a:pt x="52868" y="5898"/>
                    <a:pt x="52945" y="5796"/>
                  </a:cubicBezTo>
                  <a:cubicBezTo>
                    <a:pt x="53132" y="5546"/>
                    <a:pt x="53250" y="5198"/>
                    <a:pt x="53134" y="4904"/>
                  </a:cubicBezTo>
                  <a:cubicBezTo>
                    <a:pt x="53076" y="4759"/>
                    <a:pt x="52926" y="4685"/>
                    <a:pt x="52778" y="4685"/>
                  </a:cubicBezTo>
                  <a:close/>
                  <a:moveTo>
                    <a:pt x="46090" y="4882"/>
                  </a:moveTo>
                  <a:cubicBezTo>
                    <a:pt x="46004" y="4882"/>
                    <a:pt x="45916" y="4913"/>
                    <a:pt x="45855" y="4960"/>
                  </a:cubicBezTo>
                  <a:cubicBezTo>
                    <a:pt x="45618" y="5139"/>
                    <a:pt x="45681" y="5502"/>
                    <a:pt x="45652" y="5745"/>
                  </a:cubicBezTo>
                  <a:cubicBezTo>
                    <a:pt x="45630" y="5922"/>
                    <a:pt x="45834" y="6039"/>
                    <a:pt x="46026" y="6039"/>
                  </a:cubicBezTo>
                  <a:cubicBezTo>
                    <a:pt x="46143" y="6039"/>
                    <a:pt x="46256" y="5995"/>
                    <a:pt x="46309" y="5895"/>
                  </a:cubicBezTo>
                  <a:cubicBezTo>
                    <a:pt x="46469" y="5595"/>
                    <a:pt x="46616" y="5146"/>
                    <a:pt x="46235" y="4919"/>
                  </a:cubicBezTo>
                  <a:cubicBezTo>
                    <a:pt x="46191" y="4893"/>
                    <a:pt x="46141" y="4882"/>
                    <a:pt x="46090" y="4882"/>
                  </a:cubicBezTo>
                  <a:close/>
                  <a:moveTo>
                    <a:pt x="5970" y="4858"/>
                  </a:moveTo>
                  <a:cubicBezTo>
                    <a:pt x="5924" y="4858"/>
                    <a:pt x="5878" y="4868"/>
                    <a:pt x="5840" y="4887"/>
                  </a:cubicBezTo>
                  <a:cubicBezTo>
                    <a:pt x="5664" y="4977"/>
                    <a:pt x="5636" y="5147"/>
                    <a:pt x="5587" y="5304"/>
                  </a:cubicBezTo>
                  <a:cubicBezTo>
                    <a:pt x="5536" y="5466"/>
                    <a:pt x="5460" y="5626"/>
                    <a:pt x="5483" y="5796"/>
                  </a:cubicBezTo>
                  <a:cubicBezTo>
                    <a:pt x="5499" y="5916"/>
                    <a:pt x="5560" y="6021"/>
                    <a:pt x="5701" y="6069"/>
                  </a:cubicBezTo>
                  <a:cubicBezTo>
                    <a:pt x="5745" y="6084"/>
                    <a:pt x="5795" y="6091"/>
                    <a:pt x="5846" y="6091"/>
                  </a:cubicBezTo>
                  <a:cubicBezTo>
                    <a:pt x="5937" y="6091"/>
                    <a:pt x="6030" y="6066"/>
                    <a:pt x="6090" y="6007"/>
                  </a:cubicBezTo>
                  <a:cubicBezTo>
                    <a:pt x="6268" y="5835"/>
                    <a:pt x="6315" y="5639"/>
                    <a:pt x="6319" y="5413"/>
                  </a:cubicBezTo>
                  <a:cubicBezTo>
                    <a:pt x="6324" y="5224"/>
                    <a:pt x="6309" y="4995"/>
                    <a:pt x="6098" y="4887"/>
                  </a:cubicBezTo>
                  <a:cubicBezTo>
                    <a:pt x="6060" y="4868"/>
                    <a:pt x="6015" y="4858"/>
                    <a:pt x="5970" y="4858"/>
                  </a:cubicBezTo>
                  <a:close/>
                  <a:moveTo>
                    <a:pt x="47645" y="6792"/>
                  </a:moveTo>
                  <a:cubicBezTo>
                    <a:pt x="47509" y="6792"/>
                    <a:pt x="47375" y="6846"/>
                    <a:pt x="47303" y="6954"/>
                  </a:cubicBezTo>
                  <a:cubicBezTo>
                    <a:pt x="47212" y="7093"/>
                    <a:pt x="47212" y="7238"/>
                    <a:pt x="47203" y="7391"/>
                  </a:cubicBezTo>
                  <a:cubicBezTo>
                    <a:pt x="47194" y="7545"/>
                    <a:pt x="47219" y="7686"/>
                    <a:pt x="47327" y="7815"/>
                  </a:cubicBezTo>
                  <a:cubicBezTo>
                    <a:pt x="47410" y="7914"/>
                    <a:pt x="47527" y="7963"/>
                    <a:pt x="47645" y="7963"/>
                  </a:cubicBezTo>
                  <a:cubicBezTo>
                    <a:pt x="47762" y="7963"/>
                    <a:pt x="47880" y="7914"/>
                    <a:pt x="47962" y="7815"/>
                  </a:cubicBezTo>
                  <a:cubicBezTo>
                    <a:pt x="48072" y="7686"/>
                    <a:pt x="48096" y="7545"/>
                    <a:pt x="48087" y="7391"/>
                  </a:cubicBezTo>
                  <a:cubicBezTo>
                    <a:pt x="48077" y="7238"/>
                    <a:pt x="48077" y="7090"/>
                    <a:pt x="47987" y="6954"/>
                  </a:cubicBezTo>
                  <a:cubicBezTo>
                    <a:pt x="47915" y="6846"/>
                    <a:pt x="47780" y="6792"/>
                    <a:pt x="47645" y="6792"/>
                  </a:cubicBezTo>
                  <a:close/>
                  <a:moveTo>
                    <a:pt x="8220" y="6647"/>
                  </a:moveTo>
                  <a:cubicBezTo>
                    <a:pt x="8123" y="6647"/>
                    <a:pt x="8025" y="6688"/>
                    <a:pt x="7954" y="6770"/>
                  </a:cubicBezTo>
                  <a:cubicBezTo>
                    <a:pt x="7741" y="7016"/>
                    <a:pt x="7788" y="7394"/>
                    <a:pt x="7799" y="7679"/>
                  </a:cubicBezTo>
                  <a:cubicBezTo>
                    <a:pt x="7807" y="7906"/>
                    <a:pt x="8013" y="8020"/>
                    <a:pt x="8220" y="8020"/>
                  </a:cubicBezTo>
                  <a:cubicBezTo>
                    <a:pt x="8426" y="8020"/>
                    <a:pt x="8632" y="7907"/>
                    <a:pt x="8640" y="7679"/>
                  </a:cubicBezTo>
                  <a:cubicBezTo>
                    <a:pt x="8651" y="7394"/>
                    <a:pt x="8698" y="7016"/>
                    <a:pt x="8486" y="6770"/>
                  </a:cubicBezTo>
                  <a:cubicBezTo>
                    <a:pt x="8414" y="6688"/>
                    <a:pt x="8317" y="6647"/>
                    <a:pt x="8220" y="6647"/>
                  </a:cubicBezTo>
                  <a:close/>
                  <a:moveTo>
                    <a:pt x="43454" y="6950"/>
                  </a:moveTo>
                  <a:cubicBezTo>
                    <a:pt x="43368" y="6950"/>
                    <a:pt x="43279" y="6982"/>
                    <a:pt x="43218" y="7029"/>
                  </a:cubicBezTo>
                  <a:cubicBezTo>
                    <a:pt x="42981" y="7206"/>
                    <a:pt x="43043" y="7569"/>
                    <a:pt x="43014" y="7814"/>
                  </a:cubicBezTo>
                  <a:cubicBezTo>
                    <a:pt x="42993" y="7990"/>
                    <a:pt x="43197" y="8107"/>
                    <a:pt x="43388" y="8107"/>
                  </a:cubicBezTo>
                  <a:cubicBezTo>
                    <a:pt x="43506" y="8107"/>
                    <a:pt x="43618" y="8063"/>
                    <a:pt x="43672" y="7962"/>
                  </a:cubicBezTo>
                  <a:cubicBezTo>
                    <a:pt x="43831" y="7663"/>
                    <a:pt x="43980" y="7213"/>
                    <a:pt x="43597" y="6986"/>
                  </a:cubicBezTo>
                  <a:cubicBezTo>
                    <a:pt x="43554" y="6961"/>
                    <a:pt x="43504" y="6950"/>
                    <a:pt x="43454" y="6950"/>
                  </a:cubicBezTo>
                  <a:close/>
                  <a:moveTo>
                    <a:pt x="32602" y="7015"/>
                  </a:moveTo>
                  <a:cubicBezTo>
                    <a:pt x="32498" y="7015"/>
                    <a:pt x="32392" y="7057"/>
                    <a:pt x="32324" y="7146"/>
                  </a:cubicBezTo>
                  <a:cubicBezTo>
                    <a:pt x="32208" y="7298"/>
                    <a:pt x="32190" y="7516"/>
                    <a:pt x="32213" y="7692"/>
                  </a:cubicBezTo>
                  <a:cubicBezTo>
                    <a:pt x="32239" y="7878"/>
                    <a:pt x="32330" y="8025"/>
                    <a:pt x="32475" y="8163"/>
                  </a:cubicBezTo>
                  <a:cubicBezTo>
                    <a:pt x="32522" y="8207"/>
                    <a:pt x="32586" y="8227"/>
                    <a:pt x="32651" y="8227"/>
                  </a:cubicBezTo>
                  <a:cubicBezTo>
                    <a:pt x="32767" y="8227"/>
                    <a:pt x="32887" y="8164"/>
                    <a:pt x="32916" y="8064"/>
                  </a:cubicBezTo>
                  <a:cubicBezTo>
                    <a:pt x="32953" y="7926"/>
                    <a:pt x="32982" y="7790"/>
                    <a:pt x="32978" y="7648"/>
                  </a:cubicBezTo>
                  <a:cubicBezTo>
                    <a:pt x="32974" y="7508"/>
                    <a:pt x="32977" y="7343"/>
                    <a:pt x="32924" y="7212"/>
                  </a:cubicBezTo>
                  <a:cubicBezTo>
                    <a:pt x="32872" y="7085"/>
                    <a:pt x="32738" y="7015"/>
                    <a:pt x="32602" y="7015"/>
                  </a:cubicBezTo>
                  <a:close/>
                  <a:moveTo>
                    <a:pt x="19413" y="6749"/>
                  </a:moveTo>
                  <a:cubicBezTo>
                    <a:pt x="19297" y="6749"/>
                    <a:pt x="19182" y="6794"/>
                    <a:pt x="19134" y="6883"/>
                  </a:cubicBezTo>
                  <a:cubicBezTo>
                    <a:pt x="18936" y="7247"/>
                    <a:pt x="18996" y="7732"/>
                    <a:pt x="19071" y="8118"/>
                  </a:cubicBezTo>
                  <a:cubicBezTo>
                    <a:pt x="19100" y="8259"/>
                    <a:pt x="19256" y="8330"/>
                    <a:pt x="19412" y="8330"/>
                  </a:cubicBezTo>
                  <a:cubicBezTo>
                    <a:pt x="19569" y="8330"/>
                    <a:pt x="19725" y="8259"/>
                    <a:pt x="19753" y="8118"/>
                  </a:cubicBezTo>
                  <a:cubicBezTo>
                    <a:pt x="19832" y="7734"/>
                    <a:pt x="19890" y="7247"/>
                    <a:pt x="19692" y="6883"/>
                  </a:cubicBezTo>
                  <a:cubicBezTo>
                    <a:pt x="19644" y="6794"/>
                    <a:pt x="19528" y="6749"/>
                    <a:pt x="19413" y="6749"/>
                  </a:cubicBezTo>
                  <a:close/>
                  <a:moveTo>
                    <a:pt x="55565" y="6893"/>
                  </a:moveTo>
                  <a:cubicBezTo>
                    <a:pt x="55508" y="6893"/>
                    <a:pt x="55452" y="6910"/>
                    <a:pt x="55412" y="6949"/>
                  </a:cubicBezTo>
                  <a:cubicBezTo>
                    <a:pt x="55227" y="7127"/>
                    <a:pt x="55189" y="7369"/>
                    <a:pt x="55138" y="7596"/>
                  </a:cubicBezTo>
                  <a:cubicBezTo>
                    <a:pt x="55079" y="7850"/>
                    <a:pt x="55032" y="8097"/>
                    <a:pt x="55134" y="8347"/>
                  </a:cubicBezTo>
                  <a:cubicBezTo>
                    <a:pt x="55182" y="8467"/>
                    <a:pt x="55317" y="8537"/>
                    <a:pt x="55450" y="8537"/>
                  </a:cubicBezTo>
                  <a:cubicBezTo>
                    <a:pt x="55549" y="8537"/>
                    <a:pt x="55647" y="8498"/>
                    <a:pt x="55707" y="8411"/>
                  </a:cubicBezTo>
                  <a:cubicBezTo>
                    <a:pt x="55863" y="8182"/>
                    <a:pt x="55883" y="7939"/>
                    <a:pt x="55884" y="7680"/>
                  </a:cubicBezTo>
                  <a:cubicBezTo>
                    <a:pt x="55884" y="7450"/>
                    <a:pt x="55906" y="7190"/>
                    <a:pt x="55767" y="6986"/>
                  </a:cubicBezTo>
                  <a:cubicBezTo>
                    <a:pt x="55726" y="6928"/>
                    <a:pt x="55645" y="6893"/>
                    <a:pt x="55565" y="6893"/>
                  </a:cubicBezTo>
                  <a:close/>
                  <a:moveTo>
                    <a:pt x="40824" y="7433"/>
                  </a:moveTo>
                  <a:cubicBezTo>
                    <a:pt x="40666" y="7433"/>
                    <a:pt x="40509" y="7505"/>
                    <a:pt x="40479" y="7648"/>
                  </a:cubicBezTo>
                  <a:cubicBezTo>
                    <a:pt x="40421" y="7923"/>
                    <a:pt x="40442" y="8186"/>
                    <a:pt x="40528" y="8455"/>
                  </a:cubicBezTo>
                  <a:cubicBezTo>
                    <a:pt x="40568" y="8578"/>
                    <a:pt x="40697" y="8640"/>
                    <a:pt x="40826" y="8640"/>
                  </a:cubicBezTo>
                  <a:cubicBezTo>
                    <a:pt x="40955" y="8640"/>
                    <a:pt x="41084" y="8578"/>
                    <a:pt x="41123" y="8455"/>
                  </a:cubicBezTo>
                  <a:cubicBezTo>
                    <a:pt x="41206" y="8187"/>
                    <a:pt x="41228" y="7923"/>
                    <a:pt x="41169" y="7648"/>
                  </a:cubicBezTo>
                  <a:cubicBezTo>
                    <a:pt x="41140" y="7505"/>
                    <a:pt x="40982" y="7433"/>
                    <a:pt x="40824" y="7433"/>
                  </a:cubicBezTo>
                  <a:close/>
                  <a:moveTo>
                    <a:pt x="6509" y="7502"/>
                  </a:moveTo>
                  <a:cubicBezTo>
                    <a:pt x="6412" y="7502"/>
                    <a:pt x="6315" y="7543"/>
                    <a:pt x="6244" y="7626"/>
                  </a:cubicBezTo>
                  <a:cubicBezTo>
                    <a:pt x="6030" y="7872"/>
                    <a:pt x="6078" y="8250"/>
                    <a:pt x="6088" y="8535"/>
                  </a:cubicBezTo>
                  <a:cubicBezTo>
                    <a:pt x="6095" y="8763"/>
                    <a:pt x="6303" y="8877"/>
                    <a:pt x="6510" y="8877"/>
                  </a:cubicBezTo>
                  <a:cubicBezTo>
                    <a:pt x="6716" y="8877"/>
                    <a:pt x="6923" y="8763"/>
                    <a:pt x="6930" y="8535"/>
                  </a:cubicBezTo>
                  <a:cubicBezTo>
                    <a:pt x="6939" y="8250"/>
                    <a:pt x="6988" y="7872"/>
                    <a:pt x="6776" y="7626"/>
                  </a:cubicBezTo>
                  <a:cubicBezTo>
                    <a:pt x="6704" y="7543"/>
                    <a:pt x="6606" y="7502"/>
                    <a:pt x="6509" y="7502"/>
                  </a:cubicBezTo>
                  <a:close/>
                  <a:moveTo>
                    <a:pt x="58909" y="7631"/>
                  </a:moveTo>
                  <a:cubicBezTo>
                    <a:pt x="58762" y="7631"/>
                    <a:pt x="58614" y="7701"/>
                    <a:pt x="58571" y="7841"/>
                  </a:cubicBezTo>
                  <a:cubicBezTo>
                    <a:pt x="58498" y="8078"/>
                    <a:pt x="58500" y="8333"/>
                    <a:pt x="58500" y="8577"/>
                  </a:cubicBezTo>
                  <a:cubicBezTo>
                    <a:pt x="58500" y="8797"/>
                    <a:pt x="58705" y="8907"/>
                    <a:pt x="58909" y="8907"/>
                  </a:cubicBezTo>
                  <a:cubicBezTo>
                    <a:pt x="59114" y="8907"/>
                    <a:pt x="59318" y="8797"/>
                    <a:pt x="59318" y="8577"/>
                  </a:cubicBezTo>
                  <a:cubicBezTo>
                    <a:pt x="59318" y="8331"/>
                    <a:pt x="59320" y="8078"/>
                    <a:pt x="59247" y="7841"/>
                  </a:cubicBezTo>
                  <a:cubicBezTo>
                    <a:pt x="59204" y="7701"/>
                    <a:pt x="59057" y="7631"/>
                    <a:pt x="58909" y="7631"/>
                  </a:cubicBezTo>
                  <a:close/>
                  <a:moveTo>
                    <a:pt x="49196" y="7891"/>
                  </a:moveTo>
                  <a:cubicBezTo>
                    <a:pt x="49179" y="7891"/>
                    <a:pt x="49162" y="7892"/>
                    <a:pt x="49145" y="7894"/>
                  </a:cubicBezTo>
                  <a:cubicBezTo>
                    <a:pt x="48955" y="7917"/>
                    <a:pt x="48861" y="8035"/>
                    <a:pt x="48836" y="8187"/>
                  </a:cubicBezTo>
                  <a:cubicBezTo>
                    <a:pt x="48818" y="8288"/>
                    <a:pt x="48808" y="8388"/>
                    <a:pt x="48815" y="8488"/>
                  </a:cubicBezTo>
                  <a:cubicBezTo>
                    <a:pt x="48823" y="8621"/>
                    <a:pt x="48868" y="8721"/>
                    <a:pt x="48932" y="8839"/>
                  </a:cubicBezTo>
                  <a:cubicBezTo>
                    <a:pt x="48985" y="8937"/>
                    <a:pt x="49085" y="8979"/>
                    <a:pt x="49190" y="8979"/>
                  </a:cubicBezTo>
                  <a:cubicBezTo>
                    <a:pt x="49340" y="8979"/>
                    <a:pt x="49500" y="8894"/>
                    <a:pt x="49550" y="8772"/>
                  </a:cubicBezTo>
                  <a:cubicBezTo>
                    <a:pt x="49638" y="8551"/>
                    <a:pt x="49602" y="8331"/>
                    <a:pt x="49538" y="8107"/>
                  </a:cubicBezTo>
                  <a:cubicBezTo>
                    <a:pt x="49501" y="7979"/>
                    <a:pt x="49350" y="7891"/>
                    <a:pt x="49196" y="7891"/>
                  </a:cubicBezTo>
                  <a:close/>
                  <a:moveTo>
                    <a:pt x="45362" y="7833"/>
                  </a:moveTo>
                  <a:cubicBezTo>
                    <a:pt x="45219" y="7833"/>
                    <a:pt x="45070" y="7905"/>
                    <a:pt x="45015" y="8033"/>
                  </a:cubicBezTo>
                  <a:cubicBezTo>
                    <a:pt x="44897" y="8308"/>
                    <a:pt x="44883" y="8645"/>
                    <a:pt x="44922" y="8935"/>
                  </a:cubicBezTo>
                  <a:cubicBezTo>
                    <a:pt x="44944" y="9086"/>
                    <a:pt x="45044" y="9215"/>
                    <a:pt x="45236" y="9234"/>
                  </a:cubicBezTo>
                  <a:cubicBezTo>
                    <a:pt x="45251" y="9236"/>
                    <a:pt x="45266" y="9236"/>
                    <a:pt x="45281" y="9236"/>
                  </a:cubicBezTo>
                  <a:cubicBezTo>
                    <a:pt x="45439" y="9236"/>
                    <a:pt x="45598" y="9154"/>
                    <a:pt x="45634" y="9016"/>
                  </a:cubicBezTo>
                  <a:cubicBezTo>
                    <a:pt x="45722" y="8704"/>
                    <a:pt x="45755" y="8347"/>
                    <a:pt x="45662" y="8033"/>
                  </a:cubicBezTo>
                  <a:cubicBezTo>
                    <a:pt x="45622" y="7895"/>
                    <a:pt x="45495" y="7833"/>
                    <a:pt x="45362" y="7833"/>
                  </a:cubicBezTo>
                  <a:close/>
                  <a:moveTo>
                    <a:pt x="27035" y="8082"/>
                  </a:moveTo>
                  <a:cubicBezTo>
                    <a:pt x="26855" y="8082"/>
                    <a:pt x="26679" y="8164"/>
                    <a:pt x="26642" y="8336"/>
                  </a:cubicBezTo>
                  <a:cubicBezTo>
                    <a:pt x="26600" y="8528"/>
                    <a:pt x="26598" y="8706"/>
                    <a:pt x="26552" y="8882"/>
                  </a:cubicBezTo>
                  <a:cubicBezTo>
                    <a:pt x="26501" y="9073"/>
                    <a:pt x="26622" y="9276"/>
                    <a:pt x="26856" y="9329"/>
                  </a:cubicBezTo>
                  <a:cubicBezTo>
                    <a:pt x="26893" y="9337"/>
                    <a:pt x="26931" y="9341"/>
                    <a:pt x="26968" y="9341"/>
                  </a:cubicBezTo>
                  <a:cubicBezTo>
                    <a:pt x="27159" y="9341"/>
                    <a:pt x="27331" y="9233"/>
                    <a:pt x="27388" y="9074"/>
                  </a:cubicBezTo>
                  <a:cubicBezTo>
                    <a:pt x="27478" y="8833"/>
                    <a:pt x="27523" y="8584"/>
                    <a:pt x="27453" y="8336"/>
                  </a:cubicBezTo>
                  <a:cubicBezTo>
                    <a:pt x="27408" y="8169"/>
                    <a:pt x="27219" y="8082"/>
                    <a:pt x="27035" y="8082"/>
                  </a:cubicBezTo>
                  <a:close/>
                  <a:moveTo>
                    <a:pt x="30647" y="7977"/>
                  </a:moveTo>
                  <a:cubicBezTo>
                    <a:pt x="30537" y="7977"/>
                    <a:pt x="30429" y="8021"/>
                    <a:pt x="30371" y="8119"/>
                  </a:cubicBezTo>
                  <a:cubicBezTo>
                    <a:pt x="30287" y="8260"/>
                    <a:pt x="30272" y="8410"/>
                    <a:pt x="30243" y="8564"/>
                  </a:cubicBezTo>
                  <a:cubicBezTo>
                    <a:pt x="30214" y="8722"/>
                    <a:pt x="30184" y="8882"/>
                    <a:pt x="30205" y="9042"/>
                  </a:cubicBezTo>
                  <a:cubicBezTo>
                    <a:pt x="30227" y="9202"/>
                    <a:pt x="30335" y="9340"/>
                    <a:pt x="30540" y="9361"/>
                  </a:cubicBezTo>
                  <a:cubicBezTo>
                    <a:pt x="30555" y="9362"/>
                    <a:pt x="30570" y="9363"/>
                    <a:pt x="30585" y="9363"/>
                  </a:cubicBezTo>
                  <a:cubicBezTo>
                    <a:pt x="30758" y="9363"/>
                    <a:pt x="30911" y="9272"/>
                    <a:pt x="30963" y="9128"/>
                  </a:cubicBezTo>
                  <a:cubicBezTo>
                    <a:pt x="31017" y="8975"/>
                    <a:pt x="31028" y="8811"/>
                    <a:pt x="31031" y="8653"/>
                  </a:cubicBezTo>
                  <a:cubicBezTo>
                    <a:pt x="31034" y="8500"/>
                    <a:pt x="31056" y="8337"/>
                    <a:pt x="31004" y="8187"/>
                  </a:cubicBezTo>
                  <a:cubicBezTo>
                    <a:pt x="30956" y="8057"/>
                    <a:pt x="30798" y="7977"/>
                    <a:pt x="30647" y="7977"/>
                  </a:cubicBezTo>
                  <a:close/>
                  <a:moveTo>
                    <a:pt x="51712" y="8381"/>
                  </a:moveTo>
                  <a:cubicBezTo>
                    <a:pt x="51575" y="8381"/>
                    <a:pt x="51438" y="8451"/>
                    <a:pt x="51395" y="8577"/>
                  </a:cubicBezTo>
                  <a:cubicBezTo>
                    <a:pt x="51322" y="8782"/>
                    <a:pt x="51338" y="9035"/>
                    <a:pt x="51339" y="9249"/>
                  </a:cubicBezTo>
                  <a:cubicBezTo>
                    <a:pt x="51340" y="9409"/>
                    <a:pt x="51485" y="9497"/>
                    <a:pt x="51637" y="9497"/>
                  </a:cubicBezTo>
                  <a:cubicBezTo>
                    <a:pt x="51736" y="9497"/>
                    <a:pt x="51839" y="9458"/>
                    <a:pt x="51905" y="9378"/>
                  </a:cubicBezTo>
                  <a:cubicBezTo>
                    <a:pt x="52103" y="9135"/>
                    <a:pt x="52168" y="8773"/>
                    <a:pt x="51985" y="8512"/>
                  </a:cubicBezTo>
                  <a:cubicBezTo>
                    <a:pt x="51923" y="8423"/>
                    <a:pt x="51817" y="8381"/>
                    <a:pt x="51712" y="8381"/>
                  </a:cubicBezTo>
                  <a:close/>
                  <a:moveTo>
                    <a:pt x="21730" y="8183"/>
                  </a:moveTo>
                  <a:cubicBezTo>
                    <a:pt x="21614" y="8183"/>
                    <a:pt x="21489" y="8242"/>
                    <a:pt x="21449" y="8340"/>
                  </a:cubicBezTo>
                  <a:cubicBezTo>
                    <a:pt x="21318" y="8657"/>
                    <a:pt x="21127" y="9018"/>
                    <a:pt x="21236" y="9356"/>
                  </a:cubicBezTo>
                  <a:cubicBezTo>
                    <a:pt x="21271" y="9462"/>
                    <a:pt x="21370" y="9511"/>
                    <a:pt x="21476" y="9511"/>
                  </a:cubicBezTo>
                  <a:cubicBezTo>
                    <a:pt x="21544" y="9511"/>
                    <a:pt x="21615" y="9491"/>
                    <a:pt x="21673" y="9452"/>
                  </a:cubicBezTo>
                  <a:cubicBezTo>
                    <a:pt x="22052" y="9198"/>
                    <a:pt x="22033" y="8702"/>
                    <a:pt x="21956" y="8340"/>
                  </a:cubicBezTo>
                  <a:cubicBezTo>
                    <a:pt x="21933" y="8231"/>
                    <a:pt x="21835" y="8183"/>
                    <a:pt x="21730" y="8183"/>
                  </a:cubicBezTo>
                  <a:close/>
                  <a:moveTo>
                    <a:pt x="11428" y="8239"/>
                  </a:moveTo>
                  <a:cubicBezTo>
                    <a:pt x="11293" y="8239"/>
                    <a:pt x="11159" y="8306"/>
                    <a:pt x="11101" y="8440"/>
                  </a:cubicBezTo>
                  <a:cubicBezTo>
                    <a:pt x="10979" y="8724"/>
                    <a:pt x="11030" y="9082"/>
                    <a:pt x="11095" y="9371"/>
                  </a:cubicBezTo>
                  <a:cubicBezTo>
                    <a:pt x="11127" y="9508"/>
                    <a:pt x="11277" y="9577"/>
                    <a:pt x="11427" y="9577"/>
                  </a:cubicBezTo>
                  <a:cubicBezTo>
                    <a:pt x="11577" y="9577"/>
                    <a:pt x="11726" y="9508"/>
                    <a:pt x="11757" y="9371"/>
                  </a:cubicBezTo>
                  <a:cubicBezTo>
                    <a:pt x="11824" y="9082"/>
                    <a:pt x="11878" y="8725"/>
                    <a:pt x="11754" y="8440"/>
                  </a:cubicBezTo>
                  <a:cubicBezTo>
                    <a:pt x="11697" y="8306"/>
                    <a:pt x="11562" y="8239"/>
                    <a:pt x="11428" y="8239"/>
                  </a:cubicBezTo>
                  <a:close/>
                  <a:moveTo>
                    <a:pt x="37806" y="8318"/>
                  </a:moveTo>
                  <a:cubicBezTo>
                    <a:pt x="37675" y="8318"/>
                    <a:pt x="37544" y="8368"/>
                    <a:pt x="37490" y="8469"/>
                  </a:cubicBezTo>
                  <a:cubicBezTo>
                    <a:pt x="37309" y="8804"/>
                    <a:pt x="37322" y="9259"/>
                    <a:pt x="37456" y="9603"/>
                  </a:cubicBezTo>
                  <a:cubicBezTo>
                    <a:pt x="37513" y="9747"/>
                    <a:pt x="37659" y="9818"/>
                    <a:pt x="37805" y="9818"/>
                  </a:cubicBezTo>
                  <a:cubicBezTo>
                    <a:pt x="37951" y="9818"/>
                    <a:pt x="38097" y="9747"/>
                    <a:pt x="38153" y="9603"/>
                  </a:cubicBezTo>
                  <a:cubicBezTo>
                    <a:pt x="38289" y="9256"/>
                    <a:pt x="38302" y="8802"/>
                    <a:pt x="38122" y="8469"/>
                  </a:cubicBezTo>
                  <a:cubicBezTo>
                    <a:pt x="38068" y="8368"/>
                    <a:pt x="37937" y="8318"/>
                    <a:pt x="37806" y="8318"/>
                  </a:cubicBezTo>
                  <a:close/>
                  <a:moveTo>
                    <a:pt x="545" y="8576"/>
                  </a:moveTo>
                  <a:cubicBezTo>
                    <a:pt x="468" y="8576"/>
                    <a:pt x="390" y="8600"/>
                    <a:pt x="329" y="8645"/>
                  </a:cubicBezTo>
                  <a:cubicBezTo>
                    <a:pt x="59" y="8847"/>
                    <a:pt x="1" y="9255"/>
                    <a:pt x="31" y="9537"/>
                  </a:cubicBezTo>
                  <a:cubicBezTo>
                    <a:pt x="46" y="9669"/>
                    <a:pt x="132" y="9787"/>
                    <a:pt x="293" y="9826"/>
                  </a:cubicBezTo>
                  <a:cubicBezTo>
                    <a:pt x="321" y="9832"/>
                    <a:pt x="351" y="9835"/>
                    <a:pt x="381" y="9835"/>
                  </a:cubicBezTo>
                  <a:cubicBezTo>
                    <a:pt x="506" y="9835"/>
                    <a:pt x="642" y="9784"/>
                    <a:pt x="694" y="9688"/>
                  </a:cubicBezTo>
                  <a:cubicBezTo>
                    <a:pt x="857" y="9397"/>
                    <a:pt x="988" y="8994"/>
                    <a:pt x="789" y="8695"/>
                  </a:cubicBezTo>
                  <a:cubicBezTo>
                    <a:pt x="735" y="8614"/>
                    <a:pt x="641" y="8576"/>
                    <a:pt x="545" y="8576"/>
                  </a:cubicBezTo>
                  <a:close/>
                  <a:moveTo>
                    <a:pt x="24268" y="8628"/>
                  </a:moveTo>
                  <a:cubicBezTo>
                    <a:pt x="24139" y="8628"/>
                    <a:pt x="24010" y="8684"/>
                    <a:pt x="23935" y="8782"/>
                  </a:cubicBezTo>
                  <a:cubicBezTo>
                    <a:pt x="23840" y="8907"/>
                    <a:pt x="23845" y="9057"/>
                    <a:pt x="23832" y="9199"/>
                  </a:cubicBezTo>
                  <a:cubicBezTo>
                    <a:pt x="23820" y="9307"/>
                    <a:pt x="23816" y="9410"/>
                    <a:pt x="23807" y="9540"/>
                  </a:cubicBezTo>
                  <a:cubicBezTo>
                    <a:pt x="23794" y="9741"/>
                    <a:pt x="23992" y="9856"/>
                    <a:pt x="24192" y="9856"/>
                  </a:cubicBezTo>
                  <a:cubicBezTo>
                    <a:pt x="24321" y="9856"/>
                    <a:pt x="24451" y="9808"/>
                    <a:pt x="24527" y="9704"/>
                  </a:cubicBezTo>
                  <a:cubicBezTo>
                    <a:pt x="24723" y="9429"/>
                    <a:pt x="24825" y="8971"/>
                    <a:pt x="24527" y="8718"/>
                  </a:cubicBezTo>
                  <a:cubicBezTo>
                    <a:pt x="24453" y="8656"/>
                    <a:pt x="24360" y="8628"/>
                    <a:pt x="24268" y="8628"/>
                  </a:cubicBezTo>
                  <a:close/>
                  <a:moveTo>
                    <a:pt x="60977" y="8673"/>
                  </a:moveTo>
                  <a:cubicBezTo>
                    <a:pt x="60869" y="8673"/>
                    <a:pt x="60761" y="8716"/>
                    <a:pt x="60704" y="8802"/>
                  </a:cubicBezTo>
                  <a:cubicBezTo>
                    <a:pt x="60602" y="8956"/>
                    <a:pt x="60594" y="9124"/>
                    <a:pt x="60578" y="9295"/>
                  </a:cubicBezTo>
                  <a:cubicBezTo>
                    <a:pt x="60562" y="9467"/>
                    <a:pt x="60594" y="9640"/>
                    <a:pt x="60701" y="9790"/>
                  </a:cubicBezTo>
                  <a:cubicBezTo>
                    <a:pt x="60763" y="9876"/>
                    <a:pt x="60870" y="9919"/>
                    <a:pt x="60978" y="9919"/>
                  </a:cubicBezTo>
                  <a:cubicBezTo>
                    <a:pt x="61086" y="9919"/>
                    <a:pt x="61193" y="9876"/>
                    <a:pt x="61255" y="9790"/>
                  </a:cubicBezTo>
                  <a:cubicBezTo>
                    <a:pt x="61361" y="9640"/>
                    <a:pt x="61393" y="9467"/>
                    <a:pt x="61377" y="9295"/>
                  </a:cubicBezTo>
                  <a:cubicBezTo>
                    <a:pt x="61361" y="9124"/>
                    <a:pt x="61351" y="8955"/>
                    <a:pt x="61249" y="8802"/>
                  </a:cubicBezTo>
                  <a:cubicBezTo>
                    <a:pt x="61193" y="8716"/>
                    <a:pt x="61085" y="8673"/>
                    <a:pt x="60977" y="8673"/>
                  </a:cubicBezTo>
                  <a:close/>
                  <a:moveTo>
                    <a:pt x="16347" y="8746"/>
                  </a:moveTo>
                  <a:cubicBezTo>
                    <a:pt x="16215" y="8746"/>
                    <a:pt x="16084" y="8797"/>
                    <a:pt x="16028" y="8898"/>
                  </a:cubicBezTo>
                  <a:cubicBezTo>
                    <a:pt x="15901" y="9131"/>
                    <a:pt x="15902" y="9404"/>
                    <a:pt x="15919" y="9654"/>
                  </a:cubicBezTo>
                  <a:cubicBezTo>
                    <a:pt x="15931" y="9837"/>
                    <a:pt x="16096" y="10014"/>
                    <a:pt x="16329" y="10014"/>
                  </a:cubicBezTo>
                  <a:cubicBezTo>
                    <a:pt x="16335" y="10014"/>
                    <a:pt x="16342" y="10014"/>
                    <a:pt x="16348" y="10013"/>
                  </a:cubicBezTo>
                  <a:cubicBezTo>
                    <a:pt x="16591" y="10005"/>
                    <a:pt x="16763" y="9856"/>
                    <a:pt x="16777" y="9654"/>
                  </a:cubicBezTo>
                  <a:cubicBezTo>
                    <a:pt x="16793" y="9404"/>
                    <a:pt x="16795" y="9130"/>
                    <a:pt x="16668" y="8898"/>
                  </a:cubicBezTo>
                  <a:cubicBezTo>
                    <a:pt x="16611" y="8797"/>
                    <a:pt x="16479" y="8746"/>
                    <a:pt x="16347" y="8746"/>
                  </a:cubicBezTo>
                  <a:close/>
                  <a:moveTo>
                    <a:pt x="34456" y="9051"/>
                  </a:moveTo>
                  <a:cubicBezTo>
                    <a:pt x="34293" y="9051"/>
                    <a:pt x="34131" y="9128"/>
                    <a:pt x="34086" y="9282"/>
                  </a:cubicBezTo>
                  <a:cubicBezTo>
                    <a:pt x="34028" y="9480"/>
                    <a:pt x="33973" y="9720"/>
                    <a:pt x="34116" y="9903"/>
                  </a:cubicBezTo>
                  <a:cubicBezTo>
                    <a:pt x="34200" y="10010"/>
                    <a:pt x="34328" y="10063"/>
                    <a:pt x="34456" y="10063"/>
                  </a:cubicBezTo>
                  <a:cubicBezTo>
                    <a:pt x="34584" y="10063"/>
                    <a:pt x="34712" y="10010"/>
                    <a:pt x="34795" y="9903"/>
                  </a:cubicBezTo>
                  <a:cubicBezTo>
                    <a:pt x="34939" y="9721"/>
                    <a:pt x="34886" y="9480"/>
                    <a:pt x="34827" y="9282"/>
                  </a:cubicBezTo>
                  <a:cubicBezTo>
                    <a:pt x="34782" y="9128"/>
                    <a:pt x="34619" y="9051"/>
                    <a:pt x="34456" y="9051"/>
                  </a:cubicBezTo>
                  <a:close/>
                  <a:moveTo>
                    <a:pt x="5205" y="9265"/>
                  </a:moveTo>
                  <a:cubicBezTo>
                    <a:pt x="5076" y="9265"/>
                    <a:pt x="4950" y="9315"/>
                    <a:pt x="4886" y="9426"/>
                  </a:cubicBezTo>
                  <a:cubicBezTo>
                    <a:pt x="4727" y="9698"/>
                    <a:pt x="4756" y="10009"/>
                    <a:pt x="4873" y="10291"/>
                  </a:cubicBezTo>
                  <a:cubicBezTo>
                    <a:pt x="4938" y="10447"/>
                    <a:pt x="5104" y="10561"/>
                    <a:pt x="5296" y="10561"/>
                  </a:cubicBezTo>
                  <a:cubicBezTo>
                    <a:pt x="5334" y="10561"/>
                    <a:pt x="5373" y="10556"/>
                    <a:pt x="5412" y="10547"/>
                  </a:cubicBezTo>
                  <a:cubicBezTo>
                    <a:pt x="5645" y="10495"/>
                    <a:pt x="5774" y="10288"/>
                    <a:pt x="5717" y="10095"/>
                  </a:cubicBezTo>
                  <a:cubicBezTo>
                    <a:pt x="5709" y="10067"/>
                    <a:pt x="5701" y="10038"/>
                    <a:pt x="5694" y="10011"/>
                  </a:cubicBezTo>
                  <a:cubicBezTo>
                    <a:pt x="5689" y="9981"/>
                    <a:pt x="5686" y="9966"/>
                    <a:pt x="5686" y="9966"/>
                  </a:cubicBezTo>
                  <a:lnTo>
                    <a:pt x="5686" y="9966"/>
                  </a:lnTo>
                  <a:cubicBezTo>
                    <a:pt x="5685" y="9966"/>
                    <a:pt x="5686" y="9971"/>
                    <a:pt x="5687" y="9981"/>
                  </a:cubicBezTo>
                  <a:cubicBezTo>
                    <a:pt x="5681" y="9950"/>
                    <a:pt x="5677" y="9915"/>
                    <a:pt x="5671" y="9881"/>
                  </a:cubicBezTo>
                  <a:cubicBezTo>
                    <a:pt x="5665" y="9852"/>
                    <a:pt x="5662" y="9838"/>
                    <a:pt x="5662" y="9838"/>
                  </a:cubicBezTo>
                  <a:lnTo>
                    <a:pt x="5662" y="9838"/>
                  </a:lnTo>
                  <a:cubicBezTo>
                    <a:pt x="5663" y="9838"/>
                    <a:pt x="5664" y="9842"/>
                    <a:pt x="5667" y="9852"/>
                  </a:cubicBezTo>
                  <a:cubicBezTo>
                    <a:pt x="5648" y="9726"/>
                    <a:pt x="5652" y="9641"/>
                    <a:pt x="5608" y="9506"/>
                  </a:cubicBezTo>
                  <a:cubicBezTo>
                    <a:pt x="5562" y="9356"/>
                    <a:pt x="5380" y="9265"/>
                    <a:pt x="5205" y="9265"/>
                  </a:cubicBezTo>
                  <a:close/>
                  <a:moveTo>
                    <a:pt x="57446" y="9823"/>
                  </a:moveTo>
                  <a:cubicBezTo>
                    <a:pt x="57357" y="9823"/>
                    <a:pt x="57267" y="9862"/>
                    <a:pt x="57197" y="9938"/>
                  </a:cubicBezTo>
                  <a:cubicBezTo>
                    <a:pt x="57085" y="10060"/>
                    <a:pt x="57061" y="10280"/>
                    <a:pt x="57066" y="10426"/>
                  </a:cubicBezTo>
                  <a:cubicBezTo>
                    <a:pt x="57074" y="10601"/>
                    <a:pt x="57197" y="10831"/>
                    <a:pt x="57440" y="10831"/>
                  </a:cubicBezTo>
                  <a:cubicBezTo>
                    <a:pt x="57674" y="10831"/>
                    <a:pt x="57799" y="10618"/>
                    <a:pt x="57812" y="10451"/>
                  </a:cubicBezTo>
                  <a:cubicBezTo>
                    <a:pt x="57828" y="10294"/>
                    <a:pt x="57806" y="10067"/>
                    <a:pt x="57692" y="9938"/>
                  </a:cubicBezTo>
                  <a:cubicBezTo>
                    <a:pt x="57624" y="9861"/>
                    <a:pt x="57535" y="9823"/>
                    <a:pt x="57446" y="9823"/>
                  </a:cubicBezTo>
                  <a:close/>
                  <a:moveTo>
                    <a:pt x="45364" y="10640"/>
                  </a:moveTo>
                  <a:cubicBezTo>
                    <a:pt x="45229" y="10640"/>
                    <a:pt x="45094" y="10695"/>
                    <a:pt x="45022" y="10803"/>
                  </a:cubicBezTo>
                  <a:cubicBezTo>
                    <a:pt x="44932" y="10941"/>
                    <a:pt x="44932" y="11086"/>
                    <a:pt x="44922" y="11239"/>
                  </a:cubicBezTo>
                  <a:cubicBezTo>
                    <a:pt x="44913" y="11393"/>
                    <a:pt x="44938" y="11536"/>
                    <a:pt x="45045" y="11665"/>
                  </a:cubicBezTo>
                  <a:cubicBezTo>
                    <a:pt x="45128" y="11764"/>
                    <a:pt x="45246" y="11813"/>
                    <a:pt x="45364" y="11813"/>
                  </a:cubicBezTo>
                  <a:cubicBezTo>
                    <a:pt x="45482" y="11813"/>
                    <a:pt x="45599" y="11764"/>
                    <a:pt x="45682" y="11665"/>
                  </a:cubicBezTo>
                  <a:cubicBezTo>
                    <a:pt x="45790" y="11536"/>
                    <a:pt x="45815" y="11396"/>
                    <a:pt x="45806" y="11239"/>
                  </a:cubicBezTo>
                  <a:cubicBezTo>
                    <a:pt x="45797" y="11086"/>
                    <a:pt x="45797" y="10940"/>
                    <a:pt x="45706" y="10803"/>
                  </a:cubicBezTo>
                  <a:cubicBezTo>
                    <a:pt x="45634" y="10695"/>
                    <a:pt x="45499" y="10640"/>
                    <a:pt x="45364" y="10640"/>
                  </a:cubicBezTo>
                  <a:close/>
                  <a:moveTo>
                    <a:pt x="48440" y="11229"/>
                  </a:moveTo>
                  <a:cubicBezTo>
                    <a:pt x="48332" y="11229"/>
                    <a:pt x="48220" y="11273"/>
                    <a:pt x="48142" y="11361"/>
                  </a:cubicBezTo>
                  <a:cubicBezTo>
                    <a:pt x="47942" y="11592"/>
                    <a:pt x="47982" y="11978"/>
                    <a:pt x="48171" y="12200"/>
                  </a:cubicBezTo>
                  <a:cubicBezTo>
                    <a:pt x="48250" y="12292"/>
                    <a:pt x="48364" y="12354"/>
                    <a:pt x="48494" y="12354"/>
                  </a:cubicBezTo>
                  <a:cubicBezTo>
                    <a:pt x="48525" y="12354"/>
                    <a:pt x="48556" y="12350"/>
                    <a:pt x="48589" y="12343"/>
                  </a:cubicBezTo>
                  <a:cubicBezTo>
                    <a:pt x="48741" y="12308"/>
                    <a:pt x="48865" y="12178"/>
                    <a:pt x="48859" y="12045"/>
                  </a:cubicBezTo>
                  <a:cubicBezTo>
                    <a:pt x="48855" y="11930"/>
                    <a:pt x="48840" y="11821"/>
                    <a:pt x="48815" y="11706"/>
                  </a:cubicBezTo>
                  <a:cubicBezTo>
                    <a:pt x="48792" y="11603"/>
                    <a:pt x="48799" y="11531"/>
                    <a:pt x="48757" y="11428"/>
                  </a:cubicBezTo>
                  <a:cubicBezTo>
                    <a:pt x="48702" y="11295"/>
                    <a:pt x="48574" y="11229"/>
                    <a:pt x="48440" y="112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p:nvPr/>
        </p:nvSpPr>
        <p:spPr>
          <a:xfrm flipH="1">
            <a:off x="8509279" y="343647"/>
            <a:ext cx="1046400" cy="503145"/>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rot="-7248076">
            <a:off x="-317537" y="-173478"/>
            <a:ext cx="1468877" cy="1425966"/>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rot="-313515">
            <a:off x="8474666" y="3614260"/>
            <a:ext cx="398338" cy="346380"/>
          </a:xfrm>
          <a:custGeom>
            <a:avLst/>
            <a:gdLst/>
            <a:ahLst/>
            <a:cxnLst/>
            <a:rect l="l" t="t" r="r" b="b"/>
            <a:pathLst>
              <a:path w="10070" h="8757" extrusionOk="0">
                <a:moveTo>
                  <a:pt x="2720" y="1"/>
                </a:moveTo>
                <a:cubicBezTo>
                  <a:pt x="1516" y="1"/>
                  <a:pt x="0" y="2987"/>
                  <a:pt x="501" y="5635"/>
                </a:cubicBezTo>
                <a:cubicBezTo>
                  <a:pt x="791" y="7164"/>
                  <a:pt x="1686" y="8217"/>
                  <a:pt x="2231" y="8756"/>
                </a:cubicBezTo>
                <a:cubicBezTo>
                  <a:pt x="3118" y="8701"/>
                  <a:pt x="4428" y="8486"/>
                  <a:pt x="5738" y="7698"/>
                </a:cubicBezTo>
                <a:cubicBezTo>
                  <a:pt x="8541" y="6011"/>
                  <a:pt x="10069" y="2465"/>
                  <a:pt x="9313" y="1703"/>
                </a:cubicBezTo>
                <a:cubicBezTo>
                  <a:pt x="9209" y="1599"/>
                  <a:pt x="9047" y="1533"/>
                  <a:pt x="8802" y="1533"/>
                </a:cubicBezTo>
                <a:cubicBezTo>
                  <a:pt x="8175" y="1533"/>
                  <a:pt x="7001" y="1964"/>
                  <a:pt x="4840" y="3285"/>
                </a:cubicBezTo>
                <a:cubicBezTo>
                  <a:pt x="3905" y="244"/>
                  <a:pt x="3062" y="7"/>
                  <a:pt x="2736" y="1"/>
                </a:cubicBezTo>
                <a:cubicBezTo>
                  <a:pt x="2731" y="1"/>
                  <a:pt x="2725" y="1"/>
                  <a:pt x="272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rot="1530473">
            <a:off x="240716" y="2435943"/>
            <a:ext cx="251750" cy="25178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rot="1758961">
            <a:off x="5313355" y="289138"/>
            <a:ext cx="454491" cy="454402"/>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 name="Google Shape;22;p2"/>
          <p:cNvGrpSpPr/>
          <p:nvPr/>
        </p:nvGrpSpPr>
        <p:grpSpPr>
          <a:xfrm rot="8100000">
            <a:off x="683005" y="-584437"/>
            <a:ext cx="764492" cy="1686238"/>
            <a:chOff x="1768957" y="2795221"/>
            <a:chExt cx="905793" cy="1997906"/>
          </a:xfrm>
        </p:grpSpPr>
        <p:sp>
          <p:nvSpPr>
            <p:cNvPr id="23" name="Google Shape;23;p2"/>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 name="Google Shape;26;p2"/>
          <p:cNvSpPr/>
          <p:nvPr/>
        </p:nvSpPr>
        <p:spPr>
          <a:xfrm rot="1758980">
            <a:off x="5414720" y="390481"/>
            <a:ext cx="251750" cy="251786"/>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89199" y="846800"/>
            <a:ext cx="686344" cy="49745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rot="71669">
            <a:off x="2420416" y="-160728"/>
            <a:ext cx="551706" cy="55157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rot="71861">
            <a:off x="2543492" y="-37702"/>
            <a:ext cx="305588" cy="305632"/>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txBox="1">
            <a:spLocks noGrp="1"/>
          </p:cNvSpPr>
          <p:nvPr>
            <p:ph type="ctrTitle"/>
          </p:nvPr>
        </p:nvSpPr>
        <p:spPr>
          <a:xfrm>
            <a:off x="713375" y="1357550"/>
            <a:ext cx="6128400" cy="22362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200"/>
              <a:buNone/>
              <a:defRPr sz="4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1" name="Google Shape;31;p2"/>
          <p:cNvSpPr txBox="1">
            <a:spLocks noGrp="1"/>
          </p:cNvSpPr>
          <p:nvPr>
            <p:ph type="subTitle" idx="1"/>
          </p:nvPr>
        </p:nvSpPr>
        <p:spPr>
          <a:xfrm>
            <a:off x="713375" y="3511296"/>
            <a:ext cx="4154700" cy="362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i="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3"/>
          <p:cNvSpPr/>
          <p:nvPr/>
        </p:nvSpPr>
        <p:spPr>
          <a:xfrm rot="10643826" flipH="1">
            <a:off x="5416282" y="-100493"/>
            <a:ext cx="3954308" cy="1026758"/>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accent4"/>
              </a:gs>
              <a:gs pos="100000">
                <a:schemeClr val="accent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5702435" y="-189747"/>
            <a:ext cx="3995215" cy="803937"/>
          </a:xfrm>
          <a:custGeom>
            <a:avLst/>
            <a:gdLst/>
            <a:ahLst/>
            <a:cxnLst/>
            <a:rect l="l" t="t" r="r" b="b"/>
            <a:pathLst>
              <a:path w="61394" h="12354" extrusionOk="0">
                <a:moveTo>
                  <a:pt x="28689" y="0"/>
                </a:moveTo>
                <a:cubicBezTo>
                  <a:pt x="28507" y="0"/>
                  <a:pt x="28388" y="78"/>
                  <a:pt x="28323" y="175"/>
                </a:cubicBezTo>
                <a:cubicBezTo>
                  <a:pt x="28193" y="370"/>
                  <a:pt x="28221" y="610"/>
                  <a:pt x="28222" y="815"/>
                </a:cubicBezTo>
                <a:cubicBezTo>
                  <a:pt x="28222" y="937"/>
                  <a:pt x="28374" y="1041"/>
                  <a:pt x="28565" y="1056"/>
                </a:cubicBezTo>
                <a:cubicBezTo>
                  <a:pt x="28580" y="1057"/>
                  <a:pt x="28595" y="1058"/>
                  <a:pt x="28610" y="1058"/>
                </a:cubicBezTo>
                <a:cubicBezTo>
                  <a:pt x="28779" y="1058"/>
                  <a:pt x="28972" y="992"/>
                  <a:pt x="29000" y="880"/>
                </a:cubicBezTo>
                <a:cubicBezTo>
                  <a:pt x="29057" y="652"/>
                  <a:pt x="29147" y="406"/>
                  <a:pt x="29057" y="175"/>
                </a:cubicBezTo>
                <a:cubicBezTo>
                  <a:pt x="29016" y="75"/>
                  <a:pt x="28853" y="0"/>
                  <a:pt x="28689" y="0"/>
                </a:cubicBezTo>
                <a:close/>
                <a:moveTo>
                  <a:pt x="21757" y="676"/>
                </a:moveTo>
                <a:cubicBezTo>
                  <a:pt x="21723" y="676"/>
                  <a:pt x="21687" y="681"/>
                  <a:pt x="21651" y="691"/>
                </a:cubicBezTo>
                <a:cubicBezTo>
                  <a:pt x="21473" y="740"/>
                  <a:pt x="21367" y="861"/>
                  <a:pt x="21354" y="1017"/>
                </a:cubicBezTo>
                <a:cubicBezTo>
                  <a:pt x="21351" y="1071"/>
                  <a:pt x="21358" y="1123"/>
                  <a:pt x="21354" y="1178"/>
                </a:cubicBezTo>
                <a:cubicBezTo>
                  <a:pt x="21354" y="1180"/>
                  <a:pt x="21353" y="1184"/>
                  <a:pt x="21351" y="1188"/>
                </a:cubicBezTo>
                <a:cubicBezTo>
                  <a:pt x="21338" y="1212"/>
                  <a:pt x="21336" y="1220"/>
                  <a:pt x="21337" y="1220"/>
                </a:cubicBezTo>
                <a:cubicBezTo>
                  <a:pt x="21337" y="1220"/>
                  <a:pt x="21338" y="1218"/>
                  <a:pt x="21340" y="1216"/>
                </a:cubicBezTo>
                <a:lnTo>
                  <a:pt x="21340" y="1216"/>
                </a:lnTo>
                <a:cubicBezTo>
                  <a:pt x="21241" y="1380"/>
                  <a:pt x="21287" y="1606"/>
                  <a:pt x="21492" y="1696"/>
                </a:cubicBezTo>
                <a:cubicBezTo>
                  <a:pt x="21562" y="1727"/>
                  <a:pt x="21634" y="1741"/>
                  <a:pt x="21705" y="1741"/>
                </a:cubicBezTo>
                <a:cubicBezTo>
                  <a:pt x="21848" y="1741"/>
                  <a:pt x="21984" y="1681"/>
                  <a:pt x="22069" y="1569"/>
                </a:cubicBezTo>
                <a:cubicBezTo>
                  <a:pt x="22224" y="1370"/>
                  <a:pt x="22290" y="1046"/>
                  <a:pt x="22106" y="845"/>
                </a:cubicBezTo>
                <a:cubicBezTo>
                  <a:pt x="22020" y="752"/>
                  <a:pt x="21897" y="676"/>
                  <a:pt x="21757" y="676"/>
                </a:cubicBezTo>
                <a:close/>
                <a:moveTo>
                  <a:pt x="26536" y="739"/>
                </a:moveTo>
                <a:cubicBezTo>
                  <a:pt x="26356" y="739"/>
                  <a:pt x="26180" y="822"/>
                  <a:pt x="26143" y="993"/>
                </a:cubicBezTo>
                <a:cubicBezTo>
                  <a:pt x="26101" y="1185"/>
                  <a:pt x="26100" y="1364"/>
                  <a:pt x="26055" y="1540"/>
                </a:cubicBezTo>
                <a:cubicBezTo>
                  <a:pt x="26004" y="1731"/>
                  <a:pt x="26123" y="1934"/>
                  <a:pt x="26358" y="1986"/>
                </a:cubicBezTo>
                <a:cubicBezTo>
                  <a:pt x="26396" y="1995"/>
                  <a:pt x="26434" y="1999"/>
                  <a:pt x="26472" y="1999"/>
                </a:cubicBezTo>
                <a:cubicBezTo>
                  <a:pt x="26662" y="1999"/>
                  <a:pt x="26832" y="1890"/>
                  <a:pt x="26891" y="1732"/>
                </a:cubicBezTo>
                <a:cubicBezTo>
                  <a:pt x="26978" y="1491"/>
                  <a:pt x="27023" y="1242"/>
                  <a:pt x="26956" y="993"/>
                </a:cubicBezTo>
                <a:cubicBezTo>
                  <a:pt x="26910" y="826"/>
                  <a:pt x="26721" y="739"/>
                  <a:pt x="26536" y="739"/>
                </a:cubicBezTo>
                <a:close/>
                <a:moveTo>
                  <a:pt x="33642" y="1483"/>
                </a:moveTo>
                <a:cubicBezTo>
                  <a:pt x="33504" y="1483"/>
                  <a:pt x="33365" y="1548"/>
                  <a:pt x="33327" y="1678"/>
                </a:cubicBezTo>
                <a:cubicBezTo>
                  <a:pt x="33266" y="1898"/>
                  <a:pt x="33244" y="2085"/>
                  <a:pt x="33307" y="2306"/>
                </a:cubicBezTo>
                <a:cubicBezTo>
                  <a:pt x="33348" y="2444"/>
                  <a:pt x="33495" y="2514"/>
                  <a:pt x="33641" y="2514"/>
                </a:cubicBezTo>
                <a:cubicBezTo>
                  <a:pt x="33787" y="2514"/>
                  <a:pt x="33933" y="2444"/>
                  <a:pt x="33974" y="2306"/>
                </a:cubicBezTo>
                <a:cubicBezTo>
                  <a:pt x="34039" y="2085"/>
                  <a:pt x="34018" y="1896"/>
                  <a:pt x="33957" y="1678"/>
                </a:cubicBezTo>
                <a:cubicBezTo>
                  <a:pt x="33919" y="1548"/>
                  <a:pt x="33781" y="1483"/>
                  <a:pt x="33642" y="1483"/>
                </a:cubicBezTo>
                <a:close/>
                <a:moveTo>
                  <a:pt x="38876" y="1555"/>
                </a:moveTo>
                <a:cubicBezTo>
                  <a:pt x="38773" y="1555"/>
                  <a:pt x="38670" y="1597"/>
                  <a:pt x="38605" y="1681"/>
                </a:cubicBezTo>
                <a:cubicBezTo>
                  <a:pt x="38384" y="1970"/>
                  <a:pt x="38467" y="2412"/>
                  <a:pt x="38615" y="2712"/>
                </a:cubicBezTo>
                <a:cubicBezTo>
                  <a:pt x="38667" y="2820"/>
                  <a:pt x="38771" y="2873"/>
                  <a:pt x="38875" y="2873"/>
                </a:cubicBezTo>
                <a:cubicBezTo>
                  <a:pt x="38979" y="2873"/>
                  <a:pt x="39083" y="2820"/>
                  <a:pt x="39135" y="2712"/>
                </a:cubicBezTo>
                <a:cubicBezTo>
                  <a:pt x="39285" y="2412"/>
                  <a:pt x="39368" y="1972"/>
                  <a:pt x="39147" y="1681"/>
                </a:cubicBezTo>
                <a:cubicBezTo>
                  <a:pt x="39082" y="1597"/>
                  <a:pt x="38979" y="1555"/>
                  <a:pt x="38876" y="1555"/>
                </a:cubicBezTo>
                <a:close/>
                <a:moveTo>
                  <a:pt x="19131" y="1460"/>
                </a:moveTo>
                <a:cubicBezTo>
                  <a:pt x="18931" y="1460"/>
                  <a:pt x="18732" y="1552"/>
                  <a:pt x="18686" y="1738"/>
                </a:cubicBezTo>
                <a:cubicBezTo>
                  <a:pt x="18611" y="2049"/>
                  <a:pt x="18567" y="2389"/>
                  <a:pt x="18580" y="2706"/>
                </a:cubicBezTo>
                <a:cubicBezTo>
                  <a:pt x="18586" y="2884"/>
                  <a:pt x="18789" y="3033"/>
                  <a:pt x="18989" y="3033"/>
                </a:cubicBezTo>
                <a:cubicBezTo>
                  <a:pt x="19077" y="3033"/>
                  <a:pt x="19165" y="3004"/>
                  <a:pt x="19234" y="2934"/>
                </a:cubicBezTo>
                <a:cubicBezTo>
                  <a:pt x="19566" y="2600"/>
                  <a:pt x="19689" y="2165"/>
                  <a:pt x="19580" y="1738"/>
                </a:cubicBezTo>
                <a:cubicBezTo>
                  <a:pt x="19533" y="1553"/>
                  <a:pt x="19332" y="1460"/>
                  <a:pt x="19131" y="1460"/>
                </a:cubicBezTo>
                <a:close/>
                <a:moveTo>
                  <a:pt x="12069" y="2343"/>
                </a:moveTo>
                <a:cubicBezTo>
                  <a:pt x="11939" y="2343"/>
                  <a:pt x="11809" y="2394"/>
                  <a:pt x="11750" y="2495"/>
                </a:cubicBezTo>
                <a:cubicBezTo>
                  <a:pt x="11725" y="2539"/>
                  <a:pt x="11699" y="2585"/>
                  <a:pt x="11684" y="2632"/>
                </a:cubicBezTo>
                <a:cubicBezTo>
                  <a:pt x="11661" y="2713"/>
                  <a:pt x="11675" y="2775"/>
                  <a:pt x="11690" y="2856"/>
                </a:cubicBezTo>
                <a:cubicBezTo>
                  <a:pt x="11699" y="2916"/>
                  <a:pt x="11710" y="2974"/>
                  <a:pt x="11721" y="3032"/>
                </a:cubicBezTo>
                <a:cubicBezTo>
                  <a:pt x="11742" y="3154"/>
                  <a:pt x="11919" y="3256"/>
                  <a:pt x="12059" y="3256"/>
                </a:cubicBezTo>
                <a:cubicBezTo>
                  <a:pt x="12063" y="3256"/>
                  <a:pt x="12067" y="3256"/>
                  <a:pt x="12071" y="3256"/>
                </a:cubicBezTo>
                <a:cubicBezTo>
                  <a:pt x="12136" y="3254"/>
                  <a:pt x="12199" y="3240"/>
                  <a:pt x="12256" y="3214"/>
                </a:cubicBezTo>
                <a:cubicBezTo>
                  <a:pt x="12324" y="3183"/>
                  <a:pt x="12411" y="3099"/>
                  <a:pt x="12423" y="3032"/>
                </a:cubicBezTo>
                <a:cubicBezTo>
                  <a:pt x="12433" y="2974"/>
                  <a:pt x="12442" y="2914"/>
                  <a:pt x="12453" y="2856"/>
                </a:cubicBezTo>
                <a:cubicBezTo>
                  <a:pt x="12464" y="2775"/>
                  <a:pt x="12478" y="2713"/>
                  <a:pt x="12455" y="2632"/>
                </a:cubicBezTo>
                <a:cubicBezTo>
                  <a:pt x="12442" y="2583"/>
                  <a:pt x="12417" y="2539"/>
                  <a:pt x="12389" y="2495"/>
                </a:cubicBezTo>
                <a:cubicBezTo>
                  <a:pt x="12330" y="2394"/>
                  <a:pt x="12199" y="2343"/>
                  <a:pt x="12069" y="2343"/>
                </a:cubicBezTo>
                <a:close/>
                <a:moveTo>
                  <a:pt x="35553" y="2031"/>
                </a:moveTo>
                <a:cubicBezTo>
                  <a:pt x="35390" y="2031"/>
                  <a:pt x="35229" y="2128"/>
                  <a:pt x="35185" y="2263"/>
                </a:cubicBezTo>
                <a:cubicBezTo>
                  <a:pt x="35120" y="2459"/>
                  <a:pt x="35203" y="2696"/>
                  <a:pt x="35152" y="2866"/>
                </a:cubicBezTo>
                <a:cubicBezTo>
                  <a:pt x="35080" y="3104"/>
                  <a:pt x="35307" y="3275"/>
                  <a:pt x="35540" y="3275"/>
                </a:cubicBezTo>
                <a:cubicBezTo>
                  <a:pt x="35662" y="3275"/>
                  <a:pt x="35785" y="3228"/>
                  <a:pt x="35867" y="3119"/>
                </a:cubicBezTo>
                <a:cubicBezTo>
                  <a:pt x="36104" y="2805"/>
                  <a:pt x="36148" y="2303"/>
                  <a:pt x="35733" y="2077"/>
                </a:cubicBezTo>
                <a:cubicBezTo>
                  <a:pt x="35677" y="2045"/>
                  <a:pt x="35615" y="2031"/>
                  <a:pt x="35553" y="2031"/>
                </a:cubicBezTo>
                <a:close/>
                <a:moveTo>
                  <a:pt x="42154" y="2093"/>
                </a:moveTo>
                <a:cubicBezTo>
                  <a:pt x="41990" y="2093"/>
                  <a:pt x="41825" y="2170"/>
                  <a:pt x="41781" y="2325"/>
                </a:cubicBezTo>
                <a:cubicBezTo>
                  <a:pt x="41687" y="2661"/>
                  <a:pt x="41733" y="2994"/>
                  <a:pt x="41809" y="3328"/>
                </a:cubicBezTo>
                <a:cubicBezTo>
                  <a:pt x="41842" y="3472"/>
                  <a:pt x="41998" y="3543"/>
                  <a:pt x="42155" y="3543"/>
                </a:cubicBezTo>
                <a:cubicBezTo>
                  <a:pt x="42311" y="3543"/>
                  <a:pt x="42468" y="3472"/>
                  <a:pt x="42500" y="3328"/>
                </a:cubicBezTo>
                <a:cubicBezTo>
                  <a:pt x="42577" y="2995"/>
                  <a:pt x="42622" y="2663"/>
                  <a:pt x="42527" y="2325"/>
                </a:cubicBezTo>
                <a:cubicBezTo>
                  <a:pt x="42484" y="2170"/>
                  <a:pt x="42319" y="2093"/>
                  <a:pt x="42154" y="2093"/>
                </a:cubicBezTo>
                <a:close/>
                <a:moveTo>
                  <a:pt x="30854" y="2309"/>
                </a:moveTo>
                <a:cubicBezTo>
                  <a:pt x="30672" y="2309"/>
                  <a:pt x="30552" y="2412"/>
                  <a:pt x="30486" y="2543"/>
                </a:cubicBezTo>
                <a:cubicBezTo>
                  <a:pt x="30358" y="2805"/>
                  <a:pt x="30384" y="3128"/>
                  <a:pt x="30387" y="3407"/>
                </a:cubicBezTo>
                <a:cubicBezTo>
                  <a:pt x="30387" y="3570"/>
                  <a:pt x="30537" y="3714"/>
                  <a:pt x="30730" y="3734"/>
                </a:cubicBezTo>
                <a:cubicBezTo>
                  <a:pt x="30745" y="3736"/>
                  <a:pt x="30760" y="3736"/>
                  <a:pt x="30775" y="3736"/>
                </a:cubicBezTo>
                <a:cubicBezTo>
                  <a:pt x="30942" y="3736"/>
                  <a:pt x="31136" y="3648"/>
                  <a:pt x="31165" y="3496"/>
                </a:cubicBezTo>
                <a:cubicBezTo>
                  <a:pt x="31222" y="3185"/>
                  <a:pt x="31312" y="2856"/>
                  <a:pt x="31222" y="2543"/>
                </a:cubicBezTo>
                <a:cubicBezTo>
                  <a:pt x="31181" y="2407"/>
                  <a:pt x="31017" y="2309"/>
                  <a:pt x="30854" y="2309"/>
                </a:cubicBezTo>
                <a:close/>
                <a:moveTo>
                  <a:pt x="14779" y="2418"/>
                </a:moveTo>
                <a:cubicBezTo>
                  <a:pt x="14600" y="2418"/>
                  <a:pt x="14429" y="2499"/>
                  <a:pt x="14393" y="2680"/>
                </a:cubicBezTo>
                <a:cubicBezTo>
                  <a:pt x="14338" y="2952"/>
                  <a:pt x="14265" y="3215"/>
                  <a:pt x="14263" y="3494"/>
                </a:cubicBezTo>
                <a:cubicBezTo>
                  <a:pt x="14261" y="3692"/>
                  <a:pt x="14453" y="3807"/>
                  <a:pt x="14648" y="3807"/>
                </a:cubicBezTo>
                <a:cubicBezTo>
                  <a:pt x="14773" y="3807"/>
                  <a:pt x="14900" y="3759"/>
                  <a:pt x="14977" y="3656"/>
                </a:cubicBezTo>
                <a:cubicBezTo>
                  <a:pt x="15178" y="3385"/>
                  <a:pt x="15233" y="3091"/>
                  <a:pt x="15245" y="2776"/>
                </a:cubicBezTo>
                <a:cubicBezTo>
                  <a:pt x="15253" y="2551"/>
                  <a:pt x="15009" y="2418"/>
                  <a:pt x="14779" y="2418"/>
                </a:cubicBezTo>
                <a:close/>
                <a:moveTo>
                  <a:pt x="45205" y="2793"/>
                </a:moveTo>
                <a:cubicBezTo>
                  <a:pt x="45094" y="2793"/>
                  <a:pt x="44986" y="2836"/>
                  <a:pt x="44934" y="2930"/>
                </a:cubicBezTo>
                <a:cubicBezTo>
                  <a:pt x="44752" y="3259"/>
                  <a:pt x="44784" y="3686"/>
                  <a:pt x="44848" y="4039"/>
                </a:cubicBezTo>
                <a:cubicBezTo>
                  <a:pt x="44871" y="4165"/>
                  <a:pt x="45003" y="4226"/>
                  <a:pt x="45139" y="4226"/>
                </a:cubicBezTo>
                <a:cubicBezTo>
                  <a:pt x="45251" y="4226"/>
                  <a:pt x="45365" y="4184"/>
                  <a:pt x="45421" y="4102"/>
                </a:cubicBezTo>
                <a:cubicBezTo>
                  <a:pt x="45642" y="3772"/>
                  <a:pt x="45749" y="3273"/>
                  <a:pt x="45509" y="2930"/>
                </a:cubicBezTo>
                <a:cubicBezTo>
                  <a:pt x="45448" y="2843"/>
                  <a:pt x="45325" y="2793"/>
                  <a:pt x="45205" y="2793"/>
                </a:cubicBezTo>
                <a:close/>
                <a:moveTo>
                  <a:pt x="27509" y="3309"/>
                </a:moveTo>
                <a:cubicBezTo>
                  <a:pt x="27393" y="3309"/>
                  <a:pt x="27268" y="3368"/>
                  <a:pt x="27228" y="3467"/>
                </a:cubicBezTo>
                <a:cubicBezTo>
                  <a:pt x="27097" y="3782"/>
                  <a:pt x="26907" y="4144"/>
                  <a:pt x="27016" y="4483"/>
                </a:cubicBezTo>
                <a:cubicBezTo>
                  <a:pt x="27050" y="4588"/>
                  <a:pt x="27150" y="4637"/>
                  <a:pt x="27256" y="4637"/>
                </a:cubicBezTo>
                <a:cubicBezTo>
                  <a:pt x="27324" y="4637"/>
                  <a:pt x="27394" y="4617"/>
                  <a:pt x="27452" y="4579"/>
                </a:cubicBezTo>
                <a:cubicBezTo>
                  <a:pt x="27831" y="4324"/>
                  <a:pt x="27814" y="3829"/>
                  <a:pt x="27735" y="3467"/>
                </a:cubicBezTo>
                <a:cubicBezTo>
                  <a:pt x="27712" y="3357"/>
                  <a:pt x="27614" y="3309"/>
                  <a:pt x="27509" y="3309"/>
                </a:cubicBezTo>
                <a:close/>
                <a:moveTo>
                  <a:pt x="48928" y="3715"/>
                </a:moveTo>
                <a:cubicBezTo>
                  <a:pt x="48779" y="3715"/>
                  <a:pt x="48631" y="3784"/>
                  <a:pt x="48597" y="3920"/>
                </a:cubicBezTo>
                <a:cubicBezTo>
                  <a:pt x="48503" y="4304"/>
                  <a:pt x="48419" y="4800"/>
                  <a:pt x="48727" y="5124"/>
                </a:cubicBezTo>
                <a:cubicBezTo>
                  <a:pt x="48771" y="5171"/>
                  <a:pt x="48849" y="5194"/>
                  <a:pt x="48928" y="5194"/>
                </a:cubicBezTo>
                <a:cubicBezTo>
                  <a:pt x="49007" y="5194"/>
                  <a:pt x="49086" y="5171"/>
                  <a:pt x="49129" y="5124"/>
                </a:cubicBezTo>
                <a:cubicBezTo>
                  <a:pt x="49436" y="4800"/>
                  <a:pt x="49353" y="4304"/>
                  <a:pt x="49259" y="3920"/>
                </a:cubicBezTo>
                <a:cubicBezTo>
                  <a:pt x="49225" y="3784"/>
                  <a:pt x="49076" y="3715"/>
                  <a:pt x="48928" y="3715"/>
                </a:cubicBezTo>
                <a:close/>
                <a:moveTo>
                  <a:pt x="37614" y="4214"/>
                </a:moveTo>
                <a:cubicBezTo>
                  <a:pt x="37514" y="4214"/>
                  <a:pt x="37416" y="4255"/>
                  <a:pt x="37357" y="4337"/>
                </a:cubicBezTo>
                <a:cubicBezTo>
                  <a:pt x="37280" y="4442"/>
                  <a:pt x="37279" y="4563"/>
                  <a:pt x="37260" y="4682"/>
                </a:cubicBezTo>
                <a:cubicBezTo>
                  <a:pt x="37241" y="4810"/>
                  <a:pt x="37228" y="4938"/>
                  <a:pt x="37209" y="5066"/>
                </a:cubicBezTo>
                <a:cubicBezTo>
                  <a:pt x="37185" y="5248"/>
                  <a:pt x="37381" y="5358"/>
                  <a:pt x="37573" y="5358"/>
                </a:cubicBezTo>
                <a:cubicBezTo>
                  <a:pt x="37694" y="5358"/>
                  <a:pt x="37813" y="5314"/>
                  <a:pt x="37873" y="5217"/>
                </a:cubicBezTo>
                <a:cubicBezTo>
                  <a:pt x="38035" y="4955"/>
                  <a:pt x="38132" y="4513"/>
                  <a:pt x="37833" y="4287"/>
                </a:cubicBezTo>
                <a:cubicBezTo>
                  <a:pt x="37770" y="4238"/>
                  <a:pt x="37691" y="4214"/>
                  <a:pt x="37614" y="4214"/>
                </a:cubicBezTo>
                <a:close/>
                <a:moveTo>
                  <a:pt x="24197" y="4099"/>
                </a:moveTo>
                <a:cubicBezTo>
                  <a:pt x="24094" y="4099"/>
                  <a:pt x="23994" y="4145"/>
                  <a:pt x="23926" y="4223"/>
                </a:cubicBezTo>
                <a:cubicBezTo>
                  <a:pt x="23817" y="4349"/>
                  <a:pt x="23823" y="4516"/>
                  <a:pt x="23801" y="4667"/>
                </a:cubicBezTo>
                <a:cubicBezTo>
                  <a:pt x="23778" y="4825"/>
                  <a:pt x="23766" y="4974"/>
                  <a:pt x="23760" y="5131"/>
                </a:cubicBezTo>
                <a:cubicBezTo>
                  <a:pt x="23754" y="5311"/>
                  <a:pt x="23963" y="5438"/>
                  <a:pt x="24157" y="5438"/>
                </a:cubicBezTo>
                <a:cubicBezTo>
                  <a:pt x="24274" y="5438"/>
                  <a:pt x="24386" y="5392"/>
                  <a:pt x="24442" y="5285"/>
                </a:cubicBezTo>
                <a:cubicBezTo>
                  <a:pt x="24609" y="4971"/>
                  <a:pt x="24745" y="4444"/>
                  <a:pt x="24403" y="4172"/>
                </a:cubicBezTo>
                <a:cubicBezTo>
                  <a:pt x="24341" y="4121"/>
                  <a:pt x="24268" y="4099"/>
                  <a:pt x="24197" y="4099"/>
                </a:cubicBezTo>
                <a:close/>
                <a:moveTo>
                  <a:pt x="33430" y="4074"/>
                </a:moveTo>
                <a:cubicBezTo>
                  <a:pt x="33364" y="4074"/>
                  <a:pt x="33298" y="4095"/>
                  <a:pt x="33243" y="4138"/>
                </a:cubicBezTo>
                <a:cubicBezTo>
                  <a:pt x="33090" y="4259"/>
                  <a:pt x="33087" y="4415"/>
                  <a:pt x="33061" y="4579"/>
                </a:cubicBezTo>
                <a:cubicBezTo>
                  <a:pt x="33033" y="4737"/>
                  <a:pt x="32993" y="4897"/>
                  <a:pt x="32946" y="5051"/>
                </a:cubicBezTo>
                <a:cubicBezTo>
                  <a:pt x="32871" y="5291"/>
                  <a:pt x="33105" y="5448"/>
                  <a:pt x="33332" y="5448"/>
                </a:cubicBezTo>
                <a:cubicBezTo>
                  <a:pt x="33482" y="5448"/>
                  <a:pt x="33628" y="5379"/>
                  <a:pt x="33680" y="5221"/>
                </a:cubicBezTo>
                <a:cubicBezTo>
                  <a:pt x="33778" y="4929"/>
                  <a:pt x="33948" y="4369"/>
                  <a:pt x="33625" y="4138"/>
                </a:cubicBezTo>
                <a:cubicBezTo>
                  <a:pt x="33567" y="4097"/>
                  <a:pt x="33498" y="4074"/>
                  <a:pt x="33430" y="4074"/>
                </a:cubicBezTo>
                <a:close/>
                <a:moveTo>
                  <a:pt x="17247" y="3637"/>
                </a:moveTo>
                <a:cubicBezTo>
                  <a:pt x="17085" y="3637"/>
                  <a:pt x="16929" y="3712"/>
                  <a:pt x="16886" y="3879"/>
                </a:cubicBezTo>
                <a:cubicBezTo>
                  <a:pt x="16782" y="4276"/>
                  <a:pt x="16716" y="4759"/>
                  <a:pt x="16742" y="5165"/>
                </a:cubicBezTo>
                <a:cubicBezTo>
                  <a:pt x="16755" y="5364"/>
                  <a:pt x="16949" y="5488"/>
                  <a:pt x="17145" y="5488"/>
                </a:cubicBezTo>
                <a:cubicBezTo>
                  <a:pt x="17267" y="5488"/>
                  <a:pt x="17390" y="5440"/>
                  <a:pt x="17471" y="5330"/>
                </a:cubicBezTo>
                <a:cubicBezTo>
                  <a:pt x="17766" y="4926"/>
                  <a:pt x="17839" y="4333"/>
                  <a:pt x="17664" y="3879"/>
                </a:cubicBezTo>
                <a:cubicBezTo>
                  <a:pt x="17604" y="3724"/>
                  <a:pt x="17422" y="3637"/>
                  <a:pt x="17247" y="3637"/>
                </a:cubicBezTo>
                <a:close/>
                <a:moveTo>
                  <a:pt x="41147" y="4396"/>
                </a:moveTo>
                <a:cubicBezTo>
                  <a:pt x="41047" y="4396"/>
                  <a:pt x="40949" y="4437"/>
                  <a:pt x="40890" y="4519"/>
                </a:cubicBezTo>
                <a:cubicBezTo>
                  <a:pt x="40813" y="4624"/>
                  <a:pt x="40812" y="4745"/>
                  <a:pt x="40793" y="4864"/>
                </a:cubicBezTo>
                <a:cubicBezTo>
                  <a:pt x="40774" y="4992"/>
                  <a:pt x="40761" y="5120"/>
                  <a:pt x="40742" y="5248"/>
                </a:cubicBezTo>
                <a:cubicBezTo>
                  <a:pt x="40718" y="5430"/>
                  <a:pt x="40914" y="5540"/>
                  <a:pt x="41106" y="5540"/>
                </a:cubicBezTo>
                <a:cubicBezTo>
                  <a:pt x="41227" y="5540"/>
                  <a:pt x="41346" y="5496"/>
                  <a:pt x="41406" y="5399"/>
                </a:cubicBezTo>
                <a:cubicBezTo>
                  <a:pt x="41566" y="5137"/>
                  <a:pt x="41665" y="4697"/>
                  <a:pt x="41366" y="4468"/>
                </a:cubicBezTo>
                <a:cubicBezTo>
                  <a:pt x="41303" y="4420"/>
                  <a:pt x="41224" y="4396"/>
                  <a:pt x="41147" y="4396"/>
                </a:cubicBezTo>
                <a:close/>
                <a:moveTo>
                  <a:pt x="20772" y="4209"/>
                </a:moveTo>
                <a:cubicBezTo>
                  <a:pt x="20661" y="4209"/>
                  <a:pt x="20553" y="4253"/>
                  <a:pt x="20493" y="4353"/>
                </a:cubicBezTo>
                <a:cubicBezTo>
                  <a:pt x="20303" y="4673"/>
                  <a:pt x="20320" y="5016"/>
                  <a:pt x="20379" y="5362"/>
                </a:cubicBezTo>
                <a:cubicBezTo>
                  <a:pt x="20400" y="5490"/>
                  <a:pt x="20584" y="5583"/>
                  <a:pt x="20727" y="5583"/>
                </a:cubicBezTo>
                <a:cubicBezTo>
                  <a:pt x="20889" y="5583"/>
                  <a:pt x="21030" y="5489"/>
                  <a:pt x="21075" y="5362"/>
                </a:cubicBezTo>
                <a:cubicBezTo>
                  <a:pt x="21183" y="5061"/>
                  <a:pt x="21255" y="4727"/>
                  <a:pt x="21139" y="4425"/>
                </a:cubicBezTo>
                <a:cubicBezTo>
                  <a:pt x="21088" y="4292"/>
                  <a:pt x="20927" y="4209"/>
                  <a:pt x="20772" y="4209"/>
                </a:cubicBezTo>
                <a:close/>
                <a:moveTo>
                  <a:pt x="43296" y="4493"/>
                </a:moveTo>
                <a:cubicBezTo>
                  <a:pt x="43096" y="4493"/>
                  <a:pt x="42981" y="4624"/>
                  <a:pt x="42959" y="4775"/>
                </a:cubicBezTo>
                <a:cubicBezTo>
                  <a:pt x="42930" y="4986"/>
                  <a:pt x="42911" y="5184"/>
                  <a:pt x="42952" y="5393"/>
                </a:cubicBezTo>
                <a:cubicBezTo>
                  <a:pt x="42980" y="5535"/>
                  <a:pt x="43138" y="5607"/>
                  <a:pt x="43296" y="5607"/>
                </a:cubicBezTo>
                <a:cubicBezTo>
                  <a:pt x="43453" y="5607"/>
                  <a:pt x="43611" y="5535"/>
                  <a:pt x="43640" y="5393"/>
                </a:cubicBezTo>
                <a:cubicBezTo>
                  <a:pt x="43682" y="5184"/>
                  <a:pt x="43661" y="4986"/>
                  <a:pt x="43632" y="4775"/>
                </a:cubicBezTo>
                <a:cubicBezTo>
                  <a:pt x="43610" y="4624"/>
                  <a:pt x="43493" y="4493"/>
                  <a:pt x="43296" y="4493"/>
                </a:cubicBezTo>
                <a:close/>
                <a:moveTo>
                  <a:pt x="12067" y="4320"/>
                </a:moveTo>
                <a:cubicBezTo>
                  <a:pt x="11994" y="4320"/>
                  <a:pt x="11922" y="4342"/>
                  <a:pt x="11870" y="4384"/>
                </a:cubicBezTo>
                <a:cubicBezTo>
                  <a:pt x="11721" y="4512"/>
                  <a:pt x="11689" y="4682"/>
                  <a:pt x="11641" y="4851"/>
                </a:cubicBezTo>
                <a:cubicBezTo>
                  <a:pt x="11591" y="5030"/>
                  <a:pt x="11558" y="5200"/>
                  <a:pt x="11566" y="5381"/>
                </a:cubicBezTo>
                <a:cubicBezTo>
                  <a:pt x="11575" y="5564"/>
                  <a:pt x="11736" y="5659"/>
                  <a:pt x="11900" y="5659"/>
                </a:cubicBezTo>
                <a:cubicBezTo>
                  <a:pt x="12037" y="5659"/>
                  <a:pt x="12176" y="5594"/>
                  <a:pt x="12235" y="5458"/>
                </a:cubicBezTo>
                <a:cubicBezTo>
                  <a:pt x="12309" y="5285"/>
                  <a:pt x="12334" y="5115"/>
                  <a:pt x="12353" y="4931"/>
                </a:cubicBezTo>
                <a:cubicBezTo>
                  <a:pt x="12372" y="4756"/>
                  <a:pt x="12398" y="4595"/>
                  <a:pt x="12299" y="4432"/>
                </a:cubicBezTo>
                <a:cubicBezTo>
                  <a:pt x="12254" y="4356"/>
                  <a:pt x="12161" y="4320"/>
                  <a:pt x="12067" y="4320"/>
                </a:cubicBezTo>
                <a:close/>
                <a:moveTo>
                  <a:pt x="8875" y="4572"/>
                </a:moveTo>
                <a:cubicBezTo>
                  <a:pt x="8716" y="4572"/>
                  <a:pt x="8586" y="4656"/>
                  <a:pt x="8535" y="4785"/>
                </a:cubicBezTo>
                <a:cubicBezTo>
                  <a:pt x="8449" y="5006"/>
                  <a:pt x="8393" y="5255"/>
                  <a:pt x="8471" y="5479"/>
                </a:cubicBezTo>
                <a:cubicBezTo>
                  <a:pt x="8517" y="5609"/>
                  <a:pt x="8665" y="5684"/>
                  <a:pt x="8811" y="5684"/>
                </a:cubicBezTo>
                <a:cubicBezTo>
                  <a:pt x="8922" y="5684"/>
                  <a:pt x="9031" y="5641"/>
                  <a:pt x="9095" y="5547"/>
                </a:cubicBezTo>
                <a:cubicBezTo>
                  <a:pt x="9233" y="5341"/>
                  <a:pt x="9249" y="5096"/>
                  <a:pt x="9224" y="4864"/>
                </a:cubicBezTo>
                <a:cubicBezTo>
                  <a:pt x="9207" y="4718"/>
                  <a:pt x="9102" y="4593"/>
                  <a:pt x="8920" y="4574"/>
                </a:cubicBezTo>
                <a:cubicBezTo>
                  <a:pt x="8905" y="4573"/>
                  <a:pt x="8890" y="4572"/>
                  <a:pt x="8875" y="4572"/>
                </a:cubicBezTo>
                <a:close/>
                <a:moveTo>
                  <a:pt x="30109" y="4705"/>
                </a:moveTo>
                <a:cubicBezTo>
                  <a:pt x="30004" y="4705"/>
                  <a:pt x="29899" y="4747"/>
                  <a:pt x="29830" y="4836"/>
                </a:cubicBezTo>
                <a:cubicBezTo>
                  <a:pt x="29714" y="4987"/>
                  <a:pt x="29697" y="5205"/>
                  <a:pt x="29720" y="5381"/>
                </a:cubicBezTo>
                <a:cubicBezTo>
                  <a:pt x="29745" y="5567"/>
                  <a:pt x="29836" y="5714"/>
                  <a:pt x="29982" y="5852"/>
                </a:cubicBezTo>
                <a:cubicBezTo>
                  <a:pt x="30028" y="5897"/>
                  <a:pt x="30093" y="5917"/>
                  <a:pt x="30158" y="5917"/>
                </a:cubicBezTo>
                <a:cubicBezTo>
                  <a:pt x="30274" y="5917"/>
                  <a:pt x="30393" y="5854"/>
                  <a:pt x="30422" y="5755"/>
                </a:cubicBezTo>
                <a:cubicBezTo>
                  <a:pt x="30460" y="5617"/>
                  <a:pt x="30489" y="5480"/>
                  <a:pt x="30485" y="5338"/>
                </a:cubicBezTo>
                <a:cubicBezTo>
                  <a:pt x="30480" y="5200"/>
                  <a:pt x="30483" y="5032"/>
                  <a:pt x="30431" y="4902"/>
                </a:cubicBezTo>
                <a:cubicBezTo>
                  <a:pt x="30378" y="4775"/>
                  <a:pt x="30244" y="4705"/>
                  <a:pt x="30109" y="4705"/>
                </a:cubicBezTo>
                <a:close/>
                <a:moveTo>
                  <a:pt x="52778" y="4685"/>
                </a:moveTo>
                <a:cubicBezTo>
                  <a:pt x="52630" y="4685"/>
                  <a:pt x="52484" y="4758"/>
                  <a:pt x="52428" y="4904"/>
                </a:cubicBezTo>
                <a:cubicBezTo>
                  <a:pt x="52348" y="5111"/>
                  <a:pt x="52337" y="5349"/>
                  <a:pt x="52290" y="5563"/>
                </a:cubicBezTo>
                <a:cubicBezTo>
                  <a:pt x="52242" y="5779"/>
                  <a:pt x="52445" y="5942"/>
                  <a:pt x="52652" y="5942"/>
                </a:cubicBezTo>
                <a:cubicBezTo>
                  <a:pt x="52759" y="5942"/>
                  <a:pt x="52868" y="5898"/>
                  <a:pt x="52945" y="5796"/>
                </a:cubicBezTo>
                <a:cubicBezTo>
                  <a:pt x="53132" y="5546"/>
                  <a:pt x="53250" y="5198"/>
                  <a:pt x="53134" y="4904"/>
                </a:cubicBezTo>
                <a:cubicBezTo>
                  <a:pt x="53076" y="4759"/>
                  <a:pt x="52926" y="4685"/>
                  <a:pt x="52778" y="4685"/>
                </a:cubicBezTo>
                <a:close/>
                <a:moveTo>
                  <a:pt x="46090" y="4882"/>
                </a:moveTo>
                <a:cubicBezTo>
                  <a:pt x="46004" y="4882"/>
                  <a:pt x="45916" y="4913"/>
                  <a:pt x="45855" y="4960"/>
                </a:cubicBezTo>
                <a:cubicBezTo>
                  <a:pt x="45618" y="5139"/>
                  <a:pt x="45681" y="5502"/>
                  <a:pt x="45652" y="5745"/>
                </a:cubicBezTo>
                <a:cubicBezTo>
                  <a:pt x="45630" y="5922"/>
                  <a:pt x="45834" y="6039"/>
                  <a:pt x="46026" y="6039"/>
                </a:cubicBezTo>
                <a:cubicBezTo>
                  <a:pt x="46143" y="6039"/>
                  <a:pt x="46256" y="5995"/>
                  <a:pt x="46309" y="5895"/>
                </a:cubicBezTo>
                <a:cubicBezTo>
                  <a:pt x="46469" y="5595"/>
                  <a:pt x="46616" y="5146"/>
                  <a:pt x="46235" y="4919"/>
                </a:cubicBezTo>
                <a:cubicBezTo>
                  <a:pt x="46191" y="4893"/>
                  <a:pt x="46141" y="4882"/>
                  <a:pt x="46090" y="4882"/>
                </a:cubicBezTo>
                <a:close/>
                <a:moveTo>
                  <a:pt x="5970" y="4858"/>
                </a:moveTo>
                <a:cubicBezTo>
                  <a:pt x="5924" y="4858"/>
                  <a:pt x="5878" y="4868"/>
                  <a:pt x="5840" y="4887"/>
                </a:cubicBezTo>
                <a:cubicBezTo>
                  <a:pt x="5664" y="4977"/>
                  <a:pt x="5636" y="5147"/>
                  <a:pt x="5587" y="5304"/>
                </a:cubicBezTo>
                <a:cubicBezTo>
                  <a:pt x="5536" y="5466"/>
                  <a:pt x="5460" y="5626"/>
                  <a:pt x="5483" y="5796"/>
                </a:cubicBezTo>
                <a:cubicBezTo>
                  <a:pt x="5499" y="5916"/>
                  <a:pt x="5560" y="6021"/>
                  <a:pt x="5701" y="6069"/>
                </a:cubicBezTo>
                <a:cubicBezTo>
                  <a:pt x="5745" y="6084"/>
                  <a:pt x="5795" y="6091"/>
                  <a:pt x="5846" y="6091"/>
                </a:cubicBezTo>
                <a:cubicBezTo>
                  <a:pt x="5937" y="6091"/>
                  <a:pt x="6030" y="6066"/>
                  <a:pt x="6090" y="6007"/>
                </a:cubicBezTo>
                <a:cubicBezTo>
                  <a:pt x="6268" y="5835"/>
                  <a:pt x="6315" y="5639"/>
                  <a:pt x="6319" y="5413"/>
                </a:cubicBezTo>
                <a:cubicBezTo>
                  <a:pt x="6324" y="5224"/>
                  <a:pt x="6309" y="4995"/>
                  <a:pt x="6098" y="4887"/>
                </a:cubicBezTo>
                <a:cubicBezTo>
                  <a:pt x="6060" y="4868"/>
                  <a:pt x="6015" y="4858"/>
                  <a:pt x="5970" y="4858"/>
                </a:cubicBezTo>
                <a:close/>
                <a:moveTo>
                  <a:pt x="47645" y="6792"/>
                </a:moveTo>
                <a:cubicBezTo>
                  <a:pt x="47509" y="6792"/>
                  <a:pt x="47375" y="6846"/>
                  <a:pt x="47303" y="6954"/>
                </a:cubicBezTo>
                <a:cubicBezTo>
                  <a:pt x="47212" y="7093"/>
                  <a:pt x="47212" y="7238"/>
                  <a:pt x="47203" y="7391"/>
                </a:cubicBezTo>
                <a:cubicBezTo>
                  <a:pt x="47194" y="7545"/>
                  <a:pt x="47219" y="7686"/>
                  <a:pt x="47327" y="7815"/>
                </a:cubicBezTo>
                <a:cubicBezTo>
                  <a:pt x="47410" y="7914"/>
                  <a:pt x="47527" y="7963"/>
                  <a:pt x="47645" y="7963"/>
                </a:cubicBezTo>
                <a:cubicBezTo>
                  <a:pt x="47762" y="7963"/>
                  <a:pt x="47880" y="7914"/>
                  <a:pt x="47962" y="7815"/>
                </a:cubicBezTo>
                <a:cubicBezTo>
                  <a:pt x="48072" y="7686"/>
                  <a:pt x="48096" y="7545"/>
                  <a:pt x="48087" y="7391"/>
                </a:cubicBezTo>
                <a:cubicBezTo>
                  <a:pt x="48077" y="7238"/>
                  <a:pt x="48077" y="7090"/>
                  <a:pt x="47987" y="6954"/>
                </a:cubicBezTo>
                <a:cubicBezTo>
                  <a:pt x="47915" y="6846"/>
                  <a:pt x="47780" y="6792"/>
                  <a:pt x="47645" y="6792"/>
                </a:cubicBezTo>
                <a:close/>
                <a:moveTo>
                  <a:pt x="8220" y="6647"/>
                </a:moveTo>
                <a:cubicBezTo>
                  <a:pt x="8123" y="6647"/>
                  <a:pt x="8025" y="6688"/>
                  <a:pt x="7954" y="6770"/>
                </a:cubicBezTo>
                <a:cubicBezTo>
                  <a:pt x="7741" y="7016"/>
                  <a:pt x="7788" y="7394"/>
                  <a:pt x="7799" y="7679"/>
                </a:cubicBezTo>
                <a:cubicBezTo>
                  <a:pt x="7807" y="7906"/>
                  <a:pt x="8013" y="8020"/>
                  <a:pt x="8220" y="8020"/>
                </a:cubicBezTo>
                <a:cubicBezTo>
                  <a:pt x="8426" y="8020"/>
                  <a:pt x="8632" y="7907"/>
                  <a:pt x="8640" y="7679"/>
                </a:cubicBezTo>
                <a:cubicBezTo>
                  <a:pt x="8651" y="7394"/>
                  <a:pt x="8698" y="7016"/>
                  <a:pt x="8486" y="6770"/>
                </a:cubicBezTo>
                <a:cubicBezTo>
                  <a:pt x="8414" y="6688"/>
                  <a:pt x="8317" y="6647"/>
                  <a:pt x="8220" y="6647"/>
                </a:cubicBezTo>
                <a:close/>
                <a:moveTo>
                  <a:pt x="43454" y="6950"/>
                </a:moveTo>
                <a:cubicBezTo>
                  <a:pt x="43368" y="6950"/>
                  <a:pt x="43279" y="6982"/>
                  <a:pt x="43218" y="7029"/>
                </a:cubicBezTo>
                <a:cubicBezTo>
                  <a:pt x="42981" y="7206"/>
                  <a:pt x="43043" y="7569"/>
                  <a:pt x="43014" y="7814"/>
                </a:cubicBezTo>
                <a:cubicBezTo>
                  <a:pt x="42993" y="7990"/>
                  <a:pt x="43197" y="8107"/>
                  <a:pt x="43388" y="8107"/>
                </a:cubicBezTo>
                <a:cubicBezTo>
                  <a:pt x="43506" y="8107"/>
                  <a:pt x="43618" y="8063"/>
                  <a:pt x="43672" y="7962"/>
                </a:cubicBezTo>
                <a:cubicBezTo>
                  <a:pt x="43831" y="7663"/>
                  <a:pt x="43980" y="7213"/>
                  <a:pt x="43597" y="6986"/>
                </a:cubicBezTo>
                <a:cubicBezTo>
                  <a:pt x="43554" y="6961"/>
                  <a:pt x="43504" y="6950"/>
                  <a:pt x="43454" y="6950"/>
                </a:cubicBezTo>
                <a:close/>
                <a:moveTo>
                  <a:pt x="32602" y="7015"/>
                </a:moveTo>
                <a:cubicBezTo>
                  <a:pt x="32498" y="7015"/>
                  <a:pt x="32392" y="7057"/>
                  <a:pt x="32324" y="7146"/>
                </a:cubicBezTo>
                <a:cubicBezTo>
                  <a:pt x="32208" y="7298"/>
                  <a:pt x="32190" y="7516"/>
                  <a:pt x="32213" y="7692"/>
                </a:cubicBezTo>
                <a:cubicBezTo>
                  <a:pt x="32239" y="7878"/>
                  <a:pt x="32330" y="8025"/>
                  <a:pt x="32475" y="8163"/>
                </a:cubicBezTo>
                <a:cubicBezTo>
                  <a:pt x="32522" y="8207"/>
                  <a:pt x="32586" y="8227"/>
                  <a:pt x="32651" y="8227"/>
                </a:cubicBezTo>
                <a:cubicBezTo>
                  <a:pt x="32767" y="8227"/>
                  <a:pt x="32887" y="8164"/>
                  <a:pt x="32916" y="8064"/>
                </a:cubicBezTo>
                <a:cubicBezTo>
                  <a:pt x="32953" y="7926"/>
                  <a:pt x="32982" y="7790"/>
                  <a:pt x="32978" y="7648"/>
                </a:cubicBezTo>
                <a:cubicBezTo>
                  <a:pt x="32974" y="7508"/>
                  <a:pt x="32977" y="7343"/>
                  <a:pt x="32924" y="7212"/>
                </a:cubicBezTo>
                <a:cubicBezTo>
                  <a:pt x="32872" y="7085"/>
                  <a:pt x="32738" y="7015"/>
                  <a:pt x="32602" y="7015"/>
                </a:cubicBezTo>
                <a:close/>
                <a:moveTo>
                  <a:pt x="19413" y="6749"/>
                </a:moveTo>
                <a:cubicBezTo>
                  <a:pt x="19297" y="6749"/>
                  <a:pt x="19182" y="6794"/>
                  <a:pt x="19134" y="6883"/>
                </a:cubicBezTo>
                <a:cubicBezTo>
                  <a:pt x="18936" y="7247"/>
                  <a:pt x="18996" y="7732"/>
                  <a:pt x="19071" y="8118"/>
                </a:cubicBezTo>
                <a:cubicBezTo>
                  <a:pt x="19100" y="8259"/>
                  <a:pt x="19256" y="8330"/>
                  <a:pt x="19412" y="8330"/>
                </a:cubicBezTo>
                <a:cubicBezTo>
                  <a:pt x="19569" y="8330"/>
                  <a:pt x="19725" y="8259"/>
                  <a:pt x="19753" y="8118"/>
                </a:cubicBezTo>
                <a:cubicBezTo>
                  <a:pt x="19832" y="7734"/>
                  <a:pt x="19890" y="7247"/>
                  <a:pt x="19692" y="6883"/>
                </a:cubicBezTo>
                <a:cubicBezTo>
                  <a:pt x="19644" y="6794"/>
                  <a:pt x="19528" y="6749"/>
                  <a:pt x="19413" y="6749"/>
                </a:cubicBezTo>
                <a:close/>
                <a:moveTo>
                  <a:pt x="55565" y="6893"/>
                </a:moveTo>
                <a:cubicBezTo>
                  <a:pt x="55508" y="6893"/>
                  <a:pt x="55452" y="6910"/>
                  <a:pt x="55412" y="6949"/>
                </a:cubicBezTo>
                <a:cubicBezTo>
                  <a:pt x="55227" y="7127"/>
                  <a:pt x="55189" y="7369"/>
                  <a:pt x="55138" y="7596"/>
                </a:cubicBezTo>
                <a:cubicBezTo>
                  <a:pt x="55079" y="7850"/>
                  <a:pt x="55032" y="8097"/>
                  <a:pt x="55134" y="8347"/>
                </a:cubicBezTo>
                <a:cubicBezTo>
                  <a:pt x="55182" y="8467"/>
                  <a:pt x="55317" y="8537"/>
                  <a:pt x="55450" y="8537"/>
                </a:cubicBezTo>
                <a:cubicBezTo>
                  <a:pt x="55549" y="8537"/>
                  <a:pt x="55647" y="8498"/>
                  <a:pt x="55707" y="8411"/>
                </a:cubicBezTo>
                <a:cubicBezTo>
                  <a:pt x="55863" y="8182"/>
                  <a:pt x="55883" y="7939"/>
                  <a:pt x="55884" y="7680"/>
                </a:cubicBezTo>
                <a:cubicBezTo>
                  <a:pt x="55884" y="7450"/>
                  <a:pt x="55906" y="7190"/>
                  <a:pt x="55767" y="6986"/>
                </a:cubicBezTo>
                <a:cubicBezTo>
                  <a:pt x="55726" y="6928"/>
                  <a:pt x="55645" y="6893"/>
                  <a:pt x="55565" y="6893"/>
                </a:cubicBezTo>
                <a:close/>
                <a:moveTo>
                  <a:pt x="40824" y="7433"/>
                </a:moveTo>
                <a:cubicBezTo>
                  <a:pt x="40666" y="7433"/>
                  <a:pt x="40509" y="7505"/>
                  <a:pt x="40479" y="7648"/>
                </a:cubicBezTo>
                <a:cubicBezTo>
                  <a:pt x="40421" y="7923"/>
                  <a:pt x="40442" y="8186"/>
                  <a:pt x="40528" y="8455"/>
                </a:cubicBezTo>
                <a:cubicBezTo>
                  <a:pt x="40568" y="8578"/>
                  <a:pt x="40697" y="8640"/>
                  <a:pt x="40826" y="8640"/>
                </a:cubicBezTo>
                <a:cubicBezTo>
                  <a:pt x="40955" y="8640"/>
                  <a:pt x="41084" y="8578"/>
                  <a:pt x="41123" y="8455"/>
                </a:cubicBezTo>
                <a:cubicBezTo>
                  <a:pt x="41206" y="8187"/>
                  <a:pt x="41228" y="7923"/>
                  <a:pt x="41169" y="7648"/>
                </a:cubicBezTo>
                <a:cubicBezTo>
                  <a:pt x="41140" y="7505"/>
                  <a:pt x="40982" y="7433"/>
                  <a:pt x="40824" y="7433"/>
                </a:cubicBezTo>
                <a:close/>
                <a:moveTo>
                  <a:pt x="6509" y="7502"/>
                </a:moveTo>
                <a:cubicBezTo>
                  <a:pt x="6412" y="7502"/>
                  <a:pt x="6315" y="7543"/>
                  <a:pt x="6244" y="7626"/>
                </a:cubicBezTo>
                <a:cubicBezTo>
                  <a:pt x="6030" y="7872"/>
                  <a:pt x="6078" y="8250"/>
                  <a:pt x="6088" y="8535"/>
                </a:cubicBezTo>
                <a:cubicBezTo>
                  <a:pt x="6095" y="8763"/>
                  <a:pt x="6303" y="8877"/>
                  <a:pt x="6510" y="8877"/>
                </a:cubicBezTo>
                <a:cubicBezTo>
                  <a:pt x="6716" y="8877"/>
                  <a:pt x="6923" y="8763"/>
                  <a:pt x="6930" y="8535"/>
                </a:cubicBezTo>
                <a:cubicBezTo>
                  <a:pt x="6939" y="8250"/>
                  <a:pt x="6988" y="7872"/>
                  <a:pt x="6776" y="7626"/>
                </a:cubicBezTo>
                <a:cubicBezTo>
                  <a:pt x="6704" y="7543"/>
                  <a:pt x="6606" y="7502"/>
                  <a:pt x="6509" y="7502"/>
                </a:cubicBezTo>
                <a:close/>
                <a:moveTo>
                  <a:pt x="58909" y="7631"/>
                </a:moveTo>
                <a:cubicBezTo>
                  <a:pt x="58762" y="7631"/>
                  <a:pt x="58614" y="7701"/>
                  <a:pt x="58571" y="7841"/>
                </a:cubicBezTo>
                <a:cubicBezTo>
                  <a:pt x="58498" y="8078"/>
                  <a:pt x="58500" y="8333"/>
                  <a:pt x="58500" y="8577"/>
                </a:cubicBezTo>
                <a:cubicBezTo>
                  <a:pt x="58500" y="8797"/>
                  <a:pt x="58705" y="8907"/>
                  <a:pt x="58909" y="8907"/>
                </a:cubicBezTo>
                <a:cubicBezTo>
                  <a:pt x="59114" y="8907"/>
                  <a:pt x="59318" y="8797"/>
                  <a:pt x="59318" y="8577"/>
                </a:cubicBezTo>
                <a:cubicBezTo>
                  <a:pt x="59318" y="8331"/>
                  <a:pt x="59320" y="8078"/>
                  <a:pt x="59247" y="7841"/>
                </a:cubicBezTo>
                <a:cubicBezTo>
                  <a:pt x="59204" y="7701"/>
                  <a:pt x="59057" y="7631"/>
                  <a:pt x="58909" y="7631"/>
                </a:cubicBezTo>
                <a:close/>
                <a:moveTo>
                  <a:pt x="49196" y="7891"/>
                </a:moveTo>
                <a:cubicBezTo>
                  <a:pt x="49179" y="7891"/>
                  <a:pt x="49162" y="7892"/>
                  <a:pt x="49145" y="7894"/>
                </a:cubicBezTo>
                <a:cubicBezTo>
                  <a:pt x="48955" y="7917"/>
                  <a:pt x="48861" y="8035"/>
                  <a:pt x="48836" y="8187"/>
                </a:cubicBezTo>
                <a:cubicBezTo>
                  <a:pt x="48818" y="8288"/>
                  <a:pt x="48808" y="8388"/>
                  <a:pt x="48815" y="8488"/>
                </a:cubicBezTo>
                <a:cubicBezTo>
                  <a:pt x="48823" y="8621"/>
                  <a:pt x="48868" y="8721"/>
                  <a:pt x="48932" y="8839"/>
                </a:cubicBezTo>
                <a:cubicBezTo>
                  <a:pt x="48985" y="8937"/>
                  <a:pt x="49085" y="8979"/>
                  <a:pt x="49190" y="8979"/>
                </a:cubicBezTo>
                <a:cubicBezTo>
                  <a:pt x="49340" y="8979"/>
                  <a:pt x="49500" y="8894"/>
                  <a:pt x="49550" y="8772"/>
                </a:cubicBezTo>
                <a:cubicBezTo>
                  <a:pt x="49638" y="8551"/>
                  <a:pt x="49602" y="8331"/>
                  <a:pt x="49538" y="8107"/>
                </a:cubicBezTo>
                <a:cubicBezTo>
                  <a:pt x="49501" y="7979"/>
                  <a:pt x="49350" y="7891"/>
                  <a:pt x="49196" y="7891"/>
                </a:cubicBezTo>
                <a:close/>
                <a:moveTo>
                  <a:pt x="45362" y="7833"/>
                </a:moveTo>
                <a:cubicBezTo>
                  <a:pt x="45219" y="7833"/>
                  <a:pt x="45070" y="7905"/>
                  <a:pt x="45015" y="8033"/>
                </a:cubicBezTo>
                <a:cubicBezTo>
                  <a:pt x="44897" y="8308"/>
                  <a:pt x="44883" y="8645"/>
                  <a:pt x="44922" y="8935"/>
                </a:cubicBezTo>
                <a:cubicBezTo>
                  <a:pt x="44944" y="9086"/>
                  <a:pt x="45044" y="9215"/>
                  <a:pt x="45236" y="9234"/>
                </a:cubicBezTo>
                <a:cubicBezTo>
                  <a:pt x="45251" y="9236"/>
                  <a:pt x="45266" y="9236"/>
                  <a:pt x="45281" y="9236"/>
                </a:cubicBezTo>
                <a:cubicBezTo>
                  <a:pt x="45439" y="9236"/>
                  <a:pt x="45598" y="9154"/>
                  <a:pt x="45634" y="9016"/>
                </a:cubicBezTo>
                <a:cubicBezTo>
                  <a:pt x="45722" y="8704"/>
                  <a:pt x="45755" y="8347"/>
                  <a:pt x="45662" y="8033"/>
                </a:cubicBezTo>
                <a:cubicBezTo>
                  <a:pt x="45622" y="7895"/>
                  <a:pt x="45495" y="7833"/>
                  <a:pt x="45362" y="7833"/>
                </a:cubicBezTo>
                <a:close/>
                <a:moveTo>
                  <a:pt x="27035" y="8082"/>
                </a:moveTo>
                <a:cubicBezTo>
                  <a:pt x="26855" y="8082"/>
                  <a:pt x="26679" y="8164"/>
                  <a:pt x="26642" y="8336"/>
                </a:cubicBezTo>
                <a:cubicBezTo>
                  <a:pt x="26600" y="8528"/>
                  <a:pt x="26598" y="8706"/>
                  <a:pt x="26552" y="8882"/>
                </a:cubicBezTo>
                <a:cubicBezTo>
                  <a:pt x="26501" y="9073"/>
                  <a:pt x="26622" y="9276"/>
                  <a:pt x="26856" y="9329"/>
                </a:cubicBezTo>
                <a:cubicBezTo>
                  <a:pt x="26893" y="9337"/>
                  <a:pt x="26931" y="9341"/>
                  <a:pt x="26968" y="9341"/>
                </a:cubicBezTo>
                <a:cubicBezTo>
                  <a:pt x="27159" y="9341"/>
                  <a:pt x="27331" y="9233"/>
                  <a:pt x="27388" y="9074"/>
                </a:cubicBezTo>
                <a:cubicBezTo>
                  <a:pt x="27478" y="8833"/>
                  <a:pt x="27523" y="8584"/>
                  <a:pt x="27453" y="8336"/>
                </a:cubicBezTo>
                <a:cubicBezTo>
                  <a:pt x="27408" y="8169"/>
                  <a:pt x="27219" y="8082"/>
                  <a:pt x="27035" y="8082"/>
                </a:cubicBezTo>
                <a:close/>
                <a:moveTo>
                  <a:pt x="30647" y="7977"/>
                </a:moveTo>
                <a:cubicBezTo>
                  <a:pt x="30537" y="7977"/>
                  <a:pt x="30429" y="8021"/>
                  <a:pt x="30371" y="8119"/>
                </a:cubicBezTo>
                <a:cubicBezTo>
                  <a:pt x="30287" y="8260"/>
                  <a:pt x="30272" y="8410"/>
                  <a:pt x="30243" y="8564"/>
                </a:cubicBezTo>
                <a:cubicBezTo>
                  <a:pt x="30214" y="8722"/>
                  <a:pt x="30184" y="8882"/>
                  <a:pt x="30205" y="9042"/>
                </a:cubicBezTo>
                <a:cubicBezTo>
                  <a:pt x="30227" y="9202"/>
                  <a:pt x="30335" y="9340"/>
                  <a:pt x="30540" y="9361"/>
                </a:cubicBezTo>
                <a:cubicBezTo>
                  <a:pt x="30555" y="9362"/>
                  <a:pt x="30570" y="9363"/>
                  <a:pt x="30585" y="9363"/>
                </a:cubicBezTo>
                <a:cubicBezTo>
                  <a:pt x="30758" y="9363"/>
                  <a:pt x="30911" y="9272"/>
                  <a:pt x="30963" y="9128"/>
                </a:cubicBezTo>
                <a:cubicBezTo>
                  <a:pt x="31017" y="8975"/>
                  <a:pt x="31028" y="8811"/>
                  <a:pt x="31031" y="8653"/>
                </a:cubicBezTo>
                <a:cubicBezTo>
                  <a:pt x="31034" y="8500"/>
                  <a:pt x="31056" y="8337"/>
                  <a:pt x="31004" y="8187"/>
                </a:cubicBezTo>
                <a:cubicBezTo>
                  <a:pt x="30956" y="8057"/>
                  <a:pt x="30798" y="7977"/>
                  <a:pt x="30647" y="7977"/>
                </a:cubicBezTo>
                <a:close/>
                <a:moveTo>
                  <a:pt x="51712" y="8381"/>
                </a:moveTo>
                <a:cubicBezTo>
                  <a:pt x="51575" y="8381"/>
                  <a:pt x="51438" y="8451"/>
                  <a:pt x="51395" y="8577"/>
                </a:cubicBezTo>
                <a:cubicBezTo>
                  <a:pt x="51322" y="8782"/>
                  <a:pt x="51338" y="9035"/>
                  <a:pt x="51339" y="9249"/>
                </a:cubicBezTo>
                <a:cubicBezTo>
                  <a:pt x="51340" y="9409"/>
                  <a:pt x="51485" y="9497"/>
                  <a:pt x="51637" y="9497"/>
                </a:cubicBezTo>
                <a:cubicBezTo>
                  <a:pt x="51736" y="9497"/>
                  <a:pt x="51839" y="9458"/>
                  <a:pt x="51905" y="9378"/>
                </a:cubicBezTo>
                <a:cubicBezTo>
                  <a:pt x="52103" y="9135"/>
                  <a:pt x="52168" y="8773"/>
                  <a:pt x="51985" y="8512"/>
                </a:cubicBezTo>
                <a:cubicBezTo>
                  <a:pt x="51923" y="8423"/>
                  <a:pt x="51817" y="8381"/>
                  <a:pt x="51712" y="8381"/>
                </a:cubicBezTo>
                <a:close/>
                <a:moveTo>
                  <a:pt x="21730" y="8183"/>
                </a:moveTo>
                <a:cubicBezTo>
                  <a:pt x="21614" y="8183"/>
                  <a:pt x="21489" y="8242"/>
                  <a:pt x="21449" y="8340"/>
                </a:cubicBezTo>
                <a:cubicBezTo>
                  <a:pt x="21318" y="8657"/>
                  <a:pt x="21127" y="9018"/>
                  <a:pt x="21236" y="9356"/>
                </a:cubicBezTo>
                <a:cubicBezTo>
                  <a:pt x="21271" y="9462"/>
                  <a:pt x="21370" y="9511"/>
                  <a:pt x="21476" y="9511"/>
                </a:cubicBezTo>
                <a:cubicBezTo>
                  <a:pt x="21544" y="9511"/>
                  <a:pt x="21615" y="9491"/>
                  <a:pt x="21673" y="9452"/>
                </a:cubicBezTo>
                <a:cubicBezTo>
                  <a:pt x="22052" y="9198"/>
                  <a:pt x="22033" y="8702"/>
                  <a:pt x="21956" y="8340"/>
                </a:cubicBezTo>
                <a:cubicBezTo>
                  <a:pt x="21933" y="8231"/>
                  <a:pt x="21835" y="8183"/>
                  <a:pt x="21730" y="8183"/>
                </a:cubicBezTo>
                <a:close/>
                <a:moveTo>
                  <a:pt x="11428" y="8239"/>
                </a:moveTo>
                <a:cubicBezTo>
                  <a:pt x="11293" y="8239"/>
                  <a:pt x="11159" y="8306"/>
                  <a:pt x="11101" y="8440"/>
                </a:cubicBezTo>
                <a:cubicBezTo>
                  <a:pt x="10979" y="8724"/>
                  <a:pt x="11030" y="9082"/>
                  <a:pt x="11095" y="9371"/>
                </a:cubicBezTo>
                <a:cubicBezTo>
                  <a:pt x="11127" y="9508"/>
                  <a:pt x="11277" y="9577"/>
                  <a:pt x="11427" y="9577"/>
                </a:cubicBezTo>
                <a:cubicBezTo>
                  <a:pt x="11577" y="9577"/>
                  <a:pt x="11726" y="9508"/>
                  <a:pt x="11757" y="9371"/>
                </a:cubicBezTo>
                <a:cubicBezTo>
                  <a:pt x="11824" y="9082"/>
                  <a:pt x="11878" y="8725"/>
                  <a:pt x="11754" y="8440"/>
                </a:cubicBezTo>
                <a:cubicBezTo>
                  <a:pt x="11697" y="8306"/>
                  <a:pt x="11562" y="8239"/>
                  <a:pt x="11428" y="8239"/>
                </a:cubicBezTo>
                <a:close/>
                <a:moveTo>
                  <a:pt x="37806" y="8318"/>
                </a:moveTo>
                <a:cubicBezTo>
                  <a:pt x="37675" y="8318"/>
                  <a:pt x="37544" y="8368"/>
                  <a:pt x="37490" y="8469"/>
                </a:cubicBezTo>
                <a:cubicBezTo>
                  <a:pt x="37309" y="8804"/>
                  <a:pt x="37322" y="9259"/>
                  <a:pt x="37456" y="9603"/>
                </a:cubicBezTo>
                <a:cubicBezTo>
                  <a:pt x="37513" y="9747"/>
                  <a:pt x="37659" y="9818"/>
                  <a:pt x="37805" y="9818"/>
                </a:cubicBezTo>
                <a:cubicBezTo>
                  <a:pt x="37951" y="9818"/>
                  <a:pt x="38097" y="9747"/>
                  <a:pt x="38153" y="9603"/>
                </a:cubicBezTo>
                <a:cubicBezTo>
                  <a:pt x="38289" y="9256"/>
                  <a:pt x="38302" y="8802"/>
                  <a:pt x="38122" y="8469"/>
                </a:cubicBezTo>
                <a:cubicBezTo>
                  <a:pt x="38068" y="8368"/>
                  <a:pt x="37937" y="8318"/>
                  <a:pt x="37806" y="8318"/>
                </a:cubicBezTo>
                <a:close/>
                <a:moveTo>
                  <a:pt x="545" y="8576"/>
                </a:moveTo>
                <a:cubicBezTo>
                  <a:pt x="468" y="8576"/>
                  <a:pt x="390" y="8600"/>
                  <a:pt x="329" y="8645"/>
                </a:cubicBezTo>
                <a:cubicBezTo>
                  <a:pt x="59" y="8847"/>
                  <a:pt x="1" y="9255"/>
                  <a:pt x="31" y="9537"/>
                </a:cubicBezTo>
                <a:cubicBezTo>
                  <a:pt x="46" y="9669"/>
                  <a:pt x="132" y="9787"/>
                  <a:pt x="293" y="9826"/>
                </a:cubicBezTo>
                <a:cubicBezTo>
                  <a:pt x="321" y="9832"/>
                  <a:pt x="351" y="9835"/>
                  <a:pt x="381" y="9835"/>
                </a:cubicBezTo>
                <a:cubicBezTo>
                  <a:pt x="506" y="9835"/>
                  <a:pt x="642" y="9784"/>
                  <a:pt x="694" y="9688"/>
                </a:cubicBezTo>
                <a:cubicBezTo>
                  <a:pt x="857" y="9397"/>
                  <a:pt x="988" y="8994"/>
                  <a:pt x="789" y="8695"/>
                </a:cubicBezTo>
                <a:cubicBezTo>
                  <a:pt x="735" y="8614"/>
                  <a:pt x="641" y="8576"/>
                  <a:pt x="545" y="8576"/>
                </a:cubicBezTo>
                <a:close/>
                <a:moveTo>
                  <a:pt x="24268" y="8628"/>
                </a:moveTo>
                <a:cubicBezTo>
                  <a:pt x="24139" y="8628"/>
                  <a:pt x="24010" y="8684"/>
                  <a:pt x="23935" y="8782"/>
                </a:cubicBezTo>
                <a:cubicBezTo>
                  <a:pt x="23840" y="8907"/>
                  <a:pt x="23845" y="9057"/>
                  <a:pt x="23832" y="9199"/>
                </a:cubicBezTo>
                <a:cubicBezTo>
                  <a:pt x="23820" y="9307"/>
                  <a:pt x="23816" y="9410"/>
                  <a:pt x="23807" y="9540"/>
                </a:cubicBezTo>
                <a:cubicBezTo>
                  <a:pt x="23794" y="9741"/>
                  <a:pt x="23992" y="9856"/>
                  <a:pt x="24192" y="9856"/>
                </a:cubicBezTo>
                <a:cubicBezTo>
                  <a:pt x="24321" y="9856"/>
                  <a:pt x="24451" y="9808"/>
                  <a:pt x="24527" y="9704"/>
                </a:cubicBezTo>
                <a:cubicBezTo>
                  <a:pt x="24723" y="9429"/>
                  <a:pt x="24825" y="8971"/>
                  <a:pt x="24527" y="8718"/>
                </a:cubicBezTo>
                <a:cubicBezTo>
                  <a:pt x="24453" y="8656"/>
                  <a:pt x="24360" y="8628"/>
                  <a:pt x="24268" y="8628"/>
                </a:cubicBezTo>
                <a:close/>
                <a:moveTo>
                  <a:pt x="60977" y="8673"/>
                </a:moveTo>
                <a:cubicBezTo>
                  <a:pt x="60869" y="8673"/>
                  <a:pt x="60761" y="8716"/>
                  <a:pt x="60704" y="8802"/>
                </a:cubicBezTo>
                <a:cubicBezTo>
                  <a:pt x="60602" y="8956"/>
                  <a:pt x="60594" y="9124"/>
                  <a:pt x="60578" y="9295"/>
                </a:cubicBezTo>
                <a:cubicBezTo>
                  <a:pt x="60562" y="9467"/>
                  <a:pt x="60594" y="9640"/>
                  <a:pt x="60701" y="9790"/>
                </a:cubicBezTo>
                <a:cubicBezTo>
                  <a:pt x="60763" y="9876"/>
                  <a:pt x="60870" y="9919"/>
                  <a:pt x="60978" y="9919"/>
                </a:cubicBezTo>
                <a:cubicBezTo>
                  <a:pt x="61086" y="9919"/>
                  <a:pt x="61193" y="9876"/>
                  <a:pt x="61255" y="9790"/>
                </a:cubicBezTo>
                <a:cubicBezTo>
                  <a:pt x="61361" y="9640"/>
                  <a:pt x="61393" y="9467"/>
                  <a:pt x="61377" y="9295"/>
                </a:cubicBezTo>
                <a:cubicBezTo>
                  <a:pt x="61361" y="9124"/>
                  <a:pt x="61351" y="8955"/>
                  <a:pt x="61249" y="8802"/>
                </a:cubicBezTo>
                <a:cubicBezTo>
                  <a:pt x="61193" y="8716"/>
                  <a:pt x="61085" y="8673"/>
                  <a:pt x="60977" y="8673"/>
                </a:cubicBezTo>
                <a:close/>
                <a:moveTo>
                  <a:pt x="16347" y="8746"/>
                </a:moveTo>
                <a:cubicBezTo>
                  <a:pt x="16215" y="8746"/>
                  <a:pt x="16084" y="8797"/>
                  <a:pt x="16028" y="8898"/>
                </a:cubicBezTo>
                <a:cubicBezTo>
                  <a:pt x="15901" y="9131"/>
                  <a:pt x="15902" y="9404"/>
                  <a:pt x="15919" y="9654"/>
                </a:cubicBezTo>
                <a:cubicBezTo>
                  <a:pt x="15931" y="9837"/>
                  <a:pt x="16096" y="10014"/>
                  <a:pt x="16329" y="10014"/>
                </a:cubicBezTo>
                <a:cubicBezTo>
                  <a:pt x="16335" y="10014"/>
                  <a:pt x="16342" y="10014"/>
                  <a:pt x="16348" y="10013"/>
                </a:cubicBezTo>
                <a:cubicBezTo>
                  <a:pt x="16591" y="10005"/>
                  <a:pt x="16763" y="9856"/>
                  <a:pt x="16777" y="9654"/>
                </a:cubicBezTo>
                <a:cubicBezTo>
                  <a:pt x="16793" y="9404"/>
                  <a:pt x="16795" y="9130"/>
                  <a:pt x="16668" y="8898"/>
                </a:cubicBezTo>
                <a:cubicBezTo>
                  <a:pt x="16611" y="8797"/>
                  <a:pt x="16479" y="8746"/>
                  <a:pt x="16347" y="8746"/>
                </a:cubicBezTo>
                <a:close/>
                <a:moveTo>
                  <a:pt x="34456" y="9051"/>
                </a:moveTo>
                <a:cubicBezTo>
                  <a:pt x="34293" y="9051"/>
                  <a:pt x="34131" y="9128"/>
                  <a:pt x="34086" y="9282"/>
                </a:cubicBezTo>
                <a:cubicBezTo>
                  <a:pt x="34028" y="9480"/>
                  <a:pt x="33973" y="9720"/>
                  <a:pt x="34116" y="9903"/>
                </a:cubicBezTo>
                <a:cubicBezTo>
                  <a:pt x="34200" y="10010"/>
                  <a:pt x="34328" y="10063"/>
                  <a:pt x="34456" y="10063"/>
                </a:cubicBezTo>
                <a:cubicBezTo>
                  <a:pt x="34584" y="10063"/>
                  <a:pt x="34712" y="10010"/>
                  <a:pt x="34795" y="9903"/>
                </a:cubicBezTo>
                <a:cubicBezTo>
                  <a:pt x="34939" y="9721"/>
                  <a:pt x="34886" y="9480"/>
                  <a:pt x="34827" y="9282"/>
                </a:cubicBezTo>
                <a:cubicBezTo>
                  <a:pt x="34782" y="9128"/>
                  <a:pt x="34619" y="9051"/>
                  <a:pt x="34456" y="9051"/>
                </a:cubicBezTo>
                <a:close/>
                <a:moveTo>
                  <a:pt x="5205" y="9265"/>
                </a:moveTo>
                <a:cubicBezTo>
                  <a:pt x="5076" y="9265"/>
                  <a:pt x="4950" y="9315"/>
                  <a:pt x="4886" y="9426"/>
                </a:cubicBezTo>
                <a:cubicBezTo>
                  <a:pt x="4727" y="9698"/>
                  <a:pt x="4756" y="10009"/>
                  <a:pt x="4873" y="10291"/>
                </a:cubicBezTo>
                <a:cubicBezTo>
                  <a:pt x="4938" y="10447"/>
                  <a:pt x="5104" y="10561"/>
                  <a:pt x="5296" y="10561"/>
                </a:cubicBezTo>
                <a:cubicBezTo>
                  <a:pt x="5334" y="10561"/>
                  <a:pt x="5373" y="10556"/>
                  <a:pt x="5412" y="10547"/>
                </a:cubicBezTo>
                <a:cubicBezTo>
                  <a:pt x="5645" y="10495"/>
                  <a:pt x="5774" y="10288"/>
                  <a:pt x="5717" y="10095"/>
                </a:cubicBezTo>
                <a:cubicBezTo>
                  <a:pt x="5709" y="10067"/>
                  <a:pt x="5701" y="10038"/>
                  <a:pt x="5694" y="10011"/>
                </a:cubicBezTo>
                <a:cubicBezTo>
                  <a:pt x="5689" y="9981"/>
                  <a:pt x="5686" y="9966"/>
                  <a:pt x="5686" y="9966"/>
                </a:cubicBezTo>
                <a:lnTo>
                  <a:pt x="5686" y="9966"/>
                </a:lnTo>
                <a:cubicBezTo>
                  <a:pt x="5685" y="9966"/>
                  <a:pt x="5686" y="9971"/>
                  <a:pt x="5687" y="9981"/>
                </a:cubicBezTo>
                <a:cubicBezTo>
                  <a:pt x="5681" y="9950"/>
                  <a:pt x="5677" y="9915"/>
                  <a:pt x="5671" y="9881"/>
                </a:cubicBezTo>
                <a:cubicBezTo>
                  <a:pt x="5665" y="9852"/>
                  <a:pt x="5662" y="9838"/>
                  <a:pt x="5662" y="9838"/>
                </a:cubicBezTo>
                <a:lnTo>
                  <a:pt x="5662" y="9838"/>
                </a:lnTo>
                <a:cubicBezTo>
                  <a:pt x="5663" y="9838"/>
                  <a:pt x="5664" y="9842"/>
                  <a:pt x="5667" y="9852"/>
                </a:cubicBezTo>
                <a:cubicBezTo>
                  <a:pt x="5648" y="9726"/>
                  <a:pt x="5652" y="9641"/>
                  <a:pt x="5608" y="9506"/>
                </a:cubicBezTo>
                <a:cubicBezTo>
                  <a:pt x="5562" y="9356"/>
                  <a:pt x="5380" y="9265"/>
                  <a:pt x="5205" y="9265"/>
                </a:cubicBezTo>
                <a:close/>
                <a:moveTo>
                  <a:pt x="57446" y="9823"/>
                </a:moveTo>
                <a:cubicBezTo>
                  <a:pt x="57357" y="9823"/>
                  <a:pt x="57267" y="9862"/>
                  <a:pt x="57197" y="9938"/>
                </a:cubicBezTo>
                <a:cubicBezTo>
                  <a:pt x="57085" y="10060"/>
                  <a:pt x="57061" y="10280"/>
                  <a:pt x="57066" y="10426"/>
                </a:cubicBezTo>
                <a:cubicBezTo>
                  <a:pt x="57074" y="10601"/>
                  <a:pt x="57197" y="10831"/>
                  <a:pt x="57440" y="10831"/>
                </a:cubicBezTo>
                <a:cubicBezTo>
                  <a:pt x="57674" y="10831"/>
                  <a:pt x="57799" y="10618"/>
                  <a:pt x="57812" y="10451"/>
                </a:cubicBezTo>
                <a:cubicBezTo>
                  <a:pt x="57828" y="10294"/>
                  <a:pt x="57806" y="10067"/>
                  <a:pt x="57692" y="9938"/>
                </a:cubicBezTo>
                <a:cubicBezTo>
                  <a:pt x="57624" y="9861"/>
                  <a:pt x="57535" y="9823"/>
                  <a:pt x="57446" y="9823"/>
                </a:cubicBezTo>
                <a:close/>
                <a:moveTo>
                  <a:pt x="45364" y="10640"/>
                </a:moveTo>
                <a:cubicBezTo>
                  <a:pt x="45229" y="10640"/>
                  <a:pt x="45094" y="10695"/>
                  <a:pt x="45022" y="10803"/>
                </a:cubicBezTo>
                <a:cubicBezTo>
                  <a:pt x="44932" y="10941"/>
                  <a:pt x="44932" y="11086"/>
                  <a:pt x="44922" y="11239"/>
                </a:cubicBezTo>
                <a:cubicBezTo>
                  <a:pt x="44913" y="11393"/>
                  <a:pt x="44938" y="11536"/>
                  <a:pt x="45045" y="11665"/>
                </a:cubicBezTo>
                <a:cubicBezTo>
                  <a:pt x="45128" y="11764"/>
                  <a:pt x="45246" y="11813"/>
                  <a:pt x="45364" y="11813"/>
                </a:cubicBezTo>
                <a:cubicBezTo>
                  <a:pt x="45482" y="11813"/>
                  <a:pt x="45599" y="11764"/>
                  <a:pt x="45682" y="11665"/>
                </a:cubicBezTo>
                <a:cubicBezTo>
                  <a:pt x="45790" y="11536"/>
                  <a:pt x="45815" y="11396"/>
                  <a:pt x="45806" y="11239"/>
                </a:cubicBezTo>
                <a:cubicBezTo>
                  <a:pt x="45797" y="11086"/>
                  <a:pt x="45797" y="10940"/>
                  <a:pt x="45706" y="10803"/>
                </a:cubicBezTo>
                <a:cubicBezTo>
                  <a:pt x="45634" y="10695"/>
                  <a:pt x="45499" y="10640"/>
                  <a:pt x="45364" y="10640"/>
                </a:cubicBezTo>
                <a:close/>
                <a:moveTo>
                  <a:pt x="48440" y="11229"/>
                </a:moveTo>
                <a:cubicBezTo>
                  <a:pt x="48332" y="11229"/>
                  <a:pt x="48220" y="11273"/>
                  <a:pt x="48142" y="11361"/>
                </a:cubicBezTo>
                <a:cubicBezTo>
                  <a:pt x="47942" y="11592"/>
                  <a:pt x="47982" y="11978"/>
                  <a:pt x="48171" y="12200"/>
                </a:cubicBezTo>
                <a:cubicBezTo>
                  <a:pt x="48250" y="12292"/>
                  <a:pt x="48364" y="12354"/>
                  <a:pt x="48494" y="12354"/>
                </a:cubicBezTo>
                <a:cubicBezTo>
                  <a:pt x="48525" y="12354"/>
                  <a:pt x="48556" y="12350"/>
                  <a:pt x="48589" y="12343"/>
                </a:cubicBezTo>
                <a:cubicBezTo>
                  <a:pt x="48741" y="12308"/>
                  <a:pt x="48865" y="12178"/>
                  <a:pt x="48859" y="12045"/>
                </a:cubicBezTo>
                <a:cubicBezTo>
                  <a:pt x="48855" y="11930"/>
                  <a:pt x="48840" y="11821"/>
                  <a:pt x="48815" y="11706"/>
                </a:cubicBezTo>
                <a:cubicBezTo>
                  <a:pt x="48792" y="11603"/>
                  <a:pt x="48799" y="11531"/>
                  <a:pt x="48757" y="11428"/>
                </a:cubicBezTo>
                <a:cubicBezTo>
                  <a:pt x="48702" y="11295"/>
                  <a:pt x="48574" y="11229"/>
                  <a:pt x="48440" y="112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rot="10501789">
            <a:off x="-467214" y="-440084"/>
            <a:ext cx="2076037" cy="2015397"/>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a:off x="1319301" y="-107089"/>
            <a:ext cx="454131" cy="454085"/>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3"/>
          <p:cNvGrpSpPr/>
          <p:nvPr/>
        </p:nvGrpSpPr>
        <p:grpSpPr>
          <a:xfrm rot="6305159" flipH="1">
            <a:off x="184399" y="-878461"/>
            <a:ext cx="1057641" cy="2332837"/>
            <a:chOff x="1768957" y="2795221"/>
            <a:chExt cx="905793" cy="1997906"/>
          </a:xfrm>
        </p:grpSpPr>
        <p:sp>
          <p:nvSpPr>
            <p:cNvPr id="38" name="Google Shape;38;p3"/>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3"/>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3"/>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3"/>
          <p:cNvGrpSpPr/>
          <p:nvPr/>
        </p:nvGrpSpPr>
        <p:grpSpPr>
          <a:xfrm rot="8708913" flipH="1">
            <a:off x="89175" y="874847"/>
            <a:ext cx="751158" cy="1349133"/>
            <a:chOff x="1091670" y="1268815"/>
            <a:chExt cx="432581" cy="776982"/>
          </a:xfrm>
        </p:grpSpPr>
        <p:sp>
          <p:nvSpPr>
            <p:cNvPr id="42" name="Google Shape;42;p3"/>
            <p:cNvSpPr/>
            <p:nvPr/>
          </p:nvSpPr>
          <p:spPr>
            <a:xfrm>
              <a:off x="1091670" y="1268815"/>
              <a:ext cx="432581" cy="740517"/>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3"/>
            <p:cNvSpPr/>
            <p:nvPr/>
          </p:nvSpPr>
          <p:spPr>
            <a:xfrm>
              <a:off x="1134883" y="1344131"/>
              <a:ext cx="329749" cy="701666"/>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 name="Google Shape;44;p3"/>
          <p:cNvSpPr/>
          <p:nvPr/>
        </p:nvSpPr>
        <p:spPr>
          <a:xfrm rot="7200144" flipH="1">
            <a:off x="210456" y="247451"/>
            <a:ext cx="508619" cy="1279171"/>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rot="719841">
            <a:off x="2364223" y="444557"/>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rot="719841">
            <a:off x="8766673" y="1488182"/>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3"/>
          <p:cNvSpPr/>
          <p:nvPr/>
        </p:nvSpPr>
        <p:spPr>
          <a:xfrm rot="147442" flipH="1">
            <a:off x="8351739" y="1133162"/>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3"/>
          <p:cNvSpPr/>
          <p:nvPr/>
        </p:nvSpPr>
        <p:spPr>
          <a:xfrm rot="719841">
            <a:off x="8385048" y="1926907"/>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3"/>
          <p:cNvGrpSpPr/>
          <p:nvPr/>
        </p:nvGrpSpPr>
        <p:grpSpPr>
          <a:xfrm rot="-2326049" flipH="1">
            <a:off x="7340423" y="301642"/>
            <a:ext cx="584554" cy="531924"/>
            <a:chOff x="3662937" y="1822922"/>
            <a:chExt cx="847477" cy="771332"/>
          </a:xfrm>
        </p:grpSpPr>
        <p:sp>
          <p:nvSpPr>
            <p:cNvPr id="50" name="Google Shape;50;p3"/>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3"/>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3"/>
          <p:cNvSpPr/>
          <p:nvPr/>
        </p:nvSpPr>
        <p:spPr>
          <a:xfrm rot="360581">
            <a:off x="8057148" y="415353"/>
            <a:ext cx="1339427" cy="644042"/>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txBox="1">
            <a:spLocks noGrp="1"/>
          </p:cNvSpPr>
          <p:nvPr>
            <p:ph type="title"/>
          </p:nvPr>
        </p:nvSpPr>
        <p:spPr>
          <a:xfrm>
            <a:off x="713275" y="2987220"/>
            <a:ext cx="5058900" cy="1104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3100"/>
              <a:buNone/>
              <a:defRPr sz="8000"/>
            </a:lvl1pPr>
            <a:lvl2pPr lvl="1" algn="ctr">
              <a:spcBef>
                <a:spcPts val="0"/>
              </a:spcBef>
              <a:spcAft>
                <a:spcPts val="0"/>
              </a:spcAft>
              <a:buClr>
                <a:schemeClr val="dk2"/>
              </a:buClr>
              <a:buSzPts val="3600"/>
              <a:buNone/>
              <a:defRPr sz="3600">
                <a:solidFill>
                  <a:schemeClr val="dk2"/>
                </a:solidFill>
              </a:defRPr>
            </a:lvl2pPr>
            <a:lvl3pPr lvl="2" algn="ctr">
              <a:spcBef>
                <a:spcPts val="0"/>
              </a:spcBef>
              <a:spcAft>
                <a:spcPts val="0"/>
              </a:spcAft>
              <a:buClr>
                <a:schemeClr val="dk2"/>
              </a:buClr>
              <a:buSzPts val="3600"/>
              <a:buNone/>
              <a:defRPr sz="3600">
                <a:solidFill>
                  <a:schemeClr val="dk2"/>
                </a:solidFill>
              </a:defRPr>
            </a:lvl3pPr>
            <a:lvl4pPr lvl="3" algn="ctr">
              <a:spcBef>
                <a:spcPts val="0"/>
              </a:spcBef>
              <a:spcAft>
                <a:spcPts val="0"/>
              </a:spcAft>
              <a:buClr>
                <a:schemeClr val="dk2"/>
              </a:buClr>
              <a:buSzPts val="3600"/>
              <a:buNone/>
              <a:defRPr sz="3600">
                <a:solidFill>
                  <a:schemeClr val="dk2"/>
                </a:solidFill>
              </a:defRPr>
            </a:lvl4pPr>
            <a:lvl5pPr lvl="4" algn="ctr">
              <a:spcBef>
                <a:spcPts val="0"/>
              </a:spcBef>
              <a:spcAft>
                <a:spcPts val="0"/>
              </a:spcAft>
              <a:buClr>
                <a:schemeClr val="dk2"/>
              </a:buClr>
              <a:buSzPts val="3600"/>
              <a:buNone/>
              <a:defRPr sz="3600">
                <a:solidFill>
                  <a:schemeClr val="dk2"/>
                </a:solidFill>
              </a:defRPr>
            </a:lvl5pPr>
            <a:lvl6pPr lvl="5" algn="ctr">
              <a:spcBef>
                <a:spcPts val="0"/>
              </a:spcBef>
              <a:spcAft>
                <a:spcPts val="0"/>
              </a:spcAft>
              <a:buClr>
                <a:schemeClr val="dk2"/>
              </a:buClr>
              <a:buSzPts val="3600"/>
              <a:buNone/>
              <a:defRPr sz="3600">
                <a:solidFill>
                  <a:schemeClr val="dk2"/>
                </a:solidFill>
              </a:defRPr>
            </a:lvl6pPr>
            <a:lvl7pPr lvl="6" algn="ctr">
              <a:spcBef>
                <a:spcPts val="0"/>
              </a:spcBef>
              <a:spcAft>
                <a:spcPts val="0"/>
              </a:spcAft>
              <a:buClr>
                <a:schemeClr val="dk2"/>
              </a:buClr>
              <a:buSzPts val="3600"/>
              <a:buNone/>
              <a:defRPr sz="3600">
                <a:solidFill>
                  <a:schemeClr val="dk2"/>
                </a:solidFill>
              </a:defRPr>
            </a:lvl7pPr>
            <a:lvl8pPr lvl="7" algn="ctr">
              <a:spcBef>
                <a:spcPts val="0"/>
              </a:spcBef>
              <a:spcAft>
                <a:spcPts val="0"/>
              </a:spcAft>
              <a:buClr>
                <a:schemeClr val="dk2"/>
              </a:buClr>
              <a:buSzPts val="3600"/>
              <a:buNone/>
              <a:defRPr sz="3600">
                <a:solidFill>
                  <a:schemeClr val="dk2"/>
                </a:solidFill>
              </a:defRPr>
            </a:lvl8pPr>
            <a:lvl9pPr lvl="8" algn="ctr">
              <a:spcBef>
                <a:spcPts val="0"/>
              </a:spcBef>
              <a:spcAft>
                <a:spcPts val="0"/>
              </a:spcAft>
              <a:buClr>
                <a:schemeClr val="dk2"/>
              </a:buClr>
              <a:buSzPts val="3600"/>
              <a:buNone/>
              <a:defRPr sz="3600">
                <a:solidFill>
                  <a:schemeClr val="dk2"/>
                </a:solidFill>
              </a:defRPr>
            </a:lvl9pPr>
          </a:lstStyle>
          <a:p>
            <a:endParaRPr/>
          </a:p>
        </p:txBody>
      </p:sp>
      <p:sp>
        <p:nvSpPr>
          <p:cNvPr id="54" name="Google Shape;54;p3"/>
          <p:cNvSpPr txBox="1">
            <a:spLocks noGrp="1"/>
          </p:cNvSpPr>
          <p:nvPr>
            <p:ph type="title" idx="2" hasCustomPrompt="1"/>
          </p:nvPr>
        </p:nvSpPr>
        <p:spPr>
          <a:xfrm>
            <a:off x="716300" y="2134450"/>
            <a:ext cx="1350300" cy="791100"/>
          </a:xfrm>
          <a:prstGeom prst="rect">
            <a:avLst/>
          </a:prstGeom>
        </p:spPr>
        <p:txBody>
          <a:bodyPr spcFirstLastPara="1" wrap="square" lIns="91425" tIns="91425" rIns="91425" bIns="91425" anchor="ctr" anchorCtr="0">
            <a:noAutofit/>
          </a:bodyPr>
          <a:lstStyle>
            <a:lvl1pPr lvl="0" rtl="0">
              <a:spcBef>
                <a:spcPts val="0"/>
              </a:spcBef>
              <a:spcAft>
                <a:spcPts val="0"/>
              </a:spcAft>
              <a:buSzPts val="6200"/>
              <a:buNone/>
              <a:defRPr sz="7500"/>
            </a:lvl1pPr>
            <a:lvl2pPr lvl="1" algn="ctr" rtl="0">
              <a:spcBef>
                <a:spcPts val="0"/>
              </a:spcBef>
              <a:spcAft>
                <a:spcPts val="0"/>
              </a:spcAft>
              <a:buClr>
                <a:schemeClr val="dk2"/>
              </a:buClr>
              <a:buSzPts val="12000"/>
              <a:buNone/>
              <a:defRPr sz="12000">
                <a:solidFill>
                  <a:schemeClr val="dk2"/>
                </a:solidFill>
              </a:defRPr>
            </a:lvl2pPr>
            <a:lvl3pPr lvl="2" algn="ctr" rtl="0">
              <a:spcBef>
                <a:spcPts val="0"/>
              </a:spcBef>
              <a:spcAft>
                <a:spcPts val="0"/>
              </a:spcAft>
              <a:buClr>
                <a:schemeClr val="dk2"/>
              </a:buClr>
              <a:buSzPts val="12000"/>
              <a:buNone/>
              <a:defRPr sz="12000">
                <a:solidFill>
                  <a:schemeClr val="dk2"/>
                </a:solidFill>
              </a:defRPr>
            </a:lvl3pPr>
            <a:lvl4pPr lvl="3" algn="ctr" rtl="0">
              <a:spcBef>
                <a:spcPts val="0"/>
              </a:spcBef>
              <a:spcAft>
                <a:spcPts val="0"/>
              </a:spcAft>
              <a:buClr>
                <a:schemeClr val="dk2"/>
              </a:buClr>
              <a:buSzPts val="12000"/>
              <a:buNone/>
              <a:defRPr sz="12000">
                <a:solidFill>
                  <a:schemeClr val="dk2"/>
                </a:solidFill>
              </a:defRPr>
            </a:lvl4pPr>
            <a:lvl5pPr lvl="4" algn="ctr" rtl="0">
              <a:spcBef>
                <a:spcPts val="0"/>
              </a:spcBef>
              <a:spcAft>
                <a:spcPts val="0"/>
              </a:spcAft>
              <a:buClr>
                <a:schemeClr val="dk2"/>
              </a:buClr>
              <a:buSzPts val="12000"/>
              <a:buNone/>
              <a:defRPr sz="12000">
                <a:solidFill>
                  <a:schemeClr val="dk2"/>
                </a:solidFill>
              </a:defRPr>
            </a:lvl5pPr>
            <a:lvl6pPr lvl="5" algn="ctr" rtl="0">
              <a:spcBef>
                <a:spcPts val="0"/>
              </a:spcBef>
              <a:spcAft>
                <a:spcPts val="0"/>
              </a:spcAft>
              <a:buClr>
                <a:schemeClr val="dk2"/>
              </a:buClr>
              <a:buSzPts val="12000"/>
              <a:buNone/>
              <a:defRPr sz="12000">
                <a:solidFill>
                  <a:schemeClr val="dk2"/>
                </a:solidFill>
              </a:defRPr>
            </a:lvl6pPr>
            <a:lvl7pPr lvl="6" algn="ctr" rtl="0">
              <a:spcBef>
                <a:spcPts val="0"/>
              </a:spcBef>
              <a:spcAft>
                <a:spcPts val="0"/>
              </a:spcAft>
              <a:buClr>
                <a:schemeClr val="dk2"/>
              </a:buClr>
              <a:buSzPts val="12000"/>
              <a:buNone/>
              <a:defRPr sz="12000">
                <a:solidFill>
                  <a:schemeClr val="dk2"/>
                </a:solidFill>
              </a:defRPr>
            </a:lvl7pPr>
            <a:lvl8pPr lvl="7" algn="ctr" rtl="0">
              <a:spcBef>
                <a:spcPts val="0"/>
              </a:spcBef>
              <a:spcAft>
                <a:spcPts val="0"/>
              </a:spcAft>
              <a:buClr>
                <a:schemeClr val="dk2"/>
              </a:buClr>
              <a:buSzPts val="12000"/>
              <a:buNone/>
              <a:defRPr sz="12000">
                <a:solidFill>
                  <a:schemeClr val="dk2"/>
                </a:solidFill>
              </a:defRPr>
            </a:lvl8pPr>
            <a:lvl9pPr lvl="8" algn="ctr" rtl="0">
              <a:spcBef>
                <a:spcPts val="0"/>
              </a:spcBef>
              <a:spcAft>
                <a:spcPts val="0"/>
              </a:spcAft>
              <a:buClr>
                <a:schemeClr val="dk2"/>
              </a:buClr>
              <a:buSzPts val="12000"/>
              <a:buNone/>
              <a:defRPr sz="12000">
                <a:solidFill>
                  <a:schemeClr val="dk2"/>
                </a:solidFill>
              </a:defRPr>
            </a:lvl9pPr>
          </a:lstStyle>
          <a:p>
            <a:r>
              <a:t>xx%</a:t>
            </a:r>
          </a:p>
        </p:txBody>
      </p:sp>
      <p:sp>
        <p:nvSpPr>
          <p:cNvPr id="55" name="Google Shape;55;p3"/>
          <p:cNvSpPr txBox="1">
            <a:spLocks noGrp="1"/>
          </p:cNvSpPr>
          <p:nvPr>
            <p:ph type="subTitle" idx="1"/>
          </p:nvPr>
        </p:nvSpPr>
        <p:spPr>
          <a:xfrm>
            <a:off x="711175" y="4161995"/>
            <a:ext cx="5063100" cy="457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dk2"/>
              </a:buClr>
              <a:buSzPts val="2200"/>
              <a:buNone/>
              <a:defRPr sz="1600" i="0"/>
            </a:lvl1pPr>
            <a:lvl2pPr lvl="1">
              <a:spcBef>
                <a:spcPts val="0"/>
              </a:spcBef>
              <a:spcAft>
                <a:spcPts val="0"/>
              </a:spcAft>
              <a:buClr>
                <a:schemeClr val="dk2"/>
              </a:buClr>
              <a:buSzPts val="1400"/>
              <a:buNone/>
              <a:defRPr>
                <a:solidFill>
                  <a:schemeClr val="dk2"/>
                </a:solidFill>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6"/>
        <p:cNvGrpSpPr/>
        <p:nvPr/>
      </p:nvGrpSpPr>
      <p:grpSpPr>
        <a:xfrm>
          <a:off x="0" y="0"/>
          <a:ext cx="0" cy="0"/>
          <a:chOff x="0" y="0"/>
          <a:chExt cx="0" cy="0"/>
        </a:xfrm>
      </p:grpSpPr>
      <p:grpSp>
        <p:nvGrpSpPr>
          <p:cNvPr id="57" name="Google Shape;57;p4"/>
          <p:cNvGrpSpPr/>
          <p:nvPr/>
        </p:nvGrpSpPr>
        <p:grpSpPr>
          <a:xfrm>
            <a:off x="7842906" y="2390316"/>
            <a:ext cx="1140601" cy="3435455"/>
            <a:chOff x="7774800" y="2578270"/>
            <a:chExt cx="1117031" cy="3364465"/>
          </a:xfrm>
        </p:grpSpPr>
        <p:sp>
          <p:nvSpPr>
            <p:cNvPr id="58" name="Google Shape;58;p4"/>
            <p:cNvSpPr/>
            <p:nvPr/>
          </p:nvSpPr>
          <p:spPr>
            <a:xfrm>
              <a:off x="7775493" y="4196821"/>
              <a:ext cx="490487" cy="237298"/>
            </a:xfrm>
            <a:custGeom>
              <a:avLst/>
              <a:gdLst/>
              <a:ahLst/>
              <a:cxnLst/>
              <a:rect l="l" t="t" r="r" b="b"/>
              <a:pathLst>
                <a:path w="11327" h="5480" extrusionOk="0">
                  <a:moveTo>
                    <a:pt x="8856" y="1"/>
                  </a:moveTo>
                  <a:cubicBezTo>
                    <a:pt x="8035" y="1"/>
                    <a:pt x="6984" y="99"/>
                    <a:pt x="5668" y="387"/>
                  </a:cubicBezTo>
                  <a:cubicBezTo>
                    <a:pt x="2230" y="1139"/>
                    <a:pt x="1" y="2279"/>
                    <a:pt x="1" y="2279"/>
                  </a:cubicBezTo>
                  <a:cubicBezTo>
                    <a:pt x="1" y="2279"/>
                    <a:pt x="1500" y="5479"/>
                    <a:pt x="4589" y="5479"/>
                  </a:cubicBezTo>
                  <a:cubicBezTo>
                    <a:pt x="4939" y="5479"/>
                    <a:pt x="5309" y="5438"/>
                    <a:pt x="5700" y="5347"/>
                  </a:cubicBezTo>
                  <a:cubicBezTo>
                    <a:pt x="9540" y="4445"/>
                    <a:pt x="11327" y="454"/>
                    <a:pt x="11327" y="454"/>
                  </a:cubicBezTo>
                  <a:cubicBezTo>
                    <a:pt x="11327" y="454"/>
                    <a:pt x="10620" y="1"/>
                    <a:pt x="88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4"/>
            <p:cNvSpPr/>
            <p:nvPr/>
          </p:nvSpPr>
          <p:spPr>
            <a:xfrm>
              <a:off x="7774800" y="2578270"/>
              <a:ext cx="1117031" cy="2268012"/>
            </a:xfrm>
            <a:custGeom>
              <a:avLst/>
              <a:gdLst/>
              <a:ahLst/>
              <a:cxnLst/>
              <a:rect l="l" t="t" r="r" b="b"/>
              <a:pathLst>
                <a:path w="25796" h="52376" extrusionOk="0">
                  <a:moveTo>
                    <a:pt x="23260" y="0"/>
                  </a:moveTo>
                  <a:cubicBezTo>
                    <a:pt x="23142" y="0"/>
                    <a:pt x="23013" y="33"/>
                    <a:pt x="22874" y="109"/>
                  </a:cubicBezTo>
                  <a:cubicBezTo>
                    <a:pt x="22059" y="553"/>
                    <a:pt x="21552" y="1406"/>
                    <a:pt x="21193" y="2546"/>
                  </a:cubicBezTo>
                  <a:cubicBezTo>
                    <a:pt x="21017" y="2661"/>
                    <a:pt x="20864" y="2777"/>
                    <a:pt x="20733" y="2894"/>
                  </a:cubicBezTo>
                  <a:cubicBezTo>
                    <a:pt x="20728" y="2896"/>
                    <a:pt x="20722" y="2896"/>
                    <a:pt x="20719" y="2901"/>
                  </a:cubicBezTo>
                  <a:cubicBezTo>
                    <a:pt x="19877" y="3360"/>
                    <a:pt x="19418" y="4327"/>
                    <a:pt x="19099" y="5622"/>
                  </a:cubicBezTo>
                  <a:cubicBezTo>
                    <a:pt x="19064" y="5765"/>
                    <a:pt x="19021" y="5923"/>
                    <a:pt x="18974" y="6092"/>
                  </a:cubicBezTo>
                  <a:cubicBezTo>
                    <a:pt x="18963" y="6102"/>
                    <a:pt x="18951" y="6112"/>
                    <a:pt x="18938" y="6123"/>
                  </a:cubicBezTo>
                  <a:cubicBezTo>
                    <a:pt x="18743" y="6303"/>
                    <a:pt x="18569" y="6498"/>
                    <a:pt x="18410" y="6704"/>
                  </a:cubicBezTo>
                  <a:cubicBezTo>
                    <a:pt x="18406" y="6706"/>
                    <a:pt x="18399" y="6706"/>
                    <a:pt x="18393" y="6709"/>
                  </a:cubicBezTo>
                  <a:cubicBezTo>
                    <a:pt x="17230" y="6978"/>
                    <a:pt x="16068" y="10606"/>
                    <a:pt x="12717" y="15116"/>
                  </a:cubicBezTo>
                  <a:cubicBezTo>
                    <a:pt x="10286" y="18391"/>
                    <a:pt x="4741" y="22941"/>
                    <a:pt x="2003" y="28389"/>
                  </a:cubicBezTo>
                  <a:cubicBezTo>
                    <a:pt x="1" y="32374"/>
                    <a:pt x="1203" y="45445"/>
                    <a:pt x="2297" y="52376"/>
                  </a:cubicBezTo>
                  <a:cubicBezTo>
                    <a:pt x="4198" y="52060"/>
                    <a:pt x="10447" y="48699"/>
                    <a:pt x="13404" y="48210"/>
                  </a:cubicBezTo>
                  <a:cubicBezTo>
                    <a:pt x="11536" y="42826"/>
                    <a:pt x="10668" y="38539"/>
                    <a:pt x="10489" y="34938"/>
                  </a:cubicBezTo>
                  <a:cubicBezTo>
                    <a:pt x="12016" y="29248"/>
                    <a:pt x="13968" y="28527"/>
                    <a:pt x="15501" y="27012"/>
                  </a:cubicBezTo>
                  <a:cubicBezTo>
                    <a:pt x="18082" y="24461"/>
                    <a:pt x="18944" y="22921"/>
                    <a:pt x="20014" y="19752"/>
                  </a:cubicBezTo>
                  <a:cubicBezTo>
                    <a:pt x="20390" y="18638"/>
                    <a:pt x="21838" y="15826"/>
                    <a:pt x="23002" y="13702"/>
                  </a:cubicBezTo>
                  <a:cubicBezTo>
                    <a:pt x="24165" y="11576"/>
                    <a:pt x="24521" y="11783"/>
                    <a:pt x="24770" y="9765"/>
                  </a:cubicBezTo>
                  <a:cubicBezTo>
                    <a:pt x="25018" y="7745"/>
                    <a:pt x="25796" y="980"/>
                    <a:pt x="25235" y="875"/>
                  </a:cubicBezTo>
                  <a:cubicBezTo>
                    <a:pt x="25199" y="869"/>
                    <a:pt x="25162" y="866"/>
                    <a:pt x="25123" y="866"/>
                  </a:cubicBezTo>
                  <a:cubicBezTo>
                    <a:pt x="24891" y="866"/>
                    <a:pt x="24599" y="978"/>
                    <a:pt x="24296" y="1184"/>
                  </a:cubicBezTo>
                  <a:cubicBezTo>
                    <a:pt x="24278" y="1124"/>
                    <a:pt x="23953" y="0"/>
                    <a:pt x="23260"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p:nvPr/>
          </p:nvSpPr>
          <p:spPr>
            <a:xfrm>
              <a:off x="8546923" y="3061133"/>
              <a:ext cx="179835" cy="156668"/>
            </a:xfrm>
            <a:custGeom>
              <a:avLst/>
              <a:gdLst/>
              <a:ahLst/>
              <a:cxnLst/>
              <a:rect l="l" t="t" r="r" b="b"/>
              <a:pathLst>
                <a:path w="4153" h="3618" extrusionOk="0">
                  <a:moveTo>
                    <a:pt x="2417" y="1"/>
                  </a:moveTo>
                  <a:cubicBezTo>
                    <a:pt x="1981" y="1"/>
                    <a:pt x="1579" y="252"/>
                    <a:pt x="1289" y="662"/>
                  </a:cubicBezTo>
                  <a:cubicBezTo>
                    <a:pt x="611" y="1620"/>
                    <a:pt x="0" y="2403"/>
                    <a:pt x="578" y="2907"/>
                  </a:cubicBezTo>
                  <a:cubicBezTo>
                    <a:pt x="985" y="3260"/>
                    <a:pt x="1294" y="3618"/>
                    <a:pt x="1656" y="3618"/>
                  </a:cubicBezTo>
                  <a:cubicBezTo>
                    <a:pt x="1810" y="3618"/>
                    <a:pt x="1972" y="3554"/>
                    <a:pt x="2157" y="3398"/>
                  </a:cubicBezTo>
                  <a:cubicBezTo>
                    <a:pt x="2777" y="2878"/>
                    <a:pt x="4153" y="1136"/>
                    <a:pt x="3385" y="428"/>
                  </a:cubicBezTo>
                  <a:cubicBezTo>
                    <a:pt x="3064" y="132"/>
                    <a:pt x="2731" y="1"/>
                    <a:pt x="24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4"/>
            <p:cNvSpPr/>
            <p:nvPr/>
          </p:nvSpPr>
          <p:spPr>
            <a:xfrm>
              <a:off x="7775493" y="4216481"/>
              <a:ext cx="900519" cy="1726254"/>
            </a:xfrm>
            <a:custGeom>
              <a:avLst/>
              <a:gdLst/>
              <a:ahLst/>
              <a:cxnLst/>
              <a:rect l="l" t="t" r="r" b="b"/>
              <a:pathLst>
                <a:path w="20796" h="39865" extrusionOk="0">
                  <a:moveTo>
                    <a:pt x="11327" y="0"/>
                  </a:moveTo>
                  <a:cubicBezTo>
                    <a:pt x="11327" y="0"/>
                    <a:pt x="9172" y="1934"/>
                    <a:pt x="6053" y="2768"/>
                  </a:cubicBezTo>
                  <a:cubicBezTo>
                    <a:pt x="5461" y="2927"/>
                    <a:pt x="4875" y="2991"/>
                    <a:pt x="4314" y="2991"/>
                  </a:cubicBezTo>
                  <a:cubicBezTo>
                    <a:pt x="1926" y="2991"/>
                    <a:pt x="1" y="1825"/>
                    <a:pt x="1" y="1825"/>
                  </a:cubicBezTo>
                  <a:lnTo>
                    <a:pt x="1" y="1825"/>
                  </a:lnTo>
                  <a:lnTo>
                    <a:pt x="2416" y="21157"/>
                  </a:lnTo>
                  <a:lnTo>
                    <a:pt x="20796" y="39865"/>
                  </a:lnTo>
                  <a:lnTo>
                    <a:pt x="11327"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a:off x="8105889" y="2613518"/>
              <a:ext cx="721030" cy="958674"/>
            </a:xfrm>
            <a:custGeom>
              <a:avLst/>
              <a:gdLst/>
              <a:ahLst/>
              <a:cxnLst/>
              <a:rect l="l" t="t" r="r" b="b"/>
              <a:pathLst>
                <a:path w="16651" h="22139" extrusionOk="0">
                  <a:moveTo>
                    <a:pt x="16527" y="0"/>
                  </a:moveTo>
                  <a:cubicBezTo>
                    <a:pt x="16052" y="364"/>
                    <a:pt x="15632" y="803"/>
                    <a:pt x="15369" y="1166"/>
                  </a:cubicBezTo>
                  <a:cubicBezTo>
                    <a:pt x="14232" y="2734"/>
                    <a:pt x="13858" y="4750"/>
                    <a:pt x="13271" y="6556"/>
                  </a:cubicBezTo>
                  <a:cubicBezTo>
                    <a:pt x="12753" y="8145"/>
                    <a:pt x="11984" y="9635"/>
                    <a:pt x="11181" y="11116"/>
                  </a:cubicBezTo>
                  <a:cubicBezTo>
                    <a:pt x="12173" y="10011"/>
                    <a:pt x="13692" y="9243"/>
                    <a:pt x="13916" y="8267"/>
                  </a:cubicBezTo>
                  <a:cubicBezTo>
                    <a:pt x="14166" y="7177"/>
                    <a:pt x="14861" y="2972"/>
                    <a:pt x="15428" y="1802"/>
                  </a:cubicBezTo>
                  <a:cubicBezTo>
                    <a:pt x="15741" y="1156"/>
                    <a:pt x="16203" y="646"/>
                    <a:pt x="16651" y="335"/>
                  </a:cubicBezTo>
                  <a:cubicBezTo>
                    <a:pt x="16641" y="298"/>
                    <a:pt x="16600" y="166"/>
                    <a:pt x="16527" y="0"/>
                  </a:cubicBezTo>
                  <a:close/>
                  <a:moveTo>
                    <a:pt x="13386" y="1975"/>
                  </a:moveTo>
                  <a:cubicBezTo>
                    <a:pt x="13291" y="1975"/>
                    <a:pt x="13187" y="1999"/>
                    <a:pt x="13074" y="2058"/>
                  </a:cubicBezTo>
                  <a:cubicBezTo>
                    <a:pt x="12129" y="2904"/>
                    <a:pt x="12320" y="3810"/>
                    <a:pt x="11971" y="5277"/>
                  </a:cubicBezTo>
                  <a:cubicBezTo>
                    <a:pt x="11607" y="6808"/>
                    <a:pt x="10572" y="8288"/>
                    <a:pt x="9732" y="9701"/>
                  </a:cubicBezTo>
                  <a:cubicBezTo>
                    <a:pt x="10155" y="8709"/>
                    <a:pt x="10753" y="7101"/>
                    <a:pt x="11145" y="5854"/>
                  </a:cubicBezTo>
                  <a:cubicBezTo>
                    <a:pt x="11124" y="5853"/>
                    <a:pt x="11104" y="5852"/>
                    <a:pt x="11083" y="5852"/>
                  </a:cubicBezTo>
                  <a:cubicBezTo>
                    <a:pt x="10978" y="5852"/>
                    <a:pt x="10870" y="5864"/>
                    <a:pt x="10757" y="5889"/>
                  </a:cubicBezTo>
                  <a:cubicBezTo>
                    <a:pt x="9616" y="7386"/>
                    <a:pt x="9338" y="9518"/>
                    <a:pt x="8444" y="11130"/>
                  </a:cubicBezTo>
                  <a:cubicBezTo>
                    <a:pt x="8111" y="11728"/>
                    <a:pt x="7154" y="13051"/>
                    <a:pt x="6577" y="14240"/>
                  </a:cubicBezTo>
                  <a:lnTo>
                    <a:pt x="6599" y="14212"/>
                  </a:lnTo>
                  <a:lnTo>
                    <a:pt x="6599" y="14212"/>
                  </a:lnTo>
                  <a:cubicBezTo>
                    <a:pt x="6260" y="14724"/>
                    <a:pt x="5963" y="15216"/>
                    <a:pt x="5767" y="15637"/>
                  </a:cubicBezTo>
                  <a:cubicBezTo>
                    <a:pt x="7078" y="14099"/>
                    <a:pt x="10581" y="9845"/>
                    <a:pt x="11203" y="8449"/>
                  </a:cubicBezTo>
                  <a:cubicBezTo>
                    <a:pt x="11843" y="7016"/>
                    <a:pt x="12958" y="3958"/>
                    <a:pt x="13327" y="2449"/>
                  </a:cubicBezTo>
                  <a:cubicBezTo>
                    <a:pt x="13367" y="2286"/>
                    <a:pt x="13409" y="2132"/>
                    <a:pt x="13452" y="1979"/>
                  </a:cubicBezTo>
                  <a:cubicBezTo>
                    <a:pt x="13431" y="1977"/>
                    <a:pt x="13409" y="1975"/>
                    <a:pt x="13386" y="1975"/>
                  </a:cubicBezTo>
                  <a:close/>
                  <a:moveTo>
                    <a:pt x="7355" y="14228"/>
                  </a:moveTo>
                  <a:lnTo>
                    <a:pt x="7355" y="14228"/>
                  </a:lnTo>
                  <a:cubicBezTo>
                    <a:pt x="6610" y="14957"/>
                    <a:pt x="5795" y="15858"/>
                    <a:pt x="4960" y="16960"/>
                  </a:cubicBezTo>
                  <a:cubicBezTo>
                    <a:pt x="3580" y="18780"/>
                    <a:pt x="1038" y="20644"/>
                    <a:pt x="2" y="21834"/>
                  </a:cubicBezTo>
                  <a:cubicBezTo>
                    <a:pt x="2" y="21837"/>
                    <a:pt x="1" y="21837"/>
                    <a:pt x="1" y="21838"/>
                  </a:cubicBezTo>
                  <a:cubicBezTo>
                    <a:pt x="1099" y="21011"/>
                    <a:pt x="2237" y="20300"/>
                    <a:pt x="2904" y="19926"/>
                  </a:cubicBezTo>
                  <a:cubicBezTo>
                    <a:pt x="4166" y="19220"/>
                    <a:pt x="4646" y="19300"/>
                    <a:pt x="5716" y="16922"/>
                  </a:cubicBezTo>
                  <a:cubicBezTo>
                    <a:pt x="6081" y="16111"/>
                    <a:pt x="6679" y="15159"/>
                    <a:pt x="7355" y="14228"/>
                  </a:cubicBezTo>
                  <a:close/>
                  <a:moveTo>
                    <a:pt x="13122" y="9873"/>
                  </a:moveTo>
                  <a:cubicBezTo>
                    <a:pt x="13096" y="9873"/>
                    <a:pt x="13071" y="9874"/>
                    <a:pt x="13045" y="9874"/>
                  </a:cubicBezTo>
                  <a:cubicBezTo>
                    <a:pt x="13640" y="9931"/>
                    <a:pt x="14096" y="10221"/>
                    <a:pt x="14149" y="10861"/>
                  </a:cubicBezTo>
                  <a:cubicBezTo>
                    <a:pt x="14254" y="12157"/>
                    <a:pt x="12305" y="14388"/>
                    <a:pt x="11513" y="15771"/>
                  </a:cubicBezTo>
                  <a:cubicBezTo>
                    <a:pt x="10721" y="17155"/>
                    <a:pt x="10328" y="18263"/>
                    <a:pt x="9620" y="19198"/>
                  </a:cubicBezTo>
                  <a:cubicBezTo>
                    <a:pt x="9236" y="19704"/>
                    <a:pt x="8791" y="20937"/>
                    <a:pt x="8314" y="22139"/>
                  </a:cubicBezTo>
                  <a:cubicBezTo>
                    <a:pt x="10447" y="19486"/>
                    <a:pt x="12397" y="15755"/>
                    <a:pt x="14825" y="12264"/>
                  </a:cubicBezTo>
                  <a:cubicBezTo>
                    <a:pt x="15994" y="10584"/>
                    <a:pt x="14792" y="9873"/>
                    <a:pt x="13122" y="987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 name="Google Shape;63;p4"/>
          <p:cNvSpPr/>
          <p:nvPr/>
        </p:nvSpPr>
        <p:spPr>
          <a:xfrm rot="62989" flipH="1">
            <a:off x="779551" y="4285319"/>
            <a:ext cx="7543882" cy="1075141"/>
          </a:xfrm>
          <a:custGeom>
            <a:avLst/>
            <a:gdLst/>
            <a:ahLst/>
            <a:cxnLst/>
            <a:rect l="l" t="t" r="r" b="b"/>
            <a:pathLst>
              <a:path w="69718" h="12553" extrusionOk="0">
                <a:moveTo>
                  <a:pt x="69717" y="11029"/>
                </a:moveTo>
                <a:lnTo>
                  <a:pt x="69717" y="11029"/>
                </a:lnTo>
                <a:cubicBezTo>
                  <a:pt x="69717" y="11029"/>
                  <a:pt x="69717" y="11029"/>
                  <a:pt x="69717" y="11029"/>
                </a:cubicBezTo>
                <a:lnTo>
                  <a:pt x="69717" y="11029"/>
                </a:lnTo>
                <a:cubicBezTo>
                  <a:pt x="69717" y="11029"/>
                  <a:pt x="69717" y="11029"/>
                  <a:pt x="69717" y="11029"/>
                </a:cubicBezTo>
                <a:close/>
                <a:moveTo>
                  <a:pt x="31124" y="1"/>
                </a:moveTo>
                <a:cubicBezTo>
                  <a:pt x="26625" y="1"/>
                  <a:pt x="22143" y="517"/>
                  <a:pt x="17840" y="1555"/>
                </a:cubicBezTo>
                <a:cubicBezTo>
                  <a:pt x="12531" y="2836"/>
                  <a:pt x="7494" y="4909"/>
                  <a:pt x="3038" y="7787"/>
                </a:cubicBezTo>
                <a:cubicBezTo>
                  <a:pt x="2474" y="8149"/>
                  <a:pt x="1" y="9450"/>
                  <a:pt x="61" y="10085"/>
                </a:cubicBezTo>
                <a:cubicBezTo>
                  <a:pt x="143" y="10936"/>
                  <a:pt x="2473" y="11118"/>
                  <a:pt x="3258" y="11238"/>
                </a:cubicBezTo>
                <a:cubicBezTo>
                  <a:pt x="4982" y="11501"/>
                  <a:pt x="6734" y="11563"/>
                  <a:pt x="8487" y="11563"/>
                </a:cubicBezTo>
                <a:cubicBezTo>
                  <a:pt x="9607" y="11563"/>
                  <a:pt x="10728" y="11537"/>
                  <a:pt x="11842" y="11523"/>
                </a:cubicBezTo>
                <a:cubicBezTo>
                  <a:pt x="12610" y="11514"/>
                  <a:pt x="13380" y="11509"/>
                  <a:pt x="14149" y="11509"/>
                </a:cubicBezTo>
                <a:cubicBezTo>
                  <a:pt x="25833" y="11509"/>
                  <a:pt x="37595" y="12553"/>
                  <a:pt x="49240" y="12553"/>
                </a:cubicBezTo>
                <a:cubicBezTo>
                  <a:pt x="56120" y="12553"/>
                  <a:pt x="62959" y="12188"/>
                  <a:pt x="69717" y="11029"/>
                </a:cubicBezTo>
                <a:lnTo>
                  <a:pt x="69717" y="11029"/>
                </a:lnTo>
                <a:cubicBezTo>
                  <a:pt x="69712" y="11030"/>
                  <a:pt x="69706" y="11030"/>
                  <a:pt x="69700" y="11030"/>
                </a:cubicBezTo>
                <a:cubicBezTo>
                  <a:pt x="69304" y="11030"/>
                  <a:pt x="67098" y="9184"/>
                  <a:pt x="66689" y="8935"/>
                </a:cubicBezTo>
                <a:cubicBezTo>
                  <a:pt x="65549" y="8243"/>
                  <a:pt x="64357" y="7612"/>
                  <a:pt x="63129" y="7035"/>
                </a:cubicBezTo>
                <a:cubicBezTo>
                  <a:pt x="60848" y="5961"/>
                  <a:pt x="58461" y="5077"/>
                  <a:pt x="55995" y="4353"/>
                </a:cubicBezTo>
                <a:cubicBezTo>
                  <a:pt x="50114" y="2622"/>
                  <a:pt x="44105" y="1112"/>
                  <a:pt x="37919" y="394"/>
                </a:cubicBezTo>
                <a:cubicBezTo>
                  <a:pt x="35663" y="132"/>
                  <a:pt x="33391" y="1"/>
                  <a:pt x="31124" y="1"/>
                </a:cubicBezTo>
                <a:close/>
              </a:path>
            </a:pathLst>
          </a:custGeom>
          <a:gradFill>
            <a:gsLst>
              <a:gs pos="0">
                <a:schemeClr val="accent4"/>
              </a:gs>
              <a:gs pos="100000">
                <a:schemeClr val="accent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 name="Google Shape;64;p4"/>
          <p:cNvGrpSpPr/>
          <p:nvPr/>
        </p:nvGrpSpPr>
        <p:grpSpPr>
          <a:xfrm flipH="1">
            <a:off x="104493" y="2390316"/>
            <a:ext cx="1140601" cy="3435455"/>
            <a:chOff x="7774800" y="2578270"/>
            <a:chExt cx="1117031" cy="3364465"/>
          </a:xfrm>
        </p:grpSpPr>
        <p:sp>
          <p:nvSpPr>
            <p:cNvPr id="65" name="Google Shape;65;p4"/>
            <p:cNvSpPr/>
            <p:nvPr/>
          </p:nvSpPr>
          <p:spPr>
            <a:xfrm>
              <a:off x="7775493" y="4196821"/>
              <a:ext cx="490487" cy="237298"/>
            </a:xfrm>
            <a:custGeom>
              <a:avLst/>
              <a:gdLst/>
              <a:ahLst/>
              <a:cxnLst/>
              <a:rect l="l" t="t" r="r" b="b"/>
              <a:pathLst>
                <a:path w="11327" h="5480" extrusionOk="0">
                  <a:moveTo>
                    <a:pt x="8856" y="1"/>
                  </a:moveTo>
                  <a:cubicBezTo>
                    <a:pt x="8035" y="1"/>
                    <a:pt x="6984" y="99"/>
                    <a:pt x="5668" y="387"/>
                  </a:cubicBezTo>
                  <a:cubicBezTo>
                    <a:pt x="2230" y="1139"/>
                    <a:pt x="1" y="2279"/>
                    <a:pt x="1" y="2279"/>
                  </a:cubicBezTo>
                  <a:cubicBezTo>
                    <a:pt x="1" y="2279"/>
                    <a:pt x="1500" y="5479"/>
                    <a:pt x="4589" y="5479"/>
                  </a:cubicBezTo>
                  <a:cubicBezTo>
                    <a:pt x="4939" y="5479"/>
                    <a:pt x="5309" y="5438"/>
                    <a:pt x="5700" y="5347"/>
                  </a:cubicBezTo>
                  <a:cubicBezTo>
                    <a:pt x="9540" y="4445"/>
                    <a:pt x="11327" y="454"/>
                    <a:pt x="11327" y="454"/>
                  </a:cubicBezTo>
                  <a:cubicBezTo>
                    <a:pt x="11327" y="454"/>
                    <a:pt x="10620" y="1"/>
                    <a:pt x="88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p:nvPr/>
          </p:nvSpPr>
          <p:spPr>
            <a:xfrm>
              <a:off x="7774800" y="2578270"/>
              <a:ext cx="1117031" cy="2268012"/>
            </a:xfrm>
            <a:custGeom>
              <a:avLst/>
              <a:gdLst/>
              <a:ahLst/>
              <a:cxnLst/>
              <a:rect l="l" t="t" r="r" b="b"/>
              <a:pathLst>
                <a:path w="25796" h="52376" extrusionOk="0">
                  <a:moveTo>
                    <a:pt x="23260" y="0"/>
                  </a:moveTo>
                  <a:cubicBezTo>
                    <a:pt x="23142" y="0"/>
                    <a:pt x="23013" y="33"/>
                    <a:pt x="22874" y="109"/>
                  </a:cubicBezTo>
                  <a:cubicBezTo>
                    <a:pt x="22059" y="553"/>
                    <a:pt x="21552" y="1406"/>
                    <a:pt x="21193" y="2546"/>
                  </a:cubicBezTo>
                  <a:cubicBezTo>
                    <a:pt x="21017" y="2661"/>
                    <a:pt x="20864" y="2777"/>
                    <a:pt x="20733" y="2894"/>
                  </a:cubicBezTo>
                  <a:cubicBezTo>
                    <a:pt x="20728" y="2896"/>
                    <a:pt x="20722" y="2896"/>
                    <a:pt x="20719" y="2901"/>
                  </a:cubicBezTo>
                  <a:cubicBezTo>
                    <a:pt x="19877" y="3360"/>
                    <a:pt x="19418" y="4327"/>
                    <a:pt x="19099" y="5622"/>
                  </a:cubicBezTo>
                  <a:cubicBezTo>
                    <a:pt x="19064" y="5765"/>
                    <a:pt x="19021" y="5923"/>
                    <a:pt x="18974" y="6092"/>
                  </a:cubicBezTo>
                  <a:cubicBezTo>
                    <a:pt x="18963" y="6102"/>
                    <a:pt x="18951" y="6112"/>
                    <a:pt x="18938" y="6123"/>
                  </a:cubicBezTo>
                  <a:cubicBezTo>
                    <a:pt x="18743" y="6303"/>
                    <a:pt x="18569" y="6498"/>
                    <a:pt x="18410" y="6704"/>
                  </a:cubicBezTo>
                  <a:cubicBezTo>
                    <a:pt x="18406" y="6706"/>
                    <a:pt x="18399" y="6706"/>
                    <a:pt x="18393" y="6709"/>
                  </a:cubicBezTo>
                  <a:cubicBezTo>
                    <a:pt x="17230" y="6978"/>
                    <a:pt x="16068" y="10606"/>
                    <a:pt x="12717" y="15116"/>
                  </a:cubicBezTo>
                  <a:cubicBezTo>
                    <a:pt x="10286" y="18391"/>
                    <a:pt x="4741" y="22941"/>
                    <a:pt x="2003" y="28389"/>
                  </a:cubicBezTo>
                  <a:cubicBezTo>
                    <a:pt x="1" y="32374"/>
                    <a:pt x="1203" y="45445"/>
                    <a:pt x="2297" y="52376"/>
                  </a:cubicBezTo>
                  <a:cubicBezTo>
                    <a:pt x="4198" y="52060"/>
                    <a:pt x="10447" y="48699"/>
                    <a:pt x="13404" y="48210"/>
                  </a:cubicBezTo>
                  <a:cubicBezTo>
                    <a:pt x="11536" y="42826"/>
                    <a:pt x="10668" y="38539"/>
                    <a:pt x="10489" y="34938"/>
                  </a:cubicBezTo>
                  <a:cubicBezTo>
                    <a:pt x="12016" y="29248"/>
                    <a:pt x="13968" y="28527"/>
                    <a:pt x="15501" y="27012"/>
                  </a:cubicBezTo>
                  <a:cubicBezTo>
                    <a:pt x="18082" y="24461"/>
                    <a:pt x="18944" y="22921"/>
                    <a:pt x="20014" y="19752"/>
                  </a:cubicBezTo>
                  <a:cubicBezTo>
                    <a:pt x="20390" y="18638"/>
                    <a:pt x="21838" y="15826"/>
                    <a:pt x="23002" y="13702"/>
                  </a:cubicBezTo>
                  <a:cubicBezTo>
                    <a:pt x="24165" y="11576"/>
                    <a:pt x="24521" y="11783"/>
                    <a:pt x="24770" y="9765"/>
                  </a:cubicBezTo>
                  <a:cubicBezTo>
                    <a:pt x="25018" y="7745"/>
                    <a:pt x="25796" y="980"/>
                    <a:pt x="25235" y="875"/>
                  </a:cubicBezTo>
                  <a:cubicBezTo>
                    <a:pt x="25199" y="869"/>
                    <a:pt x="25162" y="866"/>
                    <a:pt x="25123" y="866"/>
                  </a:cubicBezTo>
                  <a:cubicBezTo>
                    <a:pt x="24891" y="866"/>
                    <a:pt x="24599" y="978"/>
                    <a:pt x="24296" y="1184"/>
                  </a:cubicBezTo>
                  <a:cubicBezTo>
                    <a:pt x="24278" y="1124"/>
                    <a:pt x="23953" y="0"/>
                    <a:pt x="23260"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8546923" y="3061133"/>
              <a:ext cx="179835" cy="156668"/>
            </a:xfrm>
            <a:custGeom>
              <a:avLst/>
              <a:gdLst/>
              <a:ahLst/>
              <a:cxnLst/>
              <a:rect l="l" t="t" r="r" b="b"/>
              <a:pathLst>
                <a:path w="4153" h="3618" extrusionOk="0">
                  <a:moveTo>
                    <a:pt x="2417" y="1"/>
                  </a:moveTo>
                  <a:cubicBezTo>
                    <a:pt x="1981" y="1"/>
                    <a:pt x="1579" y="252"/>
                    <a:pt x="1289" y="662"/>
                  </a:cubicBezTo>
                  <a:cubicBezTo>
                    <a:pt x="611" y="1620"/>
                    <a:pt x="0" y="2403"/>
                    <a:pt x="578" y="2907"/>
                  </a:cubicBezTo>
                  <a:cubicBezTo>
                    <a:pt x="985" y="3260"/>
                    <a:pt x="1294" y="3618"/>
                    <a:pt x="1656" y="3618"/>
                  </a:cubicBezTo>
                  <a:cubicBezTo>
                    <a:pt x="1810" y="3618"/>
                    <a:pt x="1972" y="3554"/>
                    <a:pt x="2157" y="3398"/>
                  </a:cubicBezTo>
                  <a:cubicBezTo>
                    <a:pt x="2777" y="2878"/>
                    <a:pt x="4153" y="1136"/>
                    <a:pt x="3385" y="428"/>
                  </a:cubicBezTo>
                  <a:cubicBezTo>
                    <a:pt x="3064" y="132"/>
                    <a:pt x="2731" y="1"/>
                    <a:pt x="2417"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7775493" y="4216481"/>
              <a:ext cx="900519" cy="1726254"/>
            </a:xfrm>
            <a:custGeom>
              <a:avLst/>
              <a:gdLst/>
              <a:ahLst/>
              <a:cxnLst/>
              <a:rect l="l" t="t" r="r" b="b"/>
              <a:pathLst>
                <a:path w="20796" h="39865" extrusionOk="0">
                  <a:moveTo>
                    <a:pt x="11327" y="0"/>
                  </a:moveTo>
                  <a:cubicBezTo>
                    <a:pt x="11327" y="0"/>
                    <a:pt x="9172" y="1934"/>
                    <a:pt x="6053" y="2768"/>
                  </a:cubicBezTo>
                  <a:cubicBezTo>
                    <a:pt x="5461" y="2927"/>
                    <a:pt x="4875" y="2991"/>
                    <a:pt x="4314" y="2991"/>
                  </a:cubicBezTo>
                  <a:cubicBezTo>
                    <a:pt x="1926" y="2991"/>
                    <a:pt x="1" y="1825"/>
                    <a:pt x="1" y="1825"/>
                  </a:cubicBezTo>
                  <a:lnTo>
                    <a:pt x="1" y="1825"/>
                  </a:lnTo>
                  <a:lnTo>
                    <a:pt x="2416" y="21157"/>
                  </a:lnTo>
                  <a:lnTo>
                    <a:pt x="20796" y="39865"/>
                  </a:lnTo>
                  <a:lnTo>
                    <a:pt x="11327" y="0"/>
                  </a:ln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8105889" y="2613518"/>
              <a:ext cx="721030" cy="958674"/>
            </a:xfrm>
            <a:custGeom>
              <a:avLst/>
              <a:gdLst/>
              <a:ahLst/>
              <a:cxnLst/>
              <a:rect l="l" t="t" r="r" b="b"/>
              <a:pathLst>
                <a:path w="16651" h="22139" extrusionOk="0">
                  <a:moveTo>
                    <a:pt x="16527" y="0"/>
                  </a:moveTo>
                  <a:cubicBezTo>
                    <a:pt x="16052" y="364"/>
                    <a:pt x="15632" y="803"/>
                    <a:pt x="15369" y="1166"/>
                  </a:cubicBezTo>
                  <a:cubicBezTo>
                    <a:pt x="14232" y="2734"/>
                    <a:pt x="13858" y="4750"/>
                    <a:pt x="13271" y="6556"/>
                  </a:cubicBezTo>
                  <a:cubicBezTo>
                    <a:pt x="12753" y="8145"/>
                    <a:pt x="11984" y="9635"/>
                    <a:pt x="11181" y="11116"/>
                  </a:cubicBezTo>
                  <a:cubicBezTo>
                    <a:pt x="12173" y="10011"/>
                    <a:pt x="13692" y="9243"/>
                    <a:pt x="13916" y="8267"/>
                  </a:cubicBezTo>
                  <a:cubicBezTo>
                    <a:pt x="14166" y="7177"/>
                    <a:pt x="14861" y="2972"/>
                    <a:pt x="15428" y="1802"/>
                  </a:cubicBezTo>
                  <a:cubicBezTo>
                    <a:pt x="15741" y="1156"/>
                    <a:pt x="16203" y="646"/>
                    <a:pt x="16651" y="335"/>
                  </a:cubicBezTo>
                  <a:cubicBezTo>
                    <a:pt x="16641" y="298"/>
                    <a:pt x="16600" y="166"/>
                    <a:pt x="16527" y="0"/>
                  </a:cubicBezTo>
                  <a:close/>
                  <a:moveTo>
                    <a:pt x="13386" y="1975"/>
                  </a:moveTo>
                  <a:cubicBezTo>
                    <a:pt x="13291" y="1975"/>
                    <a:pt x="13187" y="1999"/>
                    <a:pt x="13074" y="2058"/>
                  </a:cubicBezTo>
                  <a:cubicBezTo>
                    <a:pt x="12129" y="2904"/>
                    <a:pt x="12320" y="3810"/>
                    <a:pt x="11971" y="5277"/>
                  </a:cubicBezTo>
                  <a:cubicBezTo>
                    <a:pt x="11607" y="6808"/>
                    <a:pt x="10572" y="8288"/>
                    <a:pt x="9732" y="9701"/>
                  </a:cubicBezTo>
                  <a:cubicBezTo>
                    <a:pt x="10155" y="8709"/>
                    <a:pt x="10753" y="7101"/>
                    <a:pt x="11145" y="5854"/>
                  </a:cubicBezTo>
                  <a:cubicBezTo>
                    <a:pt x="11124" y="5853"/>
                    <a:pt x="11104" y="5852"/>
                    <a:pt x="11083" y="5852"/>
                  </a:cubicBezTo>
                  <a:cubicBezTo>
                    <a:pt x="10978" y="5852"/>
                    <a:pt x="10870" y="5864"/>
                    <a:pt x="10757" y="5889"/>
                  </a:cubicBezTo>
                  <a:cubicBezTo>
                    <a:pt x="9616" y="7386"/>
                    <a:pt x="9338" y="9518"/>
                    <a:pt x="8444" y="11130"/>
                  </a:cubicBezTo>
                  <a:cubicBezTo>
                    <a:pt x="8111" y="11728"/>
                    <a:pt x="7154" y="13051"/>
                    <a:pt x="6577" y="14240"/>
                  </a:cubicBezTo>
                  <a:lnTo>
                    <a:pt x="6599" y="14212"/>
                  </a:lnTo>
                  <a:lnTo>
                    <a:pt x="6599" y="14212"/>
                  </a:lnTo>
                  <a:cubicBezTo>
                    <a:pt x="6260" y="14724"/>
                    <a:pt x="5963" y="15216"/>
                    <a:pt x="5767" y="15637"/>
                  </a:cubicBezTo>
                  <a:cubicBezTo>
                    <a:pt x="7078" y="14099"/>
                    <a:pt x="10581" y="9845"/>
                    <a:pt x="11203" y="8449"/>
                  </a:cubicBezTo>
                  <a:cubicBezTo>
                    <a:pt x="11843" y="7016"/>
                    <a:pt x="12958" y="3958"/>
                    <a:pt x="13327" y="2449"/>
                  </a:cubicBezTo>
                  <a:cubicBezTo>
                    <a:pt x="13367" y="2286"/>
                    <a:pt x="13409" y="2132"/>
                    <a:pt x="13452" y="1979"/>
                  </a:cubicBezTo>
                  <a:cubicBezTo>
                    <a:pt x="13431" y="1977"/>
                    <a:pt x="13409" y="1975"/>
                    <a:pt x="13386" y="1975"/>
                  </a:cubicBezTo>
                  <a:close/>
                  <a:moveTo>
                    <a:pt x="7355" y="14228"/>
                  </a:moveTo>
                  <a:lnTo>
                    <a:pt x="7355" y="14228"/>
                  </a:lnTo>
                  <a:cubicBezTo>
                    <a:pt x="6610" y="14957"/>
                    <a:pt x="5795" y="15858"/>
                    <a:pt x="4960" y="16960"/>
                  </a:cubicBezTo>
                  <a:cubicBezTo>
                    <a:pt x="3580" y="18780"/>
                    <a:pt x="1038" y="20644"/>
                    <a:pt x="2" y="21834"/>
                  </a:cubicBezTo>
                  <a:cubicBezTo>
                    <a:pt x="2" y="21837"/>
                    <a:pt x="1" y="21837"/>
                    <a:pt x="1" y="21838"/>
                  </a:cubicBezTo>
                  <a:cubicBezTo>
                    <a:pt x="1099" y="21011"/>
                    <a:pt x="2237" y="20300"/>
                    <a:pt x="2904" y="19926"/>
                  </a:cubicBezTo>
                  <a:cubicBezTo>
                    <a:pt x="4166" y="19220"/>
                    <a:pt x="4646" y="19300"/>
                    <a:pt x="5716" y="16922"/>
                  </a:cubicBezTo>
                  <a:cubicBezTo>
                    <a:pt x="6081" y="16111"/>
                    <a:pt x="6679" y="15159"/>
                    <a:pt x="7355" y="14228"/>
                  </a:cubicBezTo>
                  <a:close/>
                  <a:moveTo>
                    <a:pt x="13122" y="9873"/>
                  </a:moveTo>
                  <a:cubicBezTo>
                    <a:pt x="13096" y="9873"/>
                    <a:pt x="13071" y="9874"/>
                    <a:pt x="13045" y="9874"/>
                  </a:cubicBezTo>
                  <a:cubicBezTo>
                    <a:pt x="13640" y="9931"/>
                    <a:pt x="14096" y="10221"/>
                    <a:pt x="14149" y="10861"/>
                  </a:cubicBezTo>
                  <a:cubicBezTo>
                    <a:pt x="14254" y="12157"/>
                    <a:pt x="12305" y="14388"/>
                    <a:pt x="11513" y="15771"/>
                  </a:cubicBezTo>
                  <a:cubicBezTo>
                    <a:pt x="10721" y="17155"/>
                    <a:pt x="10328" y="18263"/>
                    <a:pt x="9620" y="19198"/>
                  </a:cubicBezTo>
                  <a:cubicBezTo>
                    <a:pt x="9236" y="19704"/>
                    <a:pt x="8791" y="20937"/>
                    <a:pt x="8314" y="22139"/>
                  </a:cubicBezTo>
                  <a:cubicBezTo>
                    <a:pt x="10447" y="19486"/>
                    <a:pt x="12397" y="15755"/>
                    <a:pt x="14825" y="12264"/>
                  </a:cubicBezTo>
                  <a:cubicBezTo>
                    <a:pt x="15994" y="10584"/>
                    <a:pt x="14792" y="9873"/>
                    <a:pt x="13122" y="9873"/>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 name="Google Shape;70;p4"/>
          <p:cNvSpPr/>
          <p:nvPr/>
        </p:nvSpPr>
        <p:spPr>
          <a:xfrm rot="255845">
            <a:off x="1932145" y="4559111"/>
            <a:ext cx="5223762" cy="1062447"/>
          </a:xfrm>
          <a:custGeom>
            <a:avLst/>
            <a:gdLst/>
            <a:ahLst/>
            <a:cxnLst/>
            <a:rect l="l" t="t" r="r" b="b"/>
            <a:pathLst>
              <a:path w="61848" h="12280" extrusionOk="0">
                <a:moveTo>
                  <a:pt x="35827" y="1"/>
                </a:moveTo>
                <a:cubicBezTo>
                  <a:pt x="35024" y="1"/>
                  <a:pt x="34220" y="12"/>
                  <a:pt x="33417" y="35"/>
                </a:cubicBezTo>
                <a:cubicBezTo>
                  <a:pt x="29373" y="145"/>
                  <a:pt x="25342" y="538"/>
                  <a:pt x="21405" y="1205"/>
                </a:cubicBezTo>
                <a:cubicBezTo>
                  <a:pt x="17558" y="1855"/>
                  <a:pt x="13799" y="2765"/>
                  <a:pt x="10220" y="3911"/>
                </a:cubicBezTo>
                <a:cubicBezTo>
                  <a:pt x="8421" y="4485"/>
                  <a:pt x="6669" y="5119"/>
                  <a:pt x="4968" y="5809"/>
                </a:cubicBezTo>
                <a:cubicBezTo>
                  <a:pt x="3279" y="6497"/>
                  <a:pt x="1636" y="7226"/>
                  <a:pt x="122" y="8070"/>
                </a:cubicBezTo>
                <a:cubicBezTo>
                  <a:pt x="1" y="8139"/>
                  <a:pt x="100" y="8235"/>
                  <a:pt x="224" y="8235"/>
                </a:cubicBezTo>
                <a:cubicBezTo>
                  <a:pt x="255" y="8235"/>
                  <a:pt x="289" y="8229"/>
                  <a:pt x="320" y="8214"/>
                </a:cubicBezTo>
                <a:cubicBezTo>
                  <a:pt x="721" y="8032"/>
                  <a:pt x="1128" y="7859"/>
                  <a:pt x="1524" y="7675"/>
                </a:cubicBezTo>
                <a:cubicBezTo>
                  <a:pt x="4762" y="6166"/>
                  <a:pt x="8165" y="4832"/>
                  <a:pt x="11778" y="3749"/>
                </a:cubicBezTo>
                <a:cubicBezTo>
                  <a:pt x="15367" y="2673"/>
                  <a:pt x="19113" y="1833"/>
                  <a:pt x="22946" y="1246"/>
                </a:cubicBezTo>
                <a:cubicBezTo>
                  <a:pt x="26922" y="638"/>
                  <a:pt x="30984" y="311"/>
                  <a:pt x="35048" y="270"/>
                </a:cubicBezTo>
                <a:cubicBezTo>
                  <a:pt x="35339" y="267"/>
                  <a:pt x="35630" y="266"/>
                  <a:pt x="35920" y="266"/>
                </a:cubicBezTo>
                <a:cubicBezTo>
                  <a:pt x="39855" y="266"/>
                  <a:pt x="43780" y="531"/>
                  <a:pt x="47614" y="1054"/>
                </a:cubicBezTo>
                <a:cubicBezTo>
                  <a:pt x="51711" y="1613"/>
                  <a:pt x="55699" y="2467"/>
                  <a:pt x="59508" y="3568"/>
                </a:cubicBezTo>
                <a:cubicBezTo>
                  <a:pt x="59523" y="3572"/>
                  <a:pt x="59537" y="3574"/>
                  <a:pt x="59550" y="3574"/>
                </a:cubicBezTo>
                <a:cubicBezTo>
                  <a:pt x="59657" y="3574"/>
                  <a:pt x="59730" y="3456"/>
                  <a:pt x="59619" y="3422"/>
                </a:cubicBezTo>
                <a:cubicBezTo>
                  <a:pt x="59162" y="3280"/>
                  <a:pt x="58703" y="3142"/>
                  <a:pt x="58242" y="3008"/>
                </a:cubicBezTo>
                <a:cubicBezTo>
                  <a:pt x="54391" y="1888"/>
                  <a:pt x="50291" y="1100"/>
                  <a:pt x="46121" y="609"/>
                </a:cubicBezTo>
                <a:cubicBezTo>
                  <a:pt x="42734" y="208"/>
                  <a:pt x="39285" y="1"/>
                  <a:pt x="35827" y="1"/>
                </a:cubicBezTo>
                <a:close/>
                <a:moveTo>
                  <a:pt x="35564" y="2205"/>
                </a:moveTo>
                <a:cubicBezTo>
                  <a:pt x="35510" y="2205"/>
                  <a:pt x="35456" y="2205"/>
                  <a:pt x="35403" y="2205"/>
                </a:cubicBezTo>
                <a:cubicBezTo>
                  <a:pt x="30923" y="2212"/>
                  <a:pt x="26418" y="2495"/>
                  <a:pt x="21991" y="3003"/>
                </a:cubicBezTo>
                <a:cubicBezTo>
                  <a:pt x="18068" y="3456"/>
                  <a:pt x="14183" y="4121"/>
                  <a:pt x="10479" y="5113"/>
                </a:cubicBezTo>
                <a:cubicBezTo>
                  <a:pt x="6818" y="6097"/>
                  <a:pt x="3295" y="7406"/>
                  <a:pt x="356" y="9158"/>
                </a:cubicBezTo>
                <a:cubicBezTo>
                  <a:pt x="212" y="9244"/>
                  <a:pt x="333" y="9371"/>
                  <a:pt x="483" y="9371"/>
                </a:cubicBezTo>
                <a:cubicBezTo>
                  <a:pt x="523" y="9371"/>
                  <a:pt x="566" y="9362"/>
                  <a:pt x="607" y="9340"/>
                </a:cubicBezTo>
                <a:cubicBezTo>
                  <a:pt x="980" y="9133"/>
                  <a:pt x="1361" y="8937"/>
                  <a:pt x="1745" y="8741"/>
                </a:cubicBezTo>
                <a:cubicBezTo>
                  <a:pt x="4864" y="7154"/>
                  <a:pt x="8351" y="5932"/>
                  <a:pt x="12040" y="5029"/>
                </a:cubicBezTo>
                <a:cubicBezTo>
                  <a:pt x="15752" y="4119"/>
                  <a:pt x="19626" y="3528"/>
                  <a:pt x="23523" y="3127"/>
                </a:cubicBezTo>
                <a:cubicBezTo>
                  <a:pt x="27501" y="2718"/>
                  <a:pt x="31528" y="2483"/>
                  <a:pt x="35543" y="2483"/>
                </a:cubicBezTo>
                <a:cubicBezTo>
                  <a:pt x="36062" y="2483"/>
                  <a:pt x="36581" y="2487"/>
                  <a:pt x="37099" y="2495"/>
                </a:cubicBezTo>
                <a:cubicBezTo>
                  <a:pt x="41545" y="2561"/>
                  <a:pt x="45978" y="2942"/>
                  <a:pt x="50228" y="3745"/>
                </a:cubicBezTo>
                <a:cubicBezTo>
                  <a:pt x="54258" y="4507"/>
                  <a:pt x="58119" y="5642"/>
                  <a:pt x="61564" y="7182"/>
                </a:cubicBezTo>
                <a:cubicBezTo>
                  <a:pt x="61590" y="7193"/>
                  <a:pt x="61615" y="7198"/>
                  <a:pt x="61639" y="7198"/>
                </a:cubicBezTo>
                <a:cubicBezTo>
                  <a:pt x="61759" y="7198"/>
                  <a:pt x="61847" y="7081"/>
                  <a:pt x="61724" y="7023"/>
                </a:cubicBezTo>
                <a:cubicBezTo>
                  <a:pt x="61291" y="6824"/>
                  <a:pt x="60855" y="6628"/>
                  <a:pt x="60408" y="6440"/>
                </a:cubicBezTo>
                <a:cubicBezTo>
                  <a:pt x="56887" y="4953"/>
                  <a:pt x="52944" y="3909"/>
                  <a:pt x="48866" y="3229"/>
                </a:cubicBezTo>
                <a:cubicBezTo>
                  <a:pt x="44540" y="2506"/>
                  <a:pt x="40052" y="2205"/>
                  <a:pt x="35564" y="2205"/>
                </a:cubicBezTo>
                <a:close/>
                <a:moveTo>
                  <a:pt x="31345" y="4229"/>
                </a:moveTo>
                <a:cubicBezTo>
                  <a:pt x="28622" y="4229"/>
                  <a:pt x="25895" y="4323"/>
                  <a:pt x="23181" y="4529"/>
                </a:cubicBezTo>
                <a:cubicBezTo>
                  <a:pt x="19187" y="4830"/>
                  <a:pt x="15224" y="5385"/>
                  <a:pt x="11400" y="6230"/>
                </a:cubicBezTo>
                <a:cubicBezTo>
                  <a:pt x="7582" y="7073"/>
                  <a:pt x="3895" y="8198"/>
                  <a:pt x="540" y="9675"/>
                </a:cubicBezTo>
                <a:cubicBezTo>
                  <a:pt x="449" y="9715"/>
                  <a:pt x="420" y="9776"/>
                  <a:pt x="429" y="9831"/>
                </a:cubicBezTo>
                <a:cubicBezTo>
                  <a:pt x="365" y="9856"/>
                  <a:pt x="300" y="9879"/>
                  <a:pt x="236" y="9902"/>
                </a:cubicBezTo>
                <a:cubicBezTo>
                  <a:pt x="15" y="9984"/>
                  <a:pt x="102" y="10199"/>
                  <a:pt x="301" y="10199"/>
                </a:cubicBezTo>
                <a:cubicBezTo>
                  <a:pt x="334" y="10199"/>
                  <a:pt x="370" y="10193"/>
                  <a:pt x="409" y="10180"/>
                </a:cubicBezTo>
                <a:cubicBezTo>
                  <a:pt x="839" y="10030"/>
                  <a:pt x="1274" y="9882"/>
                  <a:pt x="1714" y="9741"/>
                </a:cubicBezTo>
                <a:cubicBezTo>
                  <a:pt x="5301" y="8582"/>
                  <a:pt x="9067" y="7710"/>
                  <a:pt x="12960" y="7144"/>
                </a:cubicBezTo>
                <a:cubicBezTo>
                  <a:pt x="16871" y="6574"/>
                  <a:pt x="20864" y="6295"/>
                  <a:pt x="24849" y="6259"/>
                </a:cubicBezTo>
                <a:cubicBezTo>
                  <a:pt x="25162" y="6256"/>
                  <a:pt x="25476" y="6254"/>
                  <a:pt x="25789" y="6254"/>
                </a:cubicBezTo>
                <a:cubicBezTo>
                  <a:pt x="29939" y="6254"/>
                  <a:pt x="34078" y="6511"/>
                  <a:pt x="38159" y="6939"/>
                </a:cubicBezTo>
                <a:cubicBezTo>
                  <a:pt x="40352" y="7170"/>
                  <a:pt x="42524" y="7452"/>
                  <a:pt x="44686" y="7771"/>
                </a:cubicBezTo>
                <a:cubicBezTo>
                  <a:pt x="46647" y="8059"/>
                  <a:pt x="48604" y="8368"/>
                  <a:pt x="50523" y="8752"/>
                </a:cubicBezTo>
                <a:cubicBezTo>
                  <a:pt x="54072" y="9460"/>
                  <a:pt x="57607" y="10474"/>
                  <a:pt x="60185" y="12243"/>
                </a:cubicBezTo>
                <a:cubicBezTo>
                  <a:pt x="60222" y="12269"/>
                  <a:pt x="60267" y="12279"/>
                  <a:pt x="60312" y="12279"/>
                </a:cubicBezTo>
                <a:cubicBezTo>
                  <a:pt x="60445" y="12279"/>
                  <a:pt x="60572" y="12185"/>
                  <a:pt x="60461" y="12105"/>
                </a:cubicBezTo>
                <a:cubicBezTo>
                  <a:pt x="60157" y="11888"/>
                  <a:pt x="59841" y="11680"/>
                  <a:pt x="59510" y="11481"/>
                </a:cubicBezTo>
                <a:cubicBezTo>
                  <a:pt x="56753" y="9829"/>
                  <a:pt x="53139" y="8932"/>
                  <a:pt x="49562" y="8271"/>
                </a:cubicBezTo>
                <a:cubicBezTo>
                  <a:pt x="45384" y="7496"/>
                  <a:pt x="41095" y="6906"/>
                  <a:pt x="36783" y="6494"/>
                </a:cubicBezTo>
                <a:cubicBezTo>
                  <a:pt x="33108" y="6144"/>
                  <a:pt x="29392" y="5943"/>
                  <a:pt x="25665" y="5943"/>
                </a:cubicBezTo>
                <a:cubicBezTo>
                  <a:pt x="24910" y="5943"/>
                  <a:pt x="24155" y="5951"/>
                  <a:pt x="23399" y="5968"/>
                </a:cubicBezTo>
                <a:cubicBezTo>
                  <a:pt x="19389" y="6057"/>
                  <a:pt x="15378" y="6398"/>
                  <a:pt x="11467" y="7038"/>
                </a:cubicBezTo>
                <a:cubicBezTo>
                  <a:pt x="8985" y="7444"/>
                  <a:pt x="6538" y="7967"/>
                  <a:pt x="4183" y="8629"/>
                </a:cubicBezTo>
                <a:cubicBezTo>
                  <a:pt x="6967" y="7660"/>
                  <a:pt x="9878" y="6865"/>
                  <a:pt x="12892" y="6257"/>
                </a:cubicBezTo>
                <a:cubicBezTo>
                  <a:pt x="16727" y="5482"/>
                  <a:pt x="20681" y="4992"/>
                  <a:pt x="24654" y="4742"/>
                </a:cubicBezTo>
                <a:cubicBezTo>
                  <a:pt x="26901" y="4602"/>
                  <a:pt x="29155" y="4538"/>
                  <a:pt x="31407" y="4538"/>
                </a:cubicBezTo>
                <a:cubicBezTo>
                  <a:pt x="33620" y="4538"/>
                  <a:pt x="35832" y="4600"/>
                  <a:pt x="38033" y="4712"/>
                </a:cubicBezTo>
                <a:cubicBezTo>
                  <a:pt x="40250" y="4825"/>
                  <a:pt x="42457" y="4988"/>
                  <a:pt x="44655" y="5192"/>
                </a:cubicBezTo>
                <a:cubicBezTo>
                  <a:pt x="46649" y="5375"/>
                  <a:pt x="48643" y="5577"/>
                  <a:pt x="50609" y="5857"/>
                </a:cubicBezTo>
                <a:cubicBezTo>
                  <a:pt x="54244" y="6371"/>
                  <a:pt x="57900" y="7192"/>
                  <a:pt x="60699" y="8813"/>
                </a:cubicBezTo>
                <a:cubicBezTo>
                  <a:pt x="60736" y="8834"/>
                  <a:pt x="60778" y="8842"/>
                  <a:pt x="60818" y="8842"/>
                </a:cubicBezTo>
                <a:cubicBezTo>
                  <a:pt x="60961" y="8842"/>
                  <a:pt x="61089" y="8736"/>
                  <a:pt x="60964" y="8661"/>
                </a:cubicBezTo>
                <a:cubicBezTo>
                  <a:pt x="60634" y="8463"/>
                  <a:pt x="60292" y="8272"/>
                  <a:pt x="59936" y="8092"/>
                </a:cubicBezTo>
                <a:cubicBezTo>
                  <a:pt x="56973" y="6596"/>
                  <a:pt x="53251" y="5895"/>
                  <a:pt x="49596" y="5426"/>
                </a:cubicBezTo>
                <a:cubicBezTo>
                  <a:pt x="45326" y="4879"/>
                  <a:pt x="40970" y="4521"/>
                  <a:pt x="36611" y="4341"/>
                </a:cubicBezTo>
                <a:cubicBezTo>
                  <a:pt x="34860" y="4268"/>
                  <a:pt x="33103" y="4229"/>
                  <a:pt x="31345" y="42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txBox="1">
            <a:spLocks noGrp="1"/>
          </p:cNvSpPr>
          <p:nvPr>
            <p:ph type="title"/>
          </p:nvPr>
        </p:nvSpPr>
        <p:spPr>
          <a:xfrm>
            <a:off x="1369200" y="1174988"/>
            <a:ext cx="6405600" cy="1585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2"/>
              </a:buClr>
              <a:buSzPts val="3100"/>
              <a:buNone/>
              <a:defRPr sz="15000"/>
            </a:lvl1pPr>
            <a:lvl2pPr lvl="1" rtl="0">
              <a:lnSpc>
                <a:spcPct val="100000"/>
              </a:lnSpc>
              <a:spcBef>
                <a:spcPts val="0"/>
              </a:spcBef>
              <a:spcAft>
                <a:spcPts val="0"/>
              </a:spcAft>
              <a:buClr>
                <a:schemeClr val="lt2"/>
              </a:buClr>
              <a:buSzPts val="2800"/>
              <a:buNone/>
              <a:defRPr>
                <a:solidFill>
                  <a:schemeClr val="lt2"/>
                </a:solidFill>
              </a:defRPr>
            </a:lvl2pPr>
            <a:lvl3pPr lvl="2" rtl="0">
              <a:lnSpc>
                <a:spcPct val="100000"/>
              </a:lnSpc>
              <a:spcBef>
                <a:spcPts val="0"/>
              </a:spcBef>
              <a:spcAft>
                <a:spcPts val="0"/>
              </a:spcAft>
              <a:buClr>
                <a:schemeClr val="lt2"/>
              </a:buClr>
              <a:buSzPts val="2800"/>
              <a:buNone/>
              <a:defRPr>
                <a:solidFill>
                  <a:schemeClr val="lt2"/>
                </a:solidFill>
              </a:defRPr>
            </a:lvl3pPr>
            <a:lvl4pPr lvl="3" rtl="0">
              <a:lnSpc>
                <a:spcPct val="100000"/>
              </a:lnSpc>
              <a:spcBef>
                <a:spcPts val="0"/>
              </a:spcBef>
              <a:spcAft>
                <a:spcPts val="0"/>
              </a:spcAft>
              <a:buClr>
                <a:schemeClr val="lt2"/>
              </a:buClr>
              <a:buSzPts val="2800"/>
              <a:buNone/>
              <a:defRPr>
                <a:solidFill>
                  <a:schemeClr val="lt2"/>
                </a:solidFill>
              </a:defRPr>
            </a:lvl4pPr>
            <a:lvl5pPr lvl="4" rtl="0">
              <a:lnSpc>
                <a:spcPct val="100000"/>
              </a:lnSpc>
              <a:spcBef>
                <a:spcPts val="0"/>
              </a:spcBef>
              <a:spcAft>
                <a:spcPts val="0"/>
              </a:spcAft>
              <a:buClr>
                <a:schemeClr val="lt2"/>
              </a:buClr>
              <a:buSzPts val="2800"/>
              <a:buNone/>
              <a:defRPr>
                <a:solidFill>
                  <a:schemeClr val="lt2"/>
                </a:solidFill>
              </a:defRPr>
            </a:lvl5pPr>
            <a:lvl6pPr lvl="5" rtl="0">
              <a:lnSpc>
                <a:spcPct val="100000"/>
              </a:lnSpc>
              <a:spcBef>
                <a:spcPts val="0"/>
              </a:spcBef>
              <a:spcAft>
                <a:spcPts val="0"/>
              </a:spcAft>
              <a:buClr>
                <a:schemeClr val="lt2"/>
              </a:buClr>
              <a:buSzPts val="2800"/>
              <a:buNone/>
              <a:defRPr>
                <a:solidFill>
                  <a:schemeClr val="lt2"/>
                </a:solidFill>
              </a:defRPr>
            </a:lvl6pPr>
            <a:lvl7pPr lvl="6" rtl="0">
              <a:lnSpc>
                <a:spcPct val="100000"/>
              </a:lnSpc>
              <a:spcBef>
                <a:spcPts val="0"/>
              </a:spcBef>
              <a:spcAft>
                <a:spcPts val="0"/>
              </a:spcAft>
              <a:buClr>
                <a:schemeClr val="lt2"/>
              </a:buClr>
              <a:buSzPts val="2800"/>
              <a:buNone/>
              <a:defRPr>
                <a:solidFill>
                  <a:schemeClr val="lt2"/>
                </a:solidFill>
              </a:defRPr>
            </a:lvl7pPr>
            <a:lvl8pPr lvl="7" rtl="0">
              <a:lnSpc>
                <a:spcPct val="100000"/>
              </a:lnSpc>
              <a:spcBef>
                <a:spcPts val="0"/>
              </a:spcBef>
              <a:spcAft>
                <a:spcPts val="0"/>
              </a:spcAft>
              <a:buClr>
                <a:schemeClr val="lt2"/>
              </a:buClr>
              <a:buSzPts val="2800"/>
              <a:buNone/>
              <a:defRPr>
                <a:solidFill>
                  <a:schemeClr val="lt2"/>
                </a:solidFill>
              </a:defRPr>
            </a:lvl8pPr>
            <a:lvl9pPr lvl="8" rtl="0">
              <a:lnSpc>
                <a:spcPct val="100000"/>
              </a:lnSpc>
              <a:spcBef>
                <a:spcPts val="0"/>
              </a:spcBef>
              <a:spcAft>
                <a:spcPts val="0"/>
              </a:spcAft>
              <a:buClr>
                <a:schemeClr val="lt2"/>
              </a:buClr>
              <a:buSzPts val="2800"/>
              <a:buNone/>
              <a:defRPr>
                <a:solidFill>
                  <a:schemeClr val="lt2"/>
                </a:solidFill>
              </a:defRPr>
            </a:lvl9pPr>
          </a:lstStyle>
          <a:p>
            <a:endParaRPr/>
          </a:p>
        </p:txBody>
      </p:sp>
      <p:sp>
        <p:nvSpPr>
          <p:cNvPr id="72" name="Google Shape;72;p4"/>
          <p:cNvSpPr txBox="1">
            <a:spLocks noGrp="1"/>
          </p:cNvSpPr>
          <p:nvPr>
            <p:ph type="body" idx="1"/>
          </p:nvPr>
        </p:nvSpPr>
        <p:spPr>
          <a:xfrm>
            <a:off x="1828800" y="3107388"/>
            <a:ext cx="5486400" cy="600300"/>
          </a:xfrm>
          <a:prstGeom prst="rect">
            <a:avLst/>
          </a:prstGeom>
          <a:ln>
            <a:noFill/>
          </a:ln>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i="0"/>
            </a:lvl1pPr>
            <a:lvl2pPr marL="914400" lvl="1" indent="-304800" rtl="0">
              <a:lnSpc>
                <a:spcPct val="100000"/>
              </a:lnSpc>
              <a:spcBef>
                <a:spcPts val="0"/>
              </a:spcBef>
              <a:spcAft>
                <a:spcPts val="0"/>
              </a:spcAft>
              <a:buSzPts val="1200"/>
              <a:buChar char="○"/>
              <a:defRPr sz="1200"/>
            </a:lvl2pPr>
            <a:lvl3pPr marL="1371600" lvl="2" indent="-304800" rtl="0">
              <a:lnSpc>
                <a:spcPct val="100000"/>
              </a:lnSpc>
              <a:spcBef>
                <a:spcPts val="0"/>
              </a:spcBef>
              <a:spcAft>
                <a:spcPts val="0"/>
              </a:spcAft>
              <a:buSzPts val="1200"/>
              <a:buChar char="■"/>
              <a:defRPr sz="1200"/>
            </a:lvl3pPr>
            <a:lvl4pPr marL="1828800" lvl="3" indent="-304800" rtl="0">
              <a:lnSpc>
                <a:spcPct val="100000"/>
              </a:lnSpc>
              <a:spcBef>
                <a:spcPts val="0"/>
              </a:spcBef>
              <a:spcAft>
                <a:spcPts val="0"/>
              </a:spcAft>
              <a:buSzPts val="1200"/>
              <a:buChar char="●"/>
              <a:defRPr sz="1200"/>
            </a:lvl4pPr>
            <a:lvl5pPr marL="2286000" lvl="4" indent="-304800" rtl="0">
              <a:lnSpc>
                <a:spcPct val="100000"/>
              </a:lnSpc>
              <a:spcBef>
                <a:spcPts val="0"/>
              </a:spcBef>
              <a:spcAft>
                <a:spcPts val="0"/>
              </a:spcAft>
              <a:buSzPts val="1200"/>
              <a:buChar char="○"/>
              <a:defRPr sz="1200"/>
            </a:lvl5pPr>
            <a:lvl6pPr marL="2743200" lvl="5" indent="-304800" rtl="0">
              <a:lnSpc>
                <a:spcPct val="100000"/>
              </a:lnSpc>
              <a:spcBef>
                <a:spcPts val="0"/>
              </a:spcBef>
              <a:spcAft>
                <a:spcPts val="0"/>
              </a:spcAft>
              <a:buSzPts val="1200"/>
              <a:buChar char="■"/>
              <a:defRPr sz="1200"/>
            </a:lvl6pPr>
            <a:lvl7pPr marL="3200400" lvl="6" indent="-304800" rtl="0">
              <a:lnSpc>
                <a:spcPct val="100000"/>
              </a:lnSpc>
              <a:spcBef>
                <a:spcPts val="0"/>
              </a:spcBef>
              <a:spcAft>
                <a:spcPts val="0"/>
              </a:spcAft>
              <a:buSzPts val="1200"/>
              <a:buChar char="●"/>
              <a:defRPr sz="1200"/>
            </a:lvl7pPr>
            <a:lvl8pPr marL="3657600" lvl="7" indent="-304800" rtl="0">
              <a:lnSpc>
                <a:spcPct val="100000"/>
              </a:lnSpc>
              <a:spcBef>
                <a:spcPts val="0"/>
              </a:spcBef>
              <a:spcAft>
                <a:spcPts val="0"/>
              </a:spcAft>
              <a:buSzPts val="1200"/>
              <a:buChar char="○"/>
              <a:defRPr sz="1200"/>
            </a:lvl8pPr>
            <a:lvl9pPr marL="4114800" lvl="8" indent="-304800" rtl="0">
              <a:lnSpc>
                <a:spcPct val="100000"/>
              </a:lnSpc>
              <a:spcBef>
                <a:spcPts val="0"/>
              </a:spcBef>
              <a:spcAft>
                <a:spcPts val="0"/>
              </a:spcAft>
              <a:buSzPts val="1200"/>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5"/>
          <p:cNvSpPr/>
          <p:nvPr/>
        </p:nvSpPr>
        <p:spPr>
          <a:xfrm rot="5400000" flipH="1">
            <a:off x="5315272" y="4220235"/>
            <a:ext cx="424945" cy="1068696"/>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5"/>
          <p:cNvSpPr/>
          <p:nvPr/>
        </p:nvSpPr>
        <p:spPr>
          <a:xfrm rot="-837871" flipH="1">
            <a:off x="226660" y="3513557"/>
            <a:ext cx="424939" cy="1068683"/>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rot="266263" flipH="1">
            <a:off x="-1341542" y="4163926"/>
            <a:ext cx="7498865" cy="1181314"/>
          </a:xfrm>
          <a:custGeom>
            <a:avLst/>
            <a:gdLst/>
            <a:ahLst/>
            <a:cxnLst/>
            <a:rect l="l" t="t" r="r" b="b"/>
            <a:pathLst>
              <a:path w="69718" h="12553" extrusionOk="0">
                <a:moveTo>
                  <a:pt x="69717" y="11029"/>
                </a:moveTo>
                <a:lnTo>
                  <a:pt x="69717" y="11029"/>
                </a:lnTo>
                <a:cubicBezTo>
                  <a:pt x="69717" y="11029"/>
                  <a:pt x="69717" y="11029"/>
                  <a:pt x="69717" y="11029"/>
                </a:cubicBezTo>
                <a:lnTo>
                  <a:pt x="69717" y="11029"/>
                </a:lnTo>
                <a:cubicBezTo>
                  <a:pt x="69717" y="11029"/>
                  <a:pt x="69717" y="11029"/>
                  <a:pt x="69717" y="11029"/>
                </a:cubicBezTo>
                <a:close/>
                <a:moveTo>
                  <a:pt x="31124" y="1"/>
                </a:moveTo>
                <a:cubicBezTo>
                  <a:pt x="26625" y="1"/>
                  <a:pt x="22143" y="517"/>
                  <a:pt x="17840" y="1555"/>
                </a:cubicBezTo>
                <a:cubicBezTo>
                  <a:pt x="12531" y="2836"/>
                  <a:pt x="7494" y="4909"/>
                  <a:pt x="3038" y="7787"/>
                </a:cubicBezTo>
                <a:cubicBezTo>
                  <a:pt x="2474" y="8149"/>
                  <a:pt x="1" y="9450"/>
                  <a:pt x="61" y="10085"/>
                </a:cubicBezTo>
                <a:cubicBezTo>
                  <a:pt x="143" y="10936"/>
                  <a:pt x="2473" y="11118"/>
                  <a:pt x="3258" y="11238"/>
                </a:cubicBezTo>
                <a:cubicBezTo>
                  <a:pt x="4982" y="11501"/>
                  <a:pt x="6734" y="11563"/>
                  <a:pt x="8487" y="11563"/>
                </a:cubicBezTo>
                <a:cubicBezTo>
                  <a:pt x="9607" y="11563"/>
                  <a:pt x="10728" y="11537"/>
                  <a:pt x="11842" y="11523"/>
                </a:cubicBezTo>
                <a:cubicBezTo>
                  <a:pt x="12610" y="11514"/>
                  <a:pt x="13380" y="11509"/>
                  <a:pt x="14149" y="11509"/>
                </a:cubicBezTo>
                <a:cubicBezTo>
                  <a:pt x="25833" y="11509"/>
                  <a:pt x="37595" y="12553"/>
                  <a:pt x="49240" y="12553"/>
                </a:cubicBezTo>
                <a:cubicBezTo>
                  <a:pt x="56120" y="12553"/>
                  <a:pt x="62959" y="12188"/>
                  <a:pt x="69717" y="11029"/>
                </a:cubicBezTo>
                <a:lnTo>
                  <a:pt x="69717" y="11029"/>
                </a:lnTo>
                <a:cubicBezTo>
                  <a:pt x="69712" y="11030"/>
                  <a:pt x="69706" y="11030"/>
                  <a:pt x="69700" y="11030"/>
                </a:cubicBezTo>
                <a:cubicBezTo>
                  <a:pt x="69304" y="11030"/>
                  <a:pt x="67098" y="9184"/>
                  <a:pt x="66689" y="8935"/>
                </a:cubicBezTo>
                <a:cubicBezTo>
                  <a:pt x="65549" y="8243"/>
                  <a:pt x="64357" y="7612"/>
                  <a:pt x="63129" y="7035"/>
                </a:cubicBezTo>
                <a:cubicBezTo>
                  <a:pt x="60848" y="5961"/>
                  <a:pt x="58461" y="5077"/>
                  <a:pt x="55995" y="4353"/>
                </a:cubicBezTo>
                <a:cubicBezTo>
                  <a:pt x="50114" y="2622"/>
                  <a:pt x="44105" y="1112"/>
                  <a:pt x="37919" y="394"/>
                </a:cubicBezTo>
                <a:cubicBezTo>
                  <a:pt x="35663" y="132"/>
                  <a:pt x="33391" y="1"/>
                  <a:pt x="311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5"/>
          <p:cNvSpPr/>
          <p:nvPr/>
        </p:nvSpPr>
        <p:spPr>
          <a:xfrm rot="560773">
            <a:off x="-266302" y="4353960"/>
            <a:ext cx="6096264" cy="1167359"/>
          </a:xfrm>
          <a:custGeom>
            <a:avLst/>
            <a:gdLst/>
            <a:ahLst/>
            <a:cxnLst/>
            <a:rect l="l" t="t" r="r" b="b"/>
            <a:pathLst>
              <a:path w="61848" h="12280" extrusionOk="0">
                <a:moveTo>
                  <a:pt x="35827" y="1"/>
                </a:moveTo>
                <a:cubicBezTo>
                  <a:pt x="35024" y="1"/>
                  <a:pt x="34220" y="12"/>
                  <a:pt x="33417" y="35"/>
                </a:cubicBezTo>
                <a:cubicBezTo>
                  <a:pt x="29373" y="145"/>
                  <a:pt x="25342" y="538"/>
                  <a:pt x="21405" y="1205"/>
                </a:cubicBezTo>
                <a:cubicBezTo>
                  <a:pt x="17558" y="1855"/>
                  <a:pt x="13799" y="2765"/>
                  <a:pt x="10220" y="3911"/>
                </a:cubicBezTo>
                <a:cubicBezTo>
                  <a:pt x="8421" y="4485"/>
                  <a:pt x="6669" y="5119"/>
                  <a:pt x="4968" y="5809"/>
                </a:cubicBezTo>
                <a:cubicBezTo>
                  <a:pt x="3279" y="6497"/>
                  <a:pt x="1636" y="7226"/>
                  <a:pt x="122" y="8070"/>
                </a:cubicBezTo>
                <a:cubicBezTo>
                  <a:pt x="1" y="8139"/>
                  <a:pt x="100" y="8235"/>
                  <a:pt x="224" y="8235"/>
                </a:cubicBezTo>
                <a:cubicBezTo>
                  <a:pt x="255" y="8235"/>
                  <a:pt x="289" y="8229"/>
                  <a:pt x="320" y="8214"/>
                </a:cubicBezTo>
                <a:cubicBezTo>
                  <a:pt x="721" y="8032"/>
                  <a:pt x="1128" y="7859"/>
                  <a:pt x="1524" y="7675"/>
                </a:cubicBezTo>
                <a:cubicBezTo>
                  <a:pt x="4762" y="6166"/>
                  <a:pt x="8165" y="4832"/>
                  <a:pt x="11778" y="3749"/>
                </a:cubicBezTo>
                <a:cubicBezTo>
                  <a:pt x="15367" y="2673"/>
                  <a:pt x="19113" y="1833"/>
                  <a:pt x="22946" y="1246"/>
                </a:cubicBezTo>
                <a:cubicBezTo>
                  <a:pt x="26922" y="638"/>
                  <a:pt x="30984" y="311"/>
                  <a:pt x="35048" y="270"/>
                </a:cubicBezTo>
                <a:cubicBezTo>
                  <a:pt x="35339" y="267"/>
                  <a:pt x="35630" y="266"/>
                  <a:pt x="35920" y="266"/>
                </a:cubicBezTo>
                <a:cubicBezTo>
                  <a:pt x="39855" y="266"/>
                  <a:pt x="43780" y="531"/>
                  <a:pt x="47614" y="1054"/>
                </a:cubicBezTo>
                <a:cubicBezTo>
                  <a:pt x="51711" y="1613"/>
                  <a:pt x="55699" y="2467"/>
                  <a:pt x="59508" y="3568"/>
                </a:cubicBezTo>
                <a:cubicBezTo>
                  <a:pt x="59523" y="3572"/>
                  <a:pt x="59537" y="3574"/>
                  <a:pt x="59550" y="3574"/>
                </a:cubicBezTo>
                <a:cubicBezTo>
                  <a:pt x="59657" y="3574"/>
                  <a:pt x="59730" y="3456"/>
                  <a:pt x="59619" y="3422"/>
                </a:cubicBezTo>
                <a:cubicBezTo>
                  <a:pt x="59162" y="3280"/>
                  <a:pt x="58703" y="3142"/>
                  <a:pt x="58242" y="3008"/>
                </a:cubicBezTo>
                <a:cubicBezTo>
                  <a:pt x="54391" y="1888"/>
                  <a:pt x="50291" y="1100"/>
                  <a:pt x="46121" y="609"/>
                </a:cubicBezTo>
                <a:cubicBezTo>
                  <a:pt x="42734" y="208"/>
                  <a:pt x="39285" y="1"/>
                  <a:pt x="35827" y="1"/>
                </a:cubicBezTo>
                <a:close/>
                <a:moveTo>
                  <a:pt x="35564" y="2205"/>
                </a:moveTo>
                <a:cubicBezTo>
                  <a:pt x="35510" y="2205"/>
                  <a:pt x="35456" y="2205"/>
                  <a:pt x="35403" y="2205"/>
                </a:cubicBezTo>
                <a:cubicBezTo>
                  <a:pt x="30923" y="2212"/>
                  <a:pt x="26418" y="2495"/>
                  <a:pt x="21991" y="3003"/>
                </a:cubicBezTo>
                <a:cubicBezTo>
                  <a:pt x="18068" y="3456"/>
                  <a:pt x="14183" y="4121"/>
                  <a:pt x="10479" y="5113"/>
                </a:cubicBezTo>
                <a:cubicBezTo>
                  <a:pt x="6818" y="6097"/>
                  <a:pt x="3295" y="7406"/>
                  <a:pt x="356" y="9158"/>
                </a:cubicBezTo>
                <a:cubicBezTo>
                  <a:pt x="212" y="9244"/>
                  <a:pt x="333" y="9371"/>
                  <a:pt x="483" y="9371"/>
                </a:cubicBezTo>
                <a:cubicBezTo>
                  <a:pt x="523" y="9371"/>
                  <a:pt x="566" y="9362"/>
                  <a:pt x="607" y="9340"/>
                </a:cubicBezTo>
                <a:cubicBezTo>
                  <a:pt x="980" y="9133"/>
                  <a:pt x="1361" y="8937"/>
                  <a:pt x="1745" y="8741"/>
                </a:cubicBezTo>
                <a:cubicBezTo>
                  <a:pt x="4864" y="7154"/>
                  <a:pt x="8351" y="5932"/>
                  <a:pt x="12040" y="5029"/>
                </a:cubicBezTo>
                <a:cubicBezTo>
                  <a:pt x="15752" y="4119"/>
                  <a:pt x="19626" y="3528"/>
                  <a:pt x="23523" y="3127"/>
                </a:cubicBezTo>
                <a:cubicBezTo>
                  <a:pt x="27501" y="2718"/>
                  <a:pt x="31528" y="2483"/>
                  <a:pt x="35543" y="2483"/>
                </a:cubicBezTo>
                <a:cubicBezTo>
                  <a:pt x="36062" y="2483"/>
                  <a:pt x="36581" y="2487"/>
                  <a:pt x="37099" y="2495"/>
                </a:cubicBezTo>
                <a:cubicBezTo>
                  <a:pt x="41545" y="2561"/>
                  <a:pt x="45978" y="2942"/>
                  <a:pt x="50228" y="3745"/>
                </a:cubicBezTo>
                <a:cubicBezTo>
                  <a:pt x="54258" y="4507"/>
                  <a:pt x="58119" y="5642"/>
                  <a:pt x="61564" y="7182"/>
                </a:cubicBezTo>
                <a:cubicBezTo>
                  <a:pt x="61590" y="7193"/>
                  <a:pt x="61615" y="7198"/>
                  <a:pt x="61639" y="7198"/>
                </a:cubicBezTo>
                <a:cubicBezTo>
                  <a:pt x="61759" y="7198"/>
                  <a:pt x="61847" y="7081"/>
                  <a:pt x="61724" y="7023"/>
                </a:cubicBezTo>
                <a:cubicBezTo>
                  <a:pt x="61291" y="6824"/>
                  <a:pt x="60855" y="6628"/>
                  <a:pt x="60408" y="6440"/>
                </a:cubicBezTo>
                <a:cubicBezTo>
                  <a:pt x="56887" y="4953"/>
                  <a:pt x="52944" y="3909"/>
                  <a:pt x="48866" y="3229"/>
                </a:cubicBezTo>
                <a:cubicBezTo>
                  <a:pt x="44540" y="2506"/>
                  <a:pt x="40052" y="2205"/>
                  <a:pt x="35564" y="2205"/>
                </a:cubicBezTo>
                <a:close/>
                <a:moveTo>
                  <a:pt x="31345" y="4229"/>
                </a:moveTo>
                <a:cubicBezTo>
                  <a:pt x="28622" y="4229"/>
                  <a:pt x="25895" y="4323"/>
                  <a:pt x="23181" y="4529"/>
                </a:cubicBezTo>
                <a:cubicBezTo>
                  <a:pt x="19187" y="4830"/>
                  <a:pt x="15224" y="5385"/>
                  <a:pt x="11400" y="6230"/>
                </a:cubicBezTo>
                <a:cubicBezTo>
                  <a:pt x="7582" y="7073"/>
                  <a:pt x="3895" y="8198"/>
                  <a:pt x="540" y="9675"/>
                </a:cubicBezTo>
                <a:cubicBezTo>
                  <a:pt x="449" y="9715"/>
                  <a:pt x="420" y="9776"/>
                  <a:pt x="429" y="9831"/>
                </a:cubicBezTo>
                <a:cubicBezTo>
                  <a:pt x="365" y="9856"/>
                  <a:pt x="300" y="9879"/>
                  <a:pt x="236" y="9902"/>
                </a:cubicBezTo>
                <a:cubicBezTo>
                  <a:pt x="15" y="9984"/>
                  <a:pt x="102" y="10199"/>
                  <a:pt x="301" y="10199"/>
                </a:cubicBezTo>
                <a:cubicBezTo>
                  <a:pt x="334" y="10199"/>
                  <a:pt x="370" y="10193"/>
                  <a:pt x="409" y="10180"/>
                </a:cubicBezTo>
                <a:cubicBezTo>
                  <a:pt x="839" y="10030"/>
                  <a:pt x="1274" y="9882"/>
                  <a:pt x="1714" y="9741"/>
                </a:cubicBezTo>
                <a:cubicBezTo>
                  <a:pt x="5301" y="8582"/>
                  <a:pt x="9067" y="7710"/>
                  <a:pt x="12960" y="7144"/>
                </a:cubicBezTo>
                <a:cubicBezTo>
                  <a:pt x="16871" y="6574"/>
                  <a:pt x="20864" y="6295"/>
                  <a:pt x="24849" y="6259"/>
                </a:cubicBezTo>
                <a:cubicBezTo>
                  <a:pt x="25162" y="6256"/>
                  <a:pt x="25476" y="6254"/>
                  <a:pt x="25789" y="6254"/>
                </a:cubicBezTo>
                <a:cubicBezTo>
                  <a:pt x="29939" y="6254"/>
                  <a:pt x="34078" y="6511"/>
                  <a:pt x="38159" y="6939"/>
                </a:cubicBezTo>
                <a:cubicBezTo>
                  <a:pt x="40352" y="7170"/>
                  <a:pt x="42524" y="7452"/>
                  <a:pt x="44686" y="7771"/>
                </a:cubicBezTo>
                <a:cubicBezTo>
                  <a:pt x="46647" y="8059"/>
                  <a:pt x="48604" y="8368"/>
                  <a:pt x="50523" y="8752"/>
                </a:cubicBezTo>
                <a:cubicBezTo>
                  <a:pt x="54072" y="9460"/>
                  <a:pt x="57607" y="10474"/>
                  <a:pt x="60185" y="12243"/>
                </a:cubicBezTo>
                <a:cubicBezTo>
                  <a:pt x="60222" y="12269"/>
                  <a:pt x="60267" y="12279"/>
                  <a:pt x="60312" y="12279"/>
                </a:cubicBezTo>
                <a:cubicBezTo>
                  <a:pt x="60445" y="12279"/>
                  <a:pt x="60572" y="12185"/>
                  <a:pt x="60461" y="12105"/>
                </a:cubicBezTo>
                <a:cubicBezTo>
                  <a:pt x="60157" y="11888"/>
                  <a:pt x="59841" y="11680"/>
                  <a:pt x="59510" y="11481"/>
                </a:cubicBezTo>
                <a:cubicBezTo>
                  <a:pt x="56753" y="9829"/>
                  <a:pt x="53139" y="8932"/>
                  <a:pt x="49562" y="8271"/>
                </a:cubicBezTo>
                <a:cubicBezTo>
                  <a:pt x="45384" y="7496"/>
                  <a:pt x="41095" y="6906"/>
                  <a:pt x="36783" y="6494"/>
                </a:cubicBezTo>
                <a:cubicBezTo>
                  <a:pt x="33108" y="6144"/>
                  <a:pt x="29392" y="5943"/>
                  <a:pt x="25665" y="5943"/>
                </a:cubicBezTo>
                <a:cubicBezTo>
                  <a:pt x="24910" y="5943"/>
                  <a:pt x="24155" y="5951"/>
                  <a:pt x="23399" y="5968"/>
                </a:cubicBezTo>
                <a:cubicBezTo>
                  <a:pt x="19389" y="6057"/>
                  <a:pt x="15378" y="6398"/>
                  <a:pt x="11467" y="7038"/>
                </a:cubicBezTo>
                <a:cubicBezTo>
                  <a:pt x="8985" y="7444"/>
                  <a:pt x="6538" y="7967"/>
                  <a:pt x="4183" y="8629"/>
                </a:cubicBezTo>
                <a:cubicBezTo>
                  <a:pt x="6967" y="7660"/>
                  <a:pt x="9878" y="6865"/>
                  <a:pt x="12892" y="6257"/>
                </a:cubicBezTo>
                <a:cubicBezTo>
                  <a:pt x="16727" y="5482"/>
                  <a:pt x="20681" y="4992"/>
                  <a:pt x="24654" y="4742"/>
                </a:cubicBezTo>
                <a:cubicBezTo>
                  <a:pt x="26901" y="4602"/>
                  <a:pt x="29155" y="4538"/>
                  <a:pt x="31407" y="4538"/>
                </a:cubicBezTo>
                <a:cubicBezTo>
                  <a:pt x="33620" y="4538"/>
                  <a:pt x="35832" y="4600"/>
                  <a:pt x="38033" y="4712"/>
                </a:cubicBezTo>
                <a:cubicBezTo>
                  <a:pt x="40250" y="4825"/>
                  <a:pt x="42457" y="4988"/>
                  <a:pt x="44655" y="5192"/>
                </a:cubicBezTo>
                <a:cubicBezTo>
                  <a:pt x="46649" y="5375"/>
                  <a:pt x="48643" y="5577"/>
                  <a:pt x="50609" y="5857"/>
                </a:cubicBezTo>
                <a:cubicBezTo>
                  <a:pt x="54244" y="6371"/>
                  <a:pt x="57900" y="7192"/>
                  <a:pt x="60699" y="8813"/>
                </a:cubicBezTo>
                <a:cubicBezTo>
                  <a:pt x="60736" y="8834"/>
                  <a:pt x="60778" y="8842"/>
                  <a:pt x="60818" y="8842"/>
                </a:cubicBezTo>
                <a:cubicBezTo>
                  <a:pt x="60961" y="8842"/>
                  <a:pt x="61089" y="8736"/>
                  <a:pt x="60964" y="8661"/>
                </a:cubicBezTo>
                <a:cubicBezTo>
                  <a:pt x="60634" y="8463"/>
                  <a:pt x="60292" y="8272"/>
                  <a:pt x="59936" y="8092"/>
                </a:cubicBezTo>
                <a:cubicBezTo>
                  <a:pt x="56973" y="6596"/>
                  <a:pt x="53251" y="5895"/>
                  <a:pt x="49596" y="5426"/>
                </a:cubicBezTo>
                <a:cubicBezTo>
                  <a:pt x="45326" y="4879"/>
                  <a:pt x="40970" y="4521"/>
                  <a:pt x="36611" y="4341"/>
                </a:cubicBezTo>
                <a:cubicBezTo>
                  <a:pt x="34860" y="4268"/>
                  <a:pt x="33103" y="4229"/>
                  <a:pt x="31345" y="42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5"/>
          <p:cNvGrpSpPr/>
          <p:nvPr/>
        </p:nvGrpSpPr>
        <p:grpSpPr>
          <a:xfrm rot="-312456">
            <a:off x="532907" y="3273590"/>
            <a:ext cx="1392798" cy="1743383"/>
            <a:chOff x="3581675" y="1822922"/>
            <a:chExt cx="1768067" cy="2213393"/>
          </a:xfrm>
        </p:grpSpPr>
        <p:sp>
          <p:nvSpPr>
            <p:cNvPr id="79" name="Google Shape;79;p5"/>
            <p:cNvSpPr/>
            <p:nvPr/>
          </p:nvSpPr>
          <p:spPr>
            <a:xfrm>
              <a:off x="4698437" y="2869949"/>
              <a:ext cx="415413" cy="909832"/>
            </a:xfrm>
            <a:custGeom>
              <a:avLst/>
              <a:gdLst/>
              <a:ahLst/>
              <a:cxnLst/>
              <a:rect l="l" t="t" r="r" b="b"/>
              <a:pathLst>
                <a:path w="4790" h="10491" extrusionOk="0">
                  <a:moveTo>
                    <a:pt x="4620" y="1"/>
                  </a:moveTo>
                  <a:cubicBezTo>
                    <a:pt x="4593" y="1"/>
                    <a:pt x="4566" y="12"/>
                    <a:pt x="4540" y="38"/>
                  </a:cubicBezTo>
                  <a:cubicBezTo>
                    <a:pt x="3301" y="1260"/>
                    <a:pt x="2341" y="3009"/>
                    <a:pt x="1604" y="4681"/>
                  </a:cubicBezTo>
                  <a:cubicBezTo>
                    <a:pt x="848" y="6401"/>
                    <a:pt x="217" y="8323"/>
                    <a:pt x="18" y="10235"/>
                  </a:cubicBezTo>
                  <a:cubicBezTo>
                    <a:pt x="0" y="10403"/>
                    <a:pt x="97" y="10490"/>
                    <a:pt x="202" y="10490"/>
                  </a:cubicBezTo>
                  <a:cubicBezTo>
                    <a:pt x="294" y="10490"/>
                    <a:pt x="393" y="10422"/>
                    <a:pt x="422" y="10282"/>
                  </a:cubicBezTo>
                  <a:cubicBezTo>
                    <a:pt x="819" y="8437"/>
                    <a:pt x="1261" y="6656"/>
                    <a:pt x="2004" y="4945"/>
                  </a:cubicBezTo>
                  <a:cubicBezTo>
                    <a:pt x="2366" y="4109"/>
                    <a:pt x="2773" y="3303"/>
                    <a:pt x="3231" y="2533"/>
                  </a:cubicBezTo>
                  <a:cubicBezTo>
                    <a:pt x="3699" y="1742"/>
                    <a:pt x="4227" y="1013"/>
                    <a:pt x="4717" y="244"/>
                  </a:cubicBezTo>
                  <a:cubicBezTo>
                    <a:pt x="4789" y="137"/>
                    <a:pt x="4713" y="1"/>
                    <a:pt x="4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5"/>
            <p:cNvSpPr/>
            <p:nvPr/>
          </p:nvSpPr>
          <p:spPr>
            <a:xfrm>
              <a:off x="4744315" y="2673344"/>
              <a:ext cx="605427" cy="552005"/>
            </a:xfrm>
            <a:custGeom>
              <a:avLst/>
              <a:gdLst/>
              <a:ahLst/>
              <a:cxnLst/>
              <a:rect l="l" t="t" r="r" b="b"/>
              <a:pathLst>
                <a:path w="6981" h="6365" extrusionOk="0">
                  <a:moveTo>
                    <a:pt x="4305" y="0"/>
                  </a:moveTo>
                  <a:cubicBezTo>
                    <a:pt x="4098" y="0"/>
                    <a:pt x="3883" y="139"/>
                    <a:pt x="3727" y="295"/>
                  </a:cubicBezTo>
                  <a:cubicBezTo>
                    <a:pt x="3305" y="720"/>
                    <a:pt x="3051" y="1313"/>
                    <a:pt x="3032" y="1916"/>
                  </a:cubicBezTo>
                  <a:cubicBezTo>
                    <a:pt x="2932" y="1578"/>
                    <a:pt x="2917" y="1211"/>
                    <a:pt x="2798" y="877"/>
                  </a:cubicBezTo>
                  <a:cubicBezTo>
                    <a:pt x="2678" y="546"/>
                    <a:pt x="2402" y="228"/>
                    <a:pt x="2059" y="228"/>
                  </a:cubicBezTo>
                  <a:cubicBezTo>
                    <a:pt x="2058" y="228"/>
                    <a:pt x="2057" y="228"/>
                    <a:pt x="2056" y="228"/>
                  </a:cubicBezTo>
                  <a:cubicBezTo>
                    <a:pt x="1680" y="228"/>
                    <a:pt x="1386" y="625"/>
                    <a:pt x="1375" y="1011"/>
                  </a:cubicBezTo>
                  <a:cubicBezTo>
                    <a:pt x="1363" y="1396"/>
                    <a:pt x="1568" y="1755"/>
                    <a:pt x="1817" y="2043"/>
                  </a:cubicBezTo>
                  <a:cubicBezTo>
                    <a:pt x="1540" y="1876"/>
                    <a:pt x="1250" y="1709"/>
                    <a:pt x="931" y="1681"/>
                  </a:cubicBezTo>
                  <a:cubicBezTo>
                    <a:pt x="907" y="1679"/>
                    <a:pt x="882" y="1678"/>
                    <a:pt x="857" y="1678"/>
                  </a:cubicBezTo>
                  <a:cubicBezTo>
                    <a:pt x="558" y="1678"/>
                    <a:pt x="245" y="1830"/>
                    <a:pt x="136" y="2114"/>
                  </a:cubicBezTo>
                  <a:cubicBezTo>
                    <a:pt x="1" y="2466"/>
                    <a:pt x="238" y="2872"/>
                    <a:pt x="560" y="3048"/>
                  </a:cubicBezTo>
                  <a:cubicBezTo>
                    <a:pt x="864" y="3212"/>
                    <a:pt x="1220" y="3227"/>
                    <a:pt x="1564" y="3227"/>
                  </a:cubicBezTo>
                  <a:cubicBezTo>
                    <a:pt x="1587" y="3227"/>
                    <a:pt x="1611" y="3227"/>
                    <a:pt x="1635" y="3226"/>
                  </a:cubicBezTo>
                  <a:lnTo>
                    <a:pt x="1635" y="3226"/>
                  </a:lnTo>
                  <a:cubicBezTo>
                    <a:pt x="1354" y="3362"/>
                    <a:pt x="1069" y="3506"/>
                    <a:pt x="858" y="3738"/>
                  </a:cubicBezTo>
                  <a:cubicBezTo>
                    <a:pt x="648" y="3972"/>
                    <a:pt x="530" y="4321"/>
                    <a:pt x="648" y="4613"/>
                  </a:cubicBezTo>
                  <a:cubicBezTo>
                    <a:pt x="764" y="4901"/>
                    <a:pt x="1075" y="5047"/>
                    <a:pt x="1383" y="5047"/>
                  </a:cubicBezTo>
                  <a:cubicBezTo>
                    <a:pt x="1461" y="5047"/>
                    <a:pt x="1538" y="5037"/>
                    <a:pt x="1612" y="5019"/>
                  </a:cubicBezTo>
                  <a:cubicBezTo>
                    <a:pt x="1979" y="4930"/>
                    <a:pt x="2283" y="4670"/>
                    <a:pt x="2574" y="4420"/>
                  </a:cubicBezTo>
                  <a:lnTo>
                    <a:pt x="2574" y="4420"/>
                  </a:lnTo>
                  <a:cubicBezTo>
                    <a:pt x="2478" y="4765"/>
                    <a:pt x="2382" y="5121"/>
                    <a:pt x="2419" y="5480"/>
                  </a:cubicBezTo>
                  <a:cubicBezTo>
                    <a:pt x="2455" y="5836"/>
                    <a:pt x="2653" y="6200"/>
                    <a:pt x="2981" y="6316"/>
                  </a:cubicBezTo>
                  <a:cubicBezTo>
                    <a:pt x="3075" y="6349"/>
                    <a:pt x="3178" y="6365"/>
                    <a:pt x="3283" y="6365"/>
                  </a:cubicBezTo>
                  <a:cubicBezTo>
                    <a:pt x="3657" y="6365"/>
                    <a:pt x="4057" y="6161"/>
                    <a:pt x="4192" y="5763"/>
                  </a:cubicBezTo>
                  <a:cubicBezTo>
                    <a:pt x="4323" y="5378"/>
                    <a:pt x="4391" y="4980"/>
                    <a:pt x="4246" y="4451"/>
                  </a:cubicBezTo>
                  <a:lnTo>
                    <a:pt x="4246" y="4451"/>
                  </a:lnTo>
                  <a:cubicBezTo>
                    <a:pt x="4432" y="4657"/>
                    <a:pt x="4745" y="5173"/>
                    <a:pt x="5115" y="5339"/>
                  </a:cubicBezTo>
                  <a:cubicBezTo>
                    <a:pt x="5252" y="5400"/>
                    <a:pt x="5409" y="5431"/>
                    <a:pt x="5567" y="5431"/>
                  </a:cubicBezTo>
                  <a:cubicBezTo>
                    <a:pt x="5838" y="5431"/>
                    <a:pt x="6113" y="5340"/>
                    <a:pt x="6300" y="5159"/>
                  </a:cubicBezTo>
                  <a:cubicBezTo>
                    <a:pt x="6625" y="4848"/>
                    <a:pt x="6580" y="4270"/>
                    <a:pt x="6308" y="3911"/>
                  </a:cubicBezTo>
                  <a:cubicBezTo>
                    <a:pt x="6034" y="3551"/>
                    <a:pt x="5603" y="3366"/>
                    <a:pt x="5177" y="3237"/>
                  </a:cubicBezTo>
                  <a:lnTo>
                    <a:pt x="5177" y="3237"/>
                  </a:lnTo>
                  <a:cubicBezTo>
                    <a:pt x="5271" y="3258"/>
                    <a:pt x="5367" y="3269"/>
                    <a:pt x="5463" y="3269"/>
                  </a:cubicBezTo>
                  <a:cubicBezTo>
                    <a:pt x="6086" y="3269"/>
                    <a:pt x="6711" y="2831"/>
                    <a:pt x="6899" y="2213"/>
                  </a:cubicBezTo>
                  <a:cubicBezTo>
                    <a:pt x="6981" y="1946"/>
                    <a:pt x="6981" y="1630"/>
                    <a:pt x="6811" y="1412"/>
                  </a:cubicBezTo>
                  <a:cubicBezTo>
                    <a:pt x="6668" y="1230"/>
                    <a:pt x="6445" y="1159"/>
                    <a:pt x="6214" y="1159"/>
                  </a:cubicBezTo>
                  <a:cubicBezTo>
                    <a:pt x="6080" y="1159"/>
                    <a:pt x="5942" y="1183"/>
                    <a:pt x="5816" y="1223"/>
                  </a:cubicBezTo>
                  <a:cubicBezTo>
                    <a:pt x="5243" y="1405"/>
                    <a:pt x="4759" y="1857"/>
                    <a:pt x="4528" y="2424"/>
                  </a:cubicBezTo>
                  <a:cubicBezTo>
                    <a:pt x="4726" y="1903"/>
                    <a:pt x="4822" y="1341"/>
                    <a:pt x="4812" y="781"/>
                  </a:cubicBezTo>
                  <a:cubicBezTo>
                    <a:pt x="4806" y="496"/>
                    <a:pt x="4742" y="167"/>
                    <a:pt x="4493" y="44"/>
                  </a:cubicBezTo>
                  <a:cubicBezTo>
                    <a:pt x="4432" y="14"/>
                    <a:pt x="4369" y="0"/>
                    <a:pt x="4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5"/>
            <p:cNvSpPr/>
            <p:nvPr/>
          </p:nvSpPr>
          <p:spPr>
            <a:xfrm>
              <a:off x="4908226" y="2837687"/>
              <a:ext cx="253584" cy="212043"/>
            </a:xfrm>
            <a:custGeom>
              <a:avLst/>
              <a:gdLst/>
              <a:ahLst/>
              <a:cxnLst/>
              <a:rect l="l" t="t" r="r" b="b"/>
              <a:pathLst>
                <a:path w="2924" h="2445" extrusionOk="0">
                  <a:moveTo>
                    <a:pt x="1914" y="1"/>
                  </a:moveTo>
                  <a:cubicBezTo>
                    <a:pt x="1891" y="1"/>
                    <a:pt x="1868" y="5"/>
                    <a:pt x="1846" y="16"/>
                  </a:cubicBezTo>
                  <a:cubicBezTo>
                    <a:pt x="1681" y="88"/>
                    <a:pt x="1657" y="242"/>
                    <a:pt x="1631" y="402"/>
                  </a:cubicBezTo>
                  <a:cubicBezTo>
                    <a:pt x="1609" y="539"/>
                    <a:pt x="1572" y="696"/>
                    <a:pt x="1623" y="830"/>
                  </a:cubicBezTo>
                  <a:cubicBezTo>
                    <a:pt x="1648" y="893"/>
                    <a:pt x="1705" y="923"/>
                    <a:pt x="1765" y="923"/>
                  </a:cubicBezTo>
                  <a:cubicBezTo>
                    <a:pt x="1801" y="923"/>
                    <a:pt x="1838" y="912"/>
                    <a:pt x="1869" y="891"/>
                  </a:cubicBezTo>
                  <a:cubicBezTo>
                    <a:pt x="1984" y="812"/>
                    <a:pt x="2038" y="644"/>
                    <a:pt x="2080" y="517"/>
                  </a:cubicBezTo>
                  <a:cubicBezTo>
                    <a:pt x="2128" y="367"/>
                    <a:pt x="2182" y="197"/>
                    <a:pt x="2058" y="68"/>
                  </a:cubicBezTo>
                  <a:cubicBezTo>
                    <a:pt x="2020" y="27"/>
                    <a:pt x="1968" y="1"/>
                    <a:pt x="1914" y="1"/>
                  </a:cubicBezTo>
                  <a:close/>
                  <a:moveTo>
                    <a:pt x="714" y="275"/>
                  </a:moveTo>
                  <a:cubicBezTo>
                    <a:pt x="553" y="275"/>
                    <a:pt x="490" y="470"/>
                    <a:pt x="569" y="594"/>
                  </a:cubicBezTo>
                  <a:cubicBezTo>
                    <a:pt x="620" y="673"/>
                    <a:pt x="700" y="728"/>
                    <a:pt x="768" y="793"/>
                  </a:cubicBezTo>
                  <a:cubicBezTo>
                    <a:pt x="851" y="875"/>
                    <a:pt x="931" y="942"/>
                    <a:pt x="1039" y="991"/>
                  </a:cubicBezTo>
                  <a:cubicBezTo>
                    <a:pt x="1065" y="1003"/>
                    <a:pt x="1091" y="1008"/>
                    <a:pt x="1115" y="1008"/>
                  </a:cubicBezTo>
                  <a:cubicBezTo>
                    <a:pt x="1251" y="1008"/>
                    <a:pt x="1358" y="852"/>
                    <a:pt x="1303" y="716"/>
                  </a:cubicBezTo>
                  <a:cubicBezTo>
                    <a:pt x="1223" y="511"/>
                    <a:pt x="968" y="311"/>
                    <a:pt x="748" y="277"/>
                  </a:cubicBezTo>
                  <a:cubicBezTo>
                    <a:pt x="736" y="276"/>
                    <a:pt x="725" y="275"/>
                    <a:pt x="714" y="275"/>
                  </a:cubicBezTo>
                  <a:close/>
                  <a:moveTo>
                    <a:pt x="2596" y="795"/>
                  </a:moveTo>
                  <a:cubicBezTo>
                    <a:pt x="2522" y="795"/>
                    <a:pt x="2449" y="811"/>
                    <a:pt x="2369" y="837"/>
                  </a:cubicBezTo>
                  <a:cubicBezTo>
                    <a:pt x="2259" y="873"/>
                    <a:pt x="2131" y="917"/>
                    <a:pt x="2049" y="1000"/>
                  </a:cubicBezTo>
                  <a:cubicBezTo>
                    <a:pt x="1934" y="1115"/>
                    <a:pt x="1965" y="1329"/>
                    <a:pt x="2147" y="1349"/>
                  </a:cubicBezTo>
                  <a:cubicBezTo>
                    <a:pt x="2166" y="1351"/>
                    <a:pt x="2186" y="1352"/>
                    <a:pt x="2205" y="1352"/>
                  </a:cubicBezTo>
                  <a:cubicBezTo>
                    <a:pt x="2300" y="1352"/>
                    <a:pt x="2395" y="1328"/>
                    <a:pt x="2485" y="1305"/>
                  </a:cubicBezTo>
                  <a:cubicBezTo>
                    <a:pt x="2609" y="1275"/>
                    <a:pt x="2724" y="1241"/>
                    <a:pt x="2818" y="1154"/>
                  </a:cubicBezTo>
                  <a:cubicBezTo>
                    <a:pt x="2916" y="1064"/>
                    <a:pt x="2923" y="869"/>
                    <a:pt x="2770" y="823"/>
                  </a:cubicBezTo>
                  <a:cubicBezTo>
                    <a:pt x="2709" y="804"/>
                    <a:pt x="2652" y="795"/>
                    <a:pt x="2596" y="795"/>
                  </a:cubicBezTo>
                  <a:close/>
                  <a:moveTo>
                    <a:pt x="659" y="1016"/>
                  </a:moveTo>
                  <a:cubicBezTo>
                    <a:pt x="494" y="1016"/>
                    <a:pt x="328" y="1042"/>
                    <a:pt x="180" y="1093"/>
                  </a:cubicBezTo>
                  <a:cubicBezTo>
                    <a:pt x="1" y="1153"/>
                    <a:pt x="14" y="1438"/>
                    <a:pt x="184" y="1496"/>
                  </a:cubicBezTo>
                  <a:cubicBezTo>
                    <a:pt x="325" y="1543"/>
                    <a:pt x="452" y="1563"/>
                    <a:pt x="595" y="1563"/>
                  </a:cubicBezTo>
                  <a:cubicBezTo>
                    <a:pt x="610" y="1563"/>
                    <a:pt x="624" y="1563"/>
                    <a:pt x="639" y="1563"/>
                  </a:cubicBezTo>
                  <a:cubicBezTo>
                    <a:pt x="651" y="1562"/>
                    <a:pt x="664" y="1562"/>
                    <a:pt x="678" y="1562"/>
                  </a:cubicBezTo>
                  <a:cubicBezTo>
                    <a:pt x="706" y="1562"/>
                    <a:pt x="736" y="1563"/>
                    <a:pt x="766" y="1563"/>
                  </a:cubicBezTo>
                  <a:cubicBezTo>
                    <a:pt x="873" y="1563"/>
                    <a:pt x="989" y="1557"/>
                    <a:pt x="1075" y="1510"/>
                  </a:cubicBezTo>
                  <a:cubicBezTo>
                    <a:pt x="1293" y="1391"/>
                    <a:pt x="1237" y="1116"/>
                    <a:pt x="1008" y="1058"/>
                  </a:cubicBezTo>
                  <a:cubicBezTo>
                    <a:pt x="897" y="1029"/>
                    <a:pt x="778" y="1016"/>
                    <a:pt x="659" y="1016"/>
                  </a:cubicBezTo>
                  <a:close/>
                  <a:moveTo>
                    <a:pt x="1091" y="1808"/>
                  </a:moveTo>
                  <a:cubicBezTo>
                    <a:pt x="1088" y="1813"/>
                    <a:pt x="1087" y="1816"/>
                    <a:pt x="1086" y="1817"/>
                  </a:cubicBezTo>
                  <a:lnTo>
                    <a:pt x="1086" y="1817"/>
                  </a:lnTo>
                  <a:cubicBezTo>
                    <a:pt x="1088" y="1814"/>
                    <a:pt x="1090" y="1811"/>
                    <a:pt x="1091" y="1808"/>
                  </a:cubicBezTo>
                  <a:close/>
                  <a:moveTo>
                    <a:pt x="1992" y="1498"/>
                  </a:moveTo>
                  <a:cubicBezTo>
                    <a:pt x="1860" y="1498"/>
                    <a:pt x="1765" y="1609"/>
                    <a:pt x="1776" y="1743"/>
                  </a:cubicBezTo>
                  <a:cubicBezTo>
                    <a:pt x="1788" y="1856"/>
                    <a:pt x="1869" y="1946"/>
                    <a:pt x="1933" y="2037"/>
                  </a:cubicBezTo>
                  <a:cubicBezTo>
                    <a:pt x="1958" y="2073"/>
                    <a:pt x="1984" y="2106"/>
                    <a:pt x="2013" y="2140"/>
                  </a:cubicBezTo>
                  <a:cubicBezTo>
                    <a:pt x="2067" y="2199"/>
                    <a:pt x="2121" y="2230"/>
                    <a:pt x="2190" y="2271"/>
                  </a:cubicBezTo>
                  <a:cubicBezTo>
                    <a:pt x="2219" y="2287"/>
                    <a:pt x="2249" y="2294"/>
                    <a:pt x="2279" y="2294"/>
                  </a:cubicBezTo>
                  <a:cubicBezTo>
                    <a:pt x="2417" y="2294"/>
                    <a:pt x="2558" y="2146"/>
                    <a:pt x="2522" y="2007"/>
                  </a:cubicBezTo>
                  <a:cubicBezTo>
                    <a:pt x="2501" y="1930"/>
                    <a:pt x="2484" y="1869"/>
                    <a:pt x="2437" y="1805"/>
                  </a:cubicBezTo>
                  <a:cubicBezTo>
                    <a:pt x="2401" y="1755"/>
                    <a:pt x="2356" y="1712"/>
                    <a:pt x="2311" y="1669"/>
                  </a:cubicBezTo>
                  <a:cubicBezTo>
                    <a:pt x="2227" y="1590"/>
                    <a:pt x="2132" y="1509"/>
                    <a:pt x="2014" y="1499"/>
                  </a:cubicBezTo>
                  <a:cubicBezTo>
                    <a:pt x="2007" y="1498"/>
                    <a:pt x="2000" y="1498"/>
                    <a:pt x="1992" y="1498"/>
                  </a:cubicBezTo>
                  <a:close/>
                  <a:moveTo>
                    <a:pt x="1354" y="1628"/>
                  </a:moveTo>
                  <a:cubicBezTo>
                    <a:pt x="1279" y="1628"/>
                    <a:pt x="1213" y="1664"/>
                    <a:pt x="1155" y="1723"/>
                  </a:cubicBezTo>
                  <a:cubicBezTo>
                    <a:pt x="1144" y="1735"/>
                    <a:pt x="1087" y="1818"/>
                    <a:pt x="1086" y="1818"/>
                  </a:cubicBezTo>
                  <a:cubicBezTo>
                    <a:pt x="1086" y="1818"/>
                    <a:pt x="1086" y="1817"/>
                    <a:pt x="1086" y="1817"/>
                  </a:cubicBezTo>
                  <a:lnTo>
                    <a:pt x="1086" y="1817"/>
                  </a:lnTo>
                  <a:cubicBezTo>
                    <a:pt x="1071" y="1841"/>
                    <a:pt x="1055" y="1864"/>
                    <a:pt x="1040" y="1888"/>
                  </a:cubicBezTo>
                  <a:cubicBezTo>
                    <a:pt x="997" y="1960"/>
                    <a:pt x="959" y="2032"/>
                    <a:pt x="936" y="2111"/>
                  </a:cubicBezTo>
                  <a:cubicBezTo>
                    <a:pt x="904" y="2212"/>
                    <a:pt x="921" y="2333"/>
                    <a:pt x="1016" y="2397"/>
                  </a:cubicBezTo>
                  <a:cubicBezTo>
                    <a:pt x="1062" y="2429"/>
                    <a:pt x="1112" y="2444"/>
                    <a:pt x="1163" y="2444"/>
                  </a:cubicBezTo>
                  <a:cubicBezTo>
                    <a:pt x="1214" y="2444"/>
                    <a:pt x="1266" y="2427"/>
                    <a:pt x="1314" y="2394"/>
                  </a:cubicBezTo>
                  <a:cubicBezTo>
                    <a:pt x="1462" y="2291"/>
                    <a:pt x="1584" y="2083"/>
                    <a:pt x="1594" y="1900"/>
                  </a:cubicBezTo>
                  <a:cubicBezTo>
                    <a:pt x="1600" y="1797"/>
                    <a:pt x="1549" y="1682"/>
                    <a:pt x="1444" y="1644"/>
                  </a:cubicBezTo>
                  <a:cubicBezTo>
                    <a:pt x="1413" y="1633"/>
                    <a:pt x="1383" y="1628"/>
                    <a:pt x="1354" y="162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5"/>
            <p:cNvSpPr/>
            <p:nvPr/>
          </p:nvSpPr>
          <p:spPr>
            <a:xfrm>
              <a:off x="4051033" y="2206592"/>
              <a:ext cx="175011" cy="1372770"/>
            </a:xfrm>
            <a:custGeom>
              <a:avLst/>
              <a:gdLst/>
              <a:ahLst/>
              <a:cxnLst/>
              <a:rect l="l" t="t" r="r" b="b"/>
              <a:pathLst>
                <a:path w="2018" h="15829" extrusionOk="0">
                  <a:moveTo>
                    <a:pt x="238" y="0"/>
                  </a:moveTo>
                  <a:cubicBezTo>
                    <a:pt x="125" y="0"/>
                    <a:pt x="1" y="126"/>
                    <a:pt x="33" y="282"/>
                  </a:cubicBezTo>
                  <a:cubicBezTo>
                    <a:pt x="293" y="1524"/>
                    <a:pt x="615" y="2730"/>
                    <a:pt x="833" y="3988"/>
                  </a:cubicBezTo>
                  <a:cubicBezTo>
                    <a:pt x="1045" y="5211"/>
                    <a:pt x="1176" y="6460"/>
                    <a:pt x="1233" y="7723"/>
                  </a:cubicBezTo>
                  <a:cubicBezTo>
                    <a:pt x="1350" y="10312"/>
                    <a:pt x="1045" y="12842"/>
                    <a:pt x="645" y="15432"/>
                  </a:cubicBezTo>
                  <a:cubicBezTo>
                    <a:pt x="608" y="15676"/>
                    <a:pt x="762" y="15829"/>
                    <a:pt x="920" y="15829"/>
                  </a:cubicBezTo>
                  <a:cubicBezTo>
                    <a:pt x="1033" y="15829"/>
                    <a:pt x="1148" y="15750"/>
                    <a:pt x="1196" y="15570"/>
                  </a:cubicBezTo>
                  <a:cubicBezTo>
                    <a:pt x="1885" y="12989"/>
                    <a:pt x="2018" y="10183"/>
                    <a:pt x="1887" y="7576"/>
                  </a:cubicBezTo>
                  <a:cubicBezTo>
                    <a:pt x="1757" y="5042"/>
                    <a:pt x="1374" y="2296"/>
                    <a:pt x="375" y="97"/>
                  </a:cubicBezTo>
                  <a:cubicBezTo>
                    <a:pt x="344" y="29"/>
                    <a:pt x="292"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5"/>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3581675" y="2459481"/>
              <a:ext cx="1631037" cy="1576834"/>
            </a:xfrm>
            <a:custGeom>
              <a:avLst/>
              <a:gdLst/>
              <a:ahLst/>
              <a:cxnLst/>
              <a:rect l="l" t="t" r="r" b="b"/>
              <a:pathLst>
                <a:path w="18807" h="18182" extrusionOk="0">
                  <a:moveTo>
                    <a:pt x="10589" y="0"/>
                  </a:moveTo>
                  <a:cubicBezTo>
                    <a:pt x="10383" y="0"/>
                    <a:pt x="10175" y="86"/>
                    <a:pt x="10021" y="280"/>
                  </a:cubicBezTo>
                  <a:cubicBezTo>
                    <a:pt x="9807" y="550"/>
                    <a:pt x="9627" y="865"/>
                    <a:pt x="9485" y="1164"/>
                  </a:cubicBezTo>
                  <a:cubicBezTo>
                    <a:pt x="7617" y="5083"/>
                    <a:pt x="6599" y="9403"/>
                    <a:pt x="6517" y="13743"/>
                  </a:cubicBezTo>
                  <a:cubicBezTo>
                    <a:pt x="6299" y="10325"/>
                    <a:pt x="6085" y="6906"/>
                    <a:pt x="5867" y="3487"/>
                  </a:cubicBezTo>
                  <a:cubicBezTo>
                    <a:pt x="5839" y="3045"/>
                    <a:pt x="5637" y="2459"/>
                    <a:pt x="5235" y="2459"/>
                  </a:cubicBezTo>
                  <a:cubicBezTo>
                    <a:pt x="5193" y="2459"/>
                    <a:pt x="5148" y="2466"/>
                    <a:pt x="5102" y="2479"/>
                  </a:cubicBezTo>
                  <a:cubicBezTo>
                    <a:pt x="4994" y="2511"/>
                    <a:pt x="4900" y="2581"/>
                    <a:pt x="4827" y="2664"/>
                  </a:cubicBezTo>
                  <a:cubicBezTo>
                    <a:pt x="3968" y="3672"/>
                    <a:pt x="3798" y="5056"/>
                    <a:pt x="3709" y="6366"/>
                  </a:cubicBezTo>
                  <a:cubicBezTo>
                    <a:pt x="3513" y="9284"/>
                    <a:pt x="3580" y="12218"/>
                    <a:pt x="3905" y="15124"/>
                  </a:cubicBezTo>
                  <a:cubicBezTo>
                    <a:pt x="3398" y="12171"/>
                    <a:pt x="2552" y="9276"/>
                    <a:pt x="1384" y="6515"/>
                  </a:cubicBezTo>
                  <a:cubicBezTo>
                    <a:pt x="1263" y="6227"/>
                    <a:pt x="982" y="6038"/>
                    <a:pt x="684" y="6038"/>
                  </a:cubicBezTo>
                  <a:cubicBezTo>
                    <a:pt x="622" y="6038"/>
                    <a:pt x="559" y="6046"/>
                    <a:pt x="496" y="6063"/>
                  </a:cubicBezTo>
                  <a:cubicBezTo>
                    <a:pt x="76" y="6179"/>
                    <a:pt x="35" y="6594"/>
                    <a:pt x="31" y="6950"/>
                  </a:cubicBezTo>
                  <a:cubicBezTo>
                    <a:pt x="0" y="9872"/>
                    <a:pt x="624" y="15306"/>
                    <a:pt x="3495" y="16962"/>
                  </a:cubicBezTo>
                  <a:cubicBezTo>
                    <a:pt x="4632" y="17617"/>
                    <a:pt x="6269" y="17706"/>
                    <a:pt x="7537" y="17914"/>
                  </a:cubicBezTo>
                  <a:cubicBezTo>
                    <a:pt x="8611" y="18090"/>
                    <a:pt x="9695" y="18181"/>
                    <a:pt x="10779" y="18181"/>
                  </a:cubicBezTo>
                  <a:cubicBezTo>
                    <a:pt x="11942" y="18181"/>
                    <a:pt x="13105" y="18076"/>
                    <a:pt x="14254" y="17859"/>
                  </a:cubicBezTo>
                  <a:cubicBezTo>
                    <a:pt x="14817" y="17754"/>
                    <a:pt x="15390" y="17614"/>
                    <a:pt x="15868" y="17296"/>
                  </a:cubicBezTo>
                  <a:cubicBezTo>
                    <a:pt x="16360" y="16965"/>
                    <a:pt x="16714" y="16469"/>
                    <a:pt x="17025" y="15961"/>
                  </a:cubicBezTo>
                  <a:cubicBezTo>
                    <a:pt x="17783" y="14726"/>
                    <a:pt x="18343" y="13370"/>
                    <a:pt x="18679" y="11960"/>
                  </a:cubicBezTo>
                  <a:cubicBezTo>
                    <a:pt x="18757" y="11635"/>
                    <a:pt x="18806" y="11236"/>
                    <a:pt x="18460" y="11050"/>
                  </a:cubicBezTo>
                  <a:cubicBezTo>
                    <a:pt x="18367" y="10999"/>
                    <a:pt x="18266" y="10975"/>
                    <a:pt x="18163" y="10975"/>
                  </a:cubicBezTo>
                  <a:cubicBezTo>
                    <a:pt x="18007" y="10975"/>
                    <a:pt x="17849" y="11031"/>
                    <a:pt x="17722" y="11131"/>
                  </a:cubicBezTo>
                  <a:cubicBezTo>
                    <a:pt x="16678" y="11953"/>
                    <a:pt x="15807" y="12991"/>
                    <a:pt x="15180" y="14159"/>
                  </a:cubicBezTo>
                  <a:cubicBezTo>
                    <a:pt x="15604" y="13216"/>
                    <a:pt x="15839" y="12188"/>
                    <a:pt x="15871" y="11156"/>
                  </a:cubicBezTo>
                  <a:cubicBezTo>
                    <a:pt x="15882" y="10818"/>
                    <a:pt x="15604" y="10577"/>
                    <a:pt x="15304" y="10577"/>
                  </a:cubicBezTo>
                  <a:cubicBezTo>
                    <a:pt x="15200" y="10577"/>
                    <a:pt x="15094" y="10606"/>
                    <a:pt x="14996" y="10669"/>
                  </a:cubicBezTo>
                  <a:cubicBezTo>
                    <a:pt x="13919" y="11364"/>
                    <a:pt x="13102" y="12464"/>
                    <a:pt x="12771" y="13702"/>
                  </a:cubicBezTo>
                  <a:lnTo>
                    <a:pt x="12771" y="13702"/>
                  </a:lnTo>
                  <a:cubicBezTo>
                    <a:pt x="13226" y="11705"/>
                    <a:pt x="13538" y="9679"/>
                    <a:pt x="13703" y="7641"/>
                  </a:cubicBezTo>
                  <a:cubicBezTo>
                    <a:pt x="13725" y="7373"/>
                    <a:pt x="13727" y="7059"/>
                    <a:pt x="13408" y="6947"/>
                  </a:cubicBezTo>
                  <a:cubicBezTo>
                    <a:pt x="13353" y="6928"/>
                    <a:pt x="13297" y="6919"/>
                    <a:pt x="13240" y="6919"/>
                  </a:cubicBezTo>
                  <a:cubicBezTo>
                    <a:pt x="13067" y="6919"/>
                    <a:pt x="12898" y="7005"/>
                    <a:pt x="12789" y="7148"/>
                  </a:cubicBezTo>
                  <a:cubicBezTo>
                    <a:pt x="11271" y="9127"/>
                    <a:pt x="10051" y="11331"/>
                    <a:pt x="9182" y="13667"/>
                  </a:cubicBezTo>
                  <a:cubicBezTo>
                    <a:pt x="10268" y="9452"/>
                    <a:pt x="10992" y="5143"/>
                    <a:pt x="11339" y="804"/>
                  </a:cubicBezTo>
                  <a:cubicBezTo>
                    <a:pt x="11378" y="323"/>
                    <a:pt x="10988" y="0"/>
                    <a:pt x="105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3603703" y="2630936"/>
              <a:ext cx="1527921" cy="1322296"/>
            </a:xfrm>
            <a:custGeom>
              <a:avLst/>
              <a:gdLst/>
              <a:ahLst/>
              <a:cxnLst/>
              <a:rect l="l" t="t" r="r" b="b"/>
              <a:pathLst>
                <a:path w="17618" h="15247" extrusionOk="0">
                  <a:moveTo>
                    <a:pt x="10131" y="0"/>
                  </a:moveTo>
                  <a:cubicBezTo>
                    <a:pt x="10097" y="0"/>
                    <a:pt x="10064" y="6"/>
                    <a:pt x="10034" y="20"/>
                  </a:cubicBezTo>
                  <a:cubicBezTo>
                    <a:pt x="9474" y="268"/>
                    <a:pt x="9343" y="1161"/>
                    <a:pt x="9439" y="1695"/>
                  </a:cubicBezTo>
                  <a:cubicBezTo>
                    <a:pt x="9470" y="1860"/>
                    <a:pt x="9594" y="1941"/>
                    <a:pt x="9724" y="1941"/>
                  </a:cubicBezTo>
                  <a:cubicBezTo>
                    <a:pt x="9836" y="1941"/>
                    <a:pt x="9952" y="1880"/>
                    <a:pt x="10014" y="1761"/>
                  </a:cubicBezTo>
                  <a:cubicBezTo>
                    <a:pt x="10152" y="1501"/>
                    <a:pt x="10256" y="1229"/>
                    <a:pt x="10326" y="943"/>
                  </a:cubicBezTo>
                  <a:cubicBezTo>
                    <a:pt x="10390" y="680"/>
                    <a:pt x="10464" y="418"/>
                    <a:pt x="10373" y="153"/>
                  </a:cubicBezTo>
                  <a:cubicBezTo>
                    <a:pt x="10338" y="56"/>
                    <a:pt x="10232" y="0"/>
                    <a:pt x="10131" y="0"/>
                  </a:cubicBezTo>
                  <a:close/>
                  <a:moveTo>
                    <a:pt x="4433" y="3498"/>
                  </a:moveTo>
                  <a:cubicBezTo>
                    <a:pt x="4399" y="3498"/>
                    <a:pt x="4365" y="3505"/>
                    <a:pt x="4335" y="3519"/>
                  </a:cubicBezTo>
                  <a:cubicBezTo>
                    <a:pt x="4096" y="3630"/>
                    <a:pt x="4048" y="3891"/>
                    <a:pt x="3997" y="4130"/>
                  </a:cubicBezTo>
                  <a:cubicBezTo>
                    <a:pt x="3941" y="4386"/>
                    <a:pt x="3951" y="4647"/>
                    <a:pt x="4013" y="4900"/>
                  </a:cubicBezTo>
                  <a:cubicBezTo>
                    <a:pt x="4053" y="5060"/>
                    <a:pt x="4179" y="5145"/>
                    <a:pt x="4308" y="5145"/>
                  </a:cubicBezTo>
                  <a:cubicBezTo>
                    <a:pt x="4413" y="5145"/>
                    <a:pt x="4520" y="5088"/>
                    <a:pt x="4582" y="4967"/>
                  </a:cubicBezTo>
                  <a:cubicBezTo>
                    <a:pt x="4697" y="4735"/>
                    <a:pt x="4768" y="4486"/>
                    <a:pt x="4772" y="4221"/>
                  </a:cubicBezTo>
                  <a:cubicBezTo>
                    <a:pt x="4778" y="3980"/>
                    <a:pt x="4790" y="3713"/>
                    <a:pt x="4586" y="3550"/>
                  </a:cubicBezTo>
                  <a:cubicBezTo>
                    <a:pt x="4543" y="3516"/>
                    <a:pt x="4488" y="3498"/>
                    <a:pt x="4433" y="3498"/>
                  </a:cubicBezTo>
                  <a:close/>
                  <a:moveTo>
                    <a:pt x="9215" y="3230"/>
                  </a:moveTo>
                  <a:cubicBezTo>
                    <a:pt x="9188" y="3230"/>
                    <a:pt x="9160" y="3235"/>
                    <a:pt x="9133" y="3244"/>
                  </a:cubicBezTo>
                  <a:cubicBezTo>
                    <a:pt x="8877" y="3330"/>
                    <a:pt x="8781" y="3650"/>
                    <a:pt x="8688" y="3878"/>
                  </a:cubicBezTo>
                  <a:cubicBezTo>
                    <a:pt x="8570" y="4171"/>
                    <a:pt x="8461" y="4461"/>
                    <a:pt x="8411" y="4775"/>
                  </a:cubicBezTo>
                  <a:cubicBezTo>
                    <a:pt x="8371" y="5038"/>
                    <a:pt x="8574" y="5188"/>
                    <a:pt x="8783" y="5188"/>
                  </a:cubicBezTo>
                  <a:cubicBezTo>
                    <a:pt x="8926" y="5188"/>
                    <a:pt x="9072" y="5117"/>
                    <a:pt x="9146" y="4964"/>
                  </a:cubicBezTo>
                  <a:cubicBezTo>
                    <a:pt x="9279" y="4679"/>
                    <a:pt x="9343" y="4371"/>
                    <a:pt x="9409" y="4063"/>
                  </a:cubicBezTo>
                  <a:cubicBezTo>
                    <a:pt x="9460" y="3813"/>
                    <a:pt x="9546" y="3526"/>
                    <a:pt x="9377" y="3305"/>
                  </a:cubicBezTo>
                  <a:cubicBezTo>
                    <a:pt x="9335" y="3254"/>
                    <a:pt x="9276" y="3230"/>
                    <a:pt x="9215" y="3230"/>
                  </a:cubicBezTo>
                  <a:close/>
                  <a:moveTo>
                    <a:pt x="504" y="6166"/>
                  </a:moveTo>
                  <a:cubicBezTo>
                    <a:pt x="402" y="6166"/>
                    <a:pt x="299" y="6214"/>
                    <a:pt x="233" y="6296"/>
                  </a:cubicBezTo>
                  <a:cubicBezTo>
                    <a:pt x="1" y="6584"/>
                    <a:pt x="177" y="7045"/>
                    <a:pt x="278" y="7353"/>
                  </a:cubicBezTo>
                  <a:cubicBezTo>
                    <a:pt x="322" y="7486"/>
                    <a:pt x="433" y="7545"/>
                    <a:pt x="550" y="7545"/>
                  </a:cubicBezTo>
                  <a:cubicBezTo>
                    <a:pt x="709" y="7545"/>
                    <a:pt x="877" y="7437"/>
                    <a:pt x="895" y="7263"/>
                  </a:cubicBezTo>
                  <a:cubicBezTo>
                    <a:pt x="930" y="6930"/>
                    <a:pt x="984" y="6466"/>
                    <a:pt x="694" y="6232"/>
                  </a:cubicBezTo>
                  <a:cubicBezTo>
                    <a:pt x="638" y="6187"/>
                    <a:pt x="571" y="6166"/>
                    <a:pt x="504" y="6166"/>
                  </a:cubicBezTo>
                  <a:close/>
                  <a:moveTo>
                    <a:pt x="4560" y="6560"/>
                  </a:moveTo>
                  <a:cubicBezTo>
                    <a:pt x="4481" y="6560"/>
                    <a:pt x="4402" y="6584"/>
                    <a:pt x="4342" y="6628"/>
                  </a:cubicBezTo>
                  <a:cubicBezTo>
                    <a:pt x="4080" y="6820"/>
                    <a:pt x="4041" y="7190"/>
                    <a:pt x="4005" y="7493"/>
                  </a:cubicBezTo>
                  <a:cubicBezTo>
                    <a:pt x="3963" y="7831"/>
                    <a:pt x="3961" y="8160"/>
                    <a:pt x="4127" y="8467"/>
                  </a:cubicBezTo>
                  <a:cubicBezTo>
                    <a:pt x="4201" y="8603"/>
                    <a:pt x="4343" y="8679"/>
                    <a:pt x="4481" y="8679"/>
                  </a:cubicBezTo>
                  <a:cubicBezTo>
                    <a:pt x="4612" y="8679"/>
                    <a:pt x="4740" y="8610"/>
                    <a:pt x="4801" y="8458"/>
                  </a:cubicBezTo>
                  <a:cubicBezTo>
                    <a:pt x="4924" y="8151"/>
                    <a:pt x="4913" y="7868"/>
                    <a:pt x="4922" y="7544"/>
                  </a:cubicBezTo>
                  <a:cubicBezTo>
                    <a:pt x="4931" y="7237"/>
                    <a:pt x="4983" y="6950"/>
                    <a:pt x="4809" y="6683"/>
                  </a:cubicBezTo>
                  <a:cubicBezTo>
                    <a:pt x="4752" y="6597"/>
                    <a:pt x="4657" y="6560"/>
                    <a:pt x="4560" y="6560"/>
                  </a:cubicBezTo>
                  <a:close/>
                  <a:moveTo>
                    <a:pt x="12445" y="6671"/>
                  </a:moveTo>
                  <a:cubicBezTo>
                    <a:pt x="12372" y="6671"/>
                    <a:pt x="12298" y="6700"/>
                    <a:pt x="12250" y="6761"/>
                  </a:cubicBezTo>
                  <a:cubicBezTo>
                    <a:pt x="11850" y="7260"/>
                    <a:pt x="11603" y="7874"/>
                    <a:pt x="11596" y="8518"/>
                  </a:cubicBezTo>
                  <a:cubicBezTo>
                    <a:pt x="11593" y="8751"/>
                    <a:pt x="11821" y="8933"/>
                    <a:pt x="12023" y="8933"/>
                  </a:cubicBezTo>
                  <a:cubicBezTo>
                    <a:pt x="12146" y="8933"/>
                    <a:pt x="12259" y="8865"/>
                    <a:pt x="12304" y="8699"/>
                  </a:cubicBezTo>
                  <a:cubicBezTo>
                    <a:pt x="12459" y="8118"/>
                    <a:pt x="12573" y="7526"/>
                    <a:pt x="12689" y="6937"/>
                  </a:cubicBezTo>
                  <a:cubicBezTo>
                    <a:pt x="12721" y="6773"/>
                    <a:pt x="12583" y="6671"/>
                    <a:pt x="12445" y="6671"/>
                  </a:cubicBezTo>
                  <a:close/>
                  <a:moveTo>
                    <a:pt x="8282" y="7262"/>
                  </a:moveTo>
                  <a:cubicBezTo>
                    <a:pt x="8193" y="7262"/>
                    <a:pt x="8103" y="7307"/>
                    <a:pt x="8068" y="7401"/>
                  </a:cubicBezTo>
                  <a:cubicBezTo>
                    <a:pt x="7866" y="7939"/>
                    <a:pt x="7655" y="8429"/>
                    <a:pt x="7589" y="9005"/>
                  </a:cubicBezTo>
                  <a:cubicBezTo>
                    <a:pt x="7558" y="9261"/>
                    <a:pt x="7765" y="9418"/>
                    <a:pt x="7972" y="9418"/>
                  </a:cubicBezTo>
                  <a:cubicBezTo>
                    <a:pt x="8110" y="9418"/>
                    <a:pt x="8248" y="9349"/>
                    <a:pt x="8316" y="9192"/>
                  </a:cubicBezTo>
                  <a:cubicBezTo>
                    <a:pt x="8566" y="8615"/>
                    <a:pt x="8558" y="8070"/>
                    <a:pt x="8506" y="7452"/>
                  </a:cubicBezTo>
                  <a:cubicBezTo>
                    <a:pt x="8495" y="7327"/>
                    <a:pt x="8388" y="7262"/>
                    <a:pt x="8282" y="7262"/>
                  </a:cubicBezTo>
                  <a:close/>
                  <a:moveTo>
                    <a:pt x="1237" y="8580"/>
                  </a:moveTo>
                  <a:cubicBezTo>
                    <a:pt x="1161" y="8580"/>
                    <a:pt x="1085" y="8613"/>
                    <a:pt x="1036" y="8681"/>
                  </a:cubicBezTo>
                  <a:cubicBezTo>
                    <a:pt x="748" y="9075"/>
                    <a:pt x="963" y="9775"/>
                    <a:pt x="1324" y="10049"/>
                  </a:cubicBezTo>
                  <a:cubicBezTo>
                    <a:pt x="1381" y="10091"/>
                    <a:pt x="1444" y="10110"/>
                    <a:pt x="1507" y="10110"/>
                  </a:cubicBezTo>
                  <a:cubicBezTo>
                    <a:pt x="1657" y="10110"/>
                    <a:pt x="1800" y="9999"/>
                    <a:pt x="1824" y="9836"/>
                  </a:cubicBezTo>
                  <a:cubicBezTo>
                    <a:pt x="1860" y="9594"/>
                    <a:pt x="1798" y="9386"/>
                    <a:pt x="1722" y="9160"/>
                  </a:cubicBezTo>
                  <a:cubicBezTo>
                    <a:pt x="1658" y="8968"/>
                    <a:pt x="1562" y="8747"/>
                    <a:pt x="1392" y="8630"/>
                  </a:cubicBezTo>
                  <a:cubicBezTo>
                    <a:pt x="1346" y="8597"/>
                    <a:pt x="1292" y="8580"/>
                    <a:pt x="1237" y="8580"/>
                  </a:cubicBezTo>
                  <a:close/>
                  <a:moveTo>
                    <a:pt x="14641" y="10328"/>
                  </a:moveTo>
                  <a:cubicBezTo>
                    <a:pt x="14604" y="10328"/>
                    <a:pt x="14564" y="10337"/>
                    <a:pt x="14524" y="10357"/>
                  </a:cubicBezTo>
                  <a:cubicBezTo>
                    <a:pt x="14131" y="10555"/>
                    <a:pt x="13858" y="11090"/>
                    <a:pt x="13785" y="11503"/>
                  </a:cubicBezTo>
                  <a:cubicBezTo>
                    <a:pt x="13740" y="11757"/>
                    <a:pt x="13989" y="11957"/>
                    <a:pt x="14220" y="11957"/>
                  </a:cubicBezTo>
                  <a:cubicBezTo>
                    <a:pt x="14334" y="11957"/>
                    <a:pt x="14443" y="11908"/>
                    <a:pt x="14511" y="11793"/>
                  </a:cubicBezTo>
                  <a:cubicBezTo>
                    <a:pt x="14621" y="11607"/>
                    <a:pt x="14701" y="11431"/>
                    <a:pt x="14768" y="11226"/>
                  </a:cubicBezTo>
                  <a:cubicBezTo>
                    <a:pt x="14826" y="11050"/>
                    <a:pt x="14925" y="10840"/>
                    <a:pt x="14924" y="10653"/>
                  </a:cubicBezTo>
                  <a:cubicBezTo>
                    <a:pt x="14921" y="10493"/>
                    <a:pt x="14801" y="10328"/>
                    <a:pt x="14641" y="10328"/>
                  </a:cubicBezTo>
                  <a:close/>
                  <a:moveTo>
                    <a:pt x="11313" y="10073"/>
                  </a:moveTo>
                  <a:cubicBezTo>
                    <a:pt x="11275" y="10073"/>
                    <a:pt x="11236" y="10081"/>
                    <a:pt x="11202" y="10098"/>
                  </a:cubicBezTo>
                  <a:cubicBezTo>
                    <a:pt x="10857" y="10268"/>
                    <a:pt x="10697" y="10691"/>
                    <a:pt x="10537" y="11021"/>
                  </a:cubicBezTo>
                  <a:cubicBezTo>
                    <a:pt x="10383" y="11337"/>
                    <a:pt x="10225" y="11863"/>
                    <a:pt x="10666" y="12040"/>
                  </a:cubicBezTo>
                  <a:cubicBezTo>
                    <a:pt x="10730" y="12066"/>
                    <a:pt x="10789" y="12077"/>
                    <a:pt x="10845" y="12077"/>
                  </a:cubicBezTo>
                  <a:cubicBezTo>
                    <a:pt x="11154" y="12077"/>
                    <a:pt x="11349" y="11725"/>
                    <a:pt x="11436" y="11450"/>
                  </a:cubicBezTo>
                  <a:cubicBezTo>
                    <a:pt x="11546" y="11087"/>
                    <a:pt x="11734" y="10619"/>
                    <a:pt x="11587" y="10248"/>
                  </a:cubicBezTo>
                  <a:cubicBezTo>
                    <a:pt x="11544" y="10142"/>
                    <a:pt x="11427" y="10073"/>
                    <a:pt x="11313" y="10073"/>
                  </a:cubicBezTo>
                  <a:close/>
                  <a:moveTo>
                    <a:pt x="17332" y="10670"/>
                  </a:moveTo>
                  <a:cubicBezTo>
                    <a:pt x="17296" y="10670"/>
                    <a:pt x="17262" y="10676"/>
                    <a:pt x="17232" y="10690"/>
                  </a:cubicBezTo>
                  <a:cubicBezTo>
                    <a:pt x="17062" y="10770"/>
                    <a:pt x="16939" y="10920"/>
                    <a:pt x="16821" y="11062"/>
                  </a:cubicBezTo>
                  <a:cubicBezTo>
                    <a:pt x="16697" y="11218"/>
                    <a:pt x="16590" y="11366"/>
                    <a:pt x="16516" y="11552"/>
                  </a:cubicBezTo>
                  <a:cubicBezTo>
                    <a:pt x="16446" y="11729"/>
                    <a:pt x="16516" y="11936"/>
                    <a:pt x="16684" y="12029"/>
                  </a:cubicBezTo>
                  <a:cubicBezTo>
                    <a:pt x="16746" y="12063"/>
                    <a:pt x="16810" y="12080"/>
                    <a:pt x="16871" y="12080"/>
                  </a:cubicBezTo>
                  <a:cubicBezTo>
                    <a:pt x="16985" y="12080"/>
                    <a:pt x="17094" y="12024"/>
                    <a:pt x="17180" y="11930"/>
                  </a:cubicBezTo>
                  <a:cubicBezTo>
                    <a:pt x="17312" y="11785"/>
                    <a:pt x="17394" y="11614"/>
                    <a:pt x="17477" y="11437"/>
                  </a:cubicBezTo>
                  <a:cubicBezTo>
                    <a:pt x="17558" y="11263"/>
                    <a:pt x="17618" y="11095"/>
                    <a:pt x="17613" y="10901"/>
                  </a:cubicBezTo>
                  <a:cubicBezTo>
                    <a:pt x="17610" y="10761"/>
                    <a:pt x="17463" y="10670"/>
                    <a:pt x="17332" y="10670"/>
                  </a:cubicBezTo>
                  <a:close/>
                  <a:moveTo>
                    <a:pt x="4794" y="10470"/>
                  </a:moveTo>
                  <a:cubicBezTo>
                    <a:pt x="4750" y="10470"/>
                    <a:pt x="4707" y="10484"/>
                    <a:pt x="4675" y="10517"/>
                  </a:cubicBezTo>
                  <a:cubicBezTo>
                    <a:pt x="4521" y="10674"/>
                    <a:pt x="4496" y="10864"/>
                    <a:pt x="4444" y="11072"/>
                  </a:cubicBezTo>
                  <a:cubicBezTo>
                    <a:pt x="4386" y="11300"/>
                    <a:pt x="4368" y="11517"/>
                    <a:pt x="4361" y="11753"/>
                  </a:cubicBezTo>
                  <a:cubicBezTo>
                    <a:pt x="4353" y="12027"/>
                    <a:pt x="4579" y="12183"/>
                    <a:pt x="4790" y="12183"/>
                  </a:cubicBezTo>
                  <a:cubicBezTo>
                    <a:pt x="4964" y="12183"/>
                    <a:pt x="5128" y="12077"/>
                    <a:pt x="5143" y="11844"/>
                  </a:cubicBezTo>
                  <a:cubicBezTo>
                    <a:pt x="5158" y="11610"/>
                    <a:pt x="5169" y="11380"/>
                    <a:pt x="5136" y="11145"/>
                  </a:cubicBezTo>
                  <a:cubicBezTo>
                    <a:pt x="5110" y="10943"/>
                    <a:pt x="5105" y="10716"/>
                    <a:pt x="4973" y="10552"/>
                  </a:cubicBezTo>
                  <a:cubicBezTo>
                    <a:pt x="4933" y="10503"/>
                    <a:pt x="4862" y="10470"/>
                    <a:pt x="4794" y="10470"/>
                  </a:cubicBezTo>
                  <a:close/>
                  <a:moveTo>
                    <a:pt x="7673" y="10700"/>
                  </a:moveTo>
                  <a:cubicBezTo>
                    <a:pt x="7584" y="10700"/>
                    <a:pt x="7494" y="10748"/>
                    <a:pt x="7446" y="10848"/>
                  </a:cubicBezTo>
                  <a:cubicBezTo>
                    <a:pt x="7261" y="11236"/>
                    <a:pt x="7087" y="11751"/>
                    <a:pt x="7181" y="12180"/>
                  </a:cubicBezTo>
                  <a:cubicBezTo>
                    <a:pt x="7224" y="12372"/>
                    <a:pt x="7378" y="12474"/>
                    <a:pt x="7534" y="12474"/>
                  </a:cubicBezTo>
                  <a:cubicBezTo>
                    <a:pt x="7662" y="12474"/>
                    <a:pt x="7792" y="12405"/>
                    <a:pt x="7862" y="12260"/>
                  </a:cubicBezTo>
                  <a:cubicBezTo>
                    <a:pt x="8057" y="11865"/>
                    <a:pt x="8006" y="11324"/>
                    <a:pt x="7916" y="10902"/>
                  </a:cubicBezTo>
                  <a:cubicBezTo>
                    <a:pt x="7888" y="10770"/>
                    <a:pt x="7781" y="10700"/>
                    <a:pt x="7673" y="10700"/>
                  </a:cubicBezTo>
                  <a:close/>
                  <a:moveTo>
                    <a:pt x="2244" y="11513"/>
                  </a:moveTo>
                  <a:cubicBezTo>
                    <a:pt x="2244" y="11513"/>
                    <a:pt x="2243" y="11513"/>
                    <a:pt x="2243" y="11513"/>
                  </a:cubicBezTo>
                  <a:lnTo>
                    <a:pt x="2235" y="11513"/>
                  </a:lnTo>
                  <a:cubicBezTo>
                    <a:pt x="2104" y="11516"/>
                    <a:pt x="2007" y="11562"/>
                    <a:pt x="1950" y="11683"/>
                  </a:cubicBezTo>
                  <a:cubicBezTo>
                    <a:pt x="1769" y="12064"/>
                    <a:pt x="1888" y="12698"/>
                    <a:pt x="2330" y="12833"/>
                  </a:cubicBezTo>
                  <a:cubicBezTo>
                    <a:pt x="2367" y="12845"/>
                    <a:pt x="2403" y="12850"/>
                    <a:pt x="2438" y="12850"/>
                  </a:cubicBezTo>
                  <a:cubicBezTo>
                    <a:pt x="2639" y="12850"/>
                    <a:pt x="2775" y="12660"/>
                    <a:pt x="2708" y="12446"/>
                  </a:cubicBezTo>
                  <a:cubicBezTo>
                    <a:pt x="2657" y="12282"/>
                    <a:pt x="2538" y="12148"/>
                    <a:pt x="2496" y="11978"/>
                  </a:cubicBezTo>
                  <a:cubicBezTo>
                    <a:pt x="2458" y="11821"/>
                    <a:pt x="2494" y="11513"/>
                    <a:pt x="2244" y="11513"/>
                  </a:cubicBezTo>
                  <a:close/>
                  <a:moveTo>
                    <a:pt x="4436" y="13106"/>
                  </a:moveTo>
                  <a:cubicBezTo>
                    <a:pt x="4357" y="13106"/>
                    <a:pt x="4279" y="13157"/>
                    <a:pt x="4259" y="13262"/>
                  </a:cubicBezTo>
                  <a:cubicBezTo>
                    <a:pt x="4195" y="13582"/>
                    <a:pt x="4088" y="13896"/>
                    <a:pt x="4121" y="14224"/>
                  </a:cubicBezTo>
                  <a:cubicBezTo>
                    <a:pt x="4140" y="14415"/>
                    <a:pt x="4304" y="14510"/>
                    <a:pt x="4466" y="14510"/>
                  </a:cubicBezTo>
                  <a:cubicBezTo>
                    <a:pt x="4632" y="14510"/>
                    <a:pt x="4796" y="14411"/>
                    <a:pt x="4806" y="14214"/>
                  </a:cubicBezTo>
                  <a:cubicBezTo>
                    <a:pt x="4822" y="13880"/>
                    <a:pt x="4700" y="13576"/>
                    <a:pt x="4620" y="13256"/>
                  </a:cubicBezTo>
                  <a:cubicBezTo>
                    <a:pt x="4594" y="13157"/>
                    <a:pt x="4515" y="13106"/>
                    <a:pt x="4436" y="13106"/>
                  </a:cubicBezTo>
                  <a:close/>
                  <a:moveTo>
                    <a:pt x="15741" y="12741"/>
                  </a:moveTo>
                  <a:cubicBezTo>
                    <a:pt x="15667" y="12741"/>
                    <a:pt x="15590" y="12762"/>
                    <a:pt x="15521" y="12805"/>
                  </a:cubicBezTo>
                  <a:cubicBezTo>
                    <a:pt x="15312" y="12936"/>
                    <a:pt x="15156" y="13160"/>
                    <a:pt x="15014" y="13359"/>
                  </a:cubicBezTo>
                  <a:cubicBezTo>
                    <a:pt x="14860" y="13576"/>
                    <a:pt x="14729" y="13787"/>
                    <a:pt x="14628" y="14034"/>
                  </a:cubicBezTo>
                  <a:cubicBezTo>
                    <a:pt x="14491" y="14377"/>
                    <a:pt x="14759" y="14630"/>
                    <a:pt x="15046" y="14630"/>
                  </a:cubicBezTo>
                  <a:cubicBezTo>
                    <a:pt x="15171" y="14630"/>
                    <a:pt x="15299" y="14582"/>
                    <a:pt x="15399" y="14471"/>
                  </a:cubicBezTo>
                  <a:cubicBezTo>
                    <a:pt x="15578" y="14274"/>
                    <a:pt x="15701" y="14057"/>
                    <a:pt x="15828" y="13823"/>
                  </a:cubicBezTo>
                  <a:cubicBezTo>
                    <a:pt x="15946" y="13605"/>
                    <a:pt x="16066" y="13377"/>
                    <a:pt x="16091" y="13129"/>
                  </a:cubicBezTo>
                  <a:cubicBezTo>
                    <a:pt x="16120" y="12886"/>
                    <a:pt x="15939" y="12741"/>
                    <a:pt x="15741" y="12741"/>
                  </a:cubicBezTo>
                  <a:close/>
                  <a:moveTo>
                    <a:pt x="13362" y="12612"/>
                  </a:moveTo>
                  <a:cubicBezTo>
                    <a:pt x="13290" y="12612"/>
                    <a:pt x="13220" y="12631"/>
                    <a:pt x="13167" y="12683"/>
                  </a:cubicBezTo>
                  <a:cubicBezTo>
                    <a:pt x="12769" y="13063"/>
                    <a:pt x="12357" y="13618"/>
                    <a:pt x="12212" y="14152"/>
                  </a:cubicBezTo>
                  <a:cubicBezTo>
                    <a:pt x="12121" y="14490"/>
                    <a:pt x="12356" y="14753"/>
                    <a:pt x="12626" y="14753"/>
                  </a:cubicBezTo>
                  <a:cubicBezTo>
                    <a:pt x="12744" y="14753"/>
                    <a:pt x="12869" y="14703"/>
                    <a:pt x="12977" y="14586"/>
                  </a:cubicBezTo>
                  <a:cubicBezTo>
                    <a:pt x="13355" y="14178"/>
                    <a:pt x="13605" y="13532"/>
                    <a:pt x="13717" y="12990"/>
                  </a:cubicBezTo>
                  <a:cubicBezTo>
                    <a:pt x="13740" y="12868"/>
                    <a:pt x="13669" y="12747"/>
                    <a:pt x="13583" y="12676"/>
                  </a:cubicBezTo>
                  <a:cubicBezTo>
                    <a:pt x="13566" y="12660"/>
                    <a:pt x="13544" y="12645"/>
                    <a:pt x="13521" y="12638"/>
                  </a:cubicBezTo>
                  <a:lnTo>
                    <a:pt x="13506" y="12635"/>
                  </a:lnTo>
                  <a:cubicBezTo>
                    <a:pt x="13460" y="12621"/>
                    <a:pt x="13411" y="12612"/>
                    <a:pt x="13362" y="12612"/>
                  </a:cubicBezTo>
                  <a:close/>
                  <a:moveTo>
                    <a:pt x="7099" y="13564"/>
                  </a:moveTo>
                  <a:cubicBezTo>
                    <a:pt x="7023" y="13564"/>
                    <a:pt x="6948" y="13602"/>
                    <a:pt x="6923" y="13683"/>
                  </a:cubicBezTo>
                  <a:cubicBezTo>
                    <a:pt x="6865" y="13867"/>
                    <a:pt x="6821" y="14056"/>
                    <a:pt x="6757" y="14237"/>
                  </a:cubicBezTo>
                  <a:cubicBezTo>
                    <a:pt x="6684" y="14441"/>
                    <a:pt x="6614" y="14615"/>
                    <a:pt x="6654" y="14835"/>
                  </a:cubicBezTo>
                  <a:cubicBezTo>
                    <a:pt x="6686" y="15014"/>
                    <a:pt x="6836" y="15111"/>
                    <a:pt x="6986" y="15111"/>
                  </a:cubicBezTo>
                  <a:cubicBezTo>
                    <a:pt x="7109" y="15111"/>
                    <a:pt x="7233" y="15046"/>
                    <a:pt x="7292" y="14910"/>
                  </a:cubicBezTo>
                  <a:cubicBezTo>
                    <a:pt x="7381" y="14707"/>
                    <a:pt x="7353" y="14519"/>
                    <a:pt x="7330" y="14303"/>
                  </a:cubicBezTo>
                  <a:cubicBezTo>
                    <a:pt x="7308" y="14112"/>
                    <a:pt x="7312" y="13917"/>
                    <a:pt x="7298" y="13727"/>
                  </a:cubicBezTo>
                  <a:cubicBezTo>
                    <a:pt x="7290" y="13622"/>
                    <a:pt x="7193" y="13564"/>
                    <a:pt x="7099" y="13564"/>
                  </a:cubicBezTo>
                  <a:close/>
                  <a:moveTo>
                    <a:pt x="10366" y="13069"/>
                  </a:moveTo>
                  <a:cubicBezTo>
                    <a:pt x="10341" y="13069"/>
                    <a:pt x="10317" y="13074"/>
                    <a:pt x="10296" y="13087"/>
                  </a:cubicBezTo>
                  <a:cubicBezTo>
                    <a:pt x="9999" y="13265"/>
                    <a:pt x="9890" y="13551"/>
                    <a:pt x="9759" y="13858"/>
                  </a:cubicBezTo>
                  <a:cubicBezTo>
                    <a:pt x="9614" y="14195"/>
                    <a:pt x="9422" y="14554"/>
                    <a:pt x="9474" y="14929"/>
                  </a:cubicBezTo>
                  <a:cubicBezTo>
                    <a:pt x="9500" y="15103"/>
                    <a:pt x="9681" y="15246"/>
                    <a:pt x="9856" y="15246"/>
                  </a:cubicBezTo>
                  <a:cubicBezTo>
                    <a:pt x="9930" y="15246"/>
                    <a:pt x="10002" y="15221"/>
                    <a:pt x="10062" y="15161"/>
                  </a:cubicBezTo>
                  <a:cubicBezTo>
                    <a:pt x="10332" y="14886"/>
                    <a:pt x="10396" y="14541"/>
                    <a:pt x="10485" y="14178"/>
                  </a:cubicBezTo>
                  <a:cubicBezTo>
                    <a:pt x="10565" y="13846"/>
                    <a:pt x="10681" y="13512"/>
                    <a:pt x="10544" y="13185"/>
                  </a:cubicBezTo>
                  <a:cubicBezTo>
                    <a:pt x="10517" y="13121"/>
                    <a:pt x="10440" y="13069"/>
                    <a:pt x="10366" y="130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5"/>
          <p:cNvGrpSpPr/>
          <p:nvPr/>
        </p:nvGrpSpPr>
        <p:grpSpPr>
          <a:xfrm rot="2700000">
            <a:off x="8257300" y="2298427"/>
            <a:ext cx="600560" cy="546635"/>
            <a:chOff x="3089194" y="1815525"/>
            <a:chExt cx="616790" cy="561327"/>
          </a:xfrm>
        </p:grpSpPr>
        <p:sp>
          <p:nvSpPr>
            <p:cNvPr id="88" name="Google Shape;88;p5"/>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5"/>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5"/>
          <p:cNvSpPr/>
          <p:nvPr/>
        </p:nvSpPr>
        <p:spPr>
          <a:xfrm rot="676936">
            <a:off x="8844909" y="1911983"/>
            <a:ext cx="189873" cy="18990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5"/>
          <p:cNvSpPr/>
          <p:nvPr/>
        </p:nvSpPr>
        <p:spPr>
          <a:xfrm>
            <a:off x="8931318" y="725635"/>
            <a:ext cx="189873" cy="189901"/>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5"/>
          <p:cNvSpPr/>
          <p:nvPr/>
        </p:nvSpPr>
        <p:spPr>
          <a:xfrm rot="378599">
            <a:off x="7919513" y="905099"/>
            <a:ext cx="1501436" cy="721917"/>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5"/>
          <p:cNvSpPr txBox="1">
            <a:spLocks noGrp="1"/>
          </p:cNvSpPr>
          <p:nvPr>
            <p:ph type="title"/>
          </p:nvPr>
        </p:nvSpPr>
        <p:spPr>
          <a:xfrm>
            <a:off x="713225" y="377891"/>
            <a:ext cx="7717500" cy="640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1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94" name="Google Shape;94;p5"/>
          <p:cNvSpPr txBox="1">
            <a:spLocks noGrp="1"/>
          </p:cNvSpPr>
          <p:nvPr>
            <p:ph type="subTitle" idx="1"/>
          </p:nvPr>
        </p:nvSpPr>
        <p:spPr>
          <a:xfrm>
            <a:off x="1477825" y="1333750"/>
            <a:ext cx="2847000" cy="727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chemeClr val="dk2"/>
              </a:buClr>
              <a:buSzPts val="2200"/>
              <a:buNone/>
              <a:defRPr sz="2200" i="0">
                <a:solidFill>
                  <a:schemeClr val="lt2"/>
                </a:solidFill>
                <a:latin typeface="Bree Serif"/>
                <a:ea typeface="Bree Serif"/>
                <a:cs typeface="Bree Serif"/>
                <a:sym typeface="Bree Serif"/>
              </a:defRPr>
            </a:lvl1pPr>
            <a:lvl2pPr lvl="1" algn="ctr">
              <a:spcBef>
                <a:spcPts val="0"/>
              </a:spcBef>
              <a:spcAft>
                <a:spcPts val="0"/>
              </a:spcAft>
              <a:buClr>
                <a:schemeClr val="dk2"/>
              </a:buClr>
              <a:buSzPts val="2200"/>
              <a:buNone/>
              <a:defRPr sz="2200">
                <a:solidFill>
                  <a:schemeClr val="dk2"/>
                </a:solidFill>
              </a:defRPr>
            </a:lvl2pPr>
            <a:lvl3pPr lvl="2" algn="ctr">
              <a:spcBef>
                <a:spcPts val="0"/>
              </a:spcBef>
              <a:spcAft>
                <a:spcPts val="0"/>
              </a:spcAft>
              <a:buSzPts val="2200"/>
              <a:buNone/>
              <a:defRPr sz="2200"/>
            </a:lvl3pPr>
            <a:lvl4pPr lvl="3" algn="ctr">
              <a:spcBef>
                <a:spcPts val="0"/>
              </a:spcBef>
              <a:spcAft>
                <a:spcPts val="0"/>
              </a:spcAft>
              <a:buSzPts val="2200"/>
              <a:buNone/>
              <a:defRPr sz="2200"/>
            </a:lvl4pPr>
            <a:lvl5pPr lvl="4" algn="ctr">
              <a:spcBef>
                <a:spcPts val="0"/>
              </a:spcBef>
              <a:spcAft>
                <a:spcPts val="0"/>
              </a:spcAft>
              <a:buSzPts val="2200"/>
              <a:buNone/>
              <a:defRPr sz="2200"/>
            </a:lvl5pPr>
            <a:lvl6pPr lvl="5" algn="ctr">
              <a:spcBef>
                <a:spcPts val="0"/>
              </a:spcBef>
              <a:spcAft>
                <a:spcPts val="0"/>
              </a:spcAft>
              <a:buSzPts val="2200"/>
              <a:buNone/>
              <a:defRPr sz="2200"/>
            </a:lvl6pPr>
            <a:lvl7pPr lvl="6" algn="ctr">
              <a:spcBef>
                <a:spcPts val="0"/>
              </a:spcBef>
              <a:spcAft>
                <a:spcPts val="0"/>
              </a:spcAft>
              <a:buSzPts val="2200"/>
              <a:buNone/>
              <a:defRPr sz="2200"/>
            </a:lvl7pPr>
            <a:lvl8pPr lvl="7" algn="ctr">
              <a:spcBef>
                <a:spcPts val="0"/>
              </a:spcBef>
              <a:spcAft>
                <a:spcPts val="0"/>
              </a:spcAft>
              <a:buSzPts val="2200"/>
              <a:buNone/>
              <a:defRPr sz="2200"/>
            </a:lvl8pPr>
            <a:lvl9pPr lvl="8" algn="ctr">
              <a:spcBef>
                <a:spcPts val="0"/>
              </a:spcBef>
              <a:spcAft>
                <a:spcPts val="0"/>
              </a:spcAft>
              <a:buSzPts val="2200"/>
              <a:buNone/>
              <a:defRPr sz="2200"/>
            </a:lvl9pPr>
          </a:lstStyle>
          <a:p>
            <a:endParaRPr/>
          </a:p>
        </p:txBody>
      </p:sp>
      <p:sp>
        <p:nvSpPr>
          <p:cNvPr id="95" name="Google Shape;95;p5"/>
          <p:cNvSpPr txBox="1">
            <a:spLocks noGrp="1"/>
          </p:cNvSpPr>
          <p:nvPr>
            <p:ph type="body" idx="2"/>
          </p:nvPr>
        </p:nvSpPr>
        <p:spPr>
          <a:xfrm>
            <a:off x="1477825" y="1976399"/>
            <a:ext cx="2847000" cy="822900"/>
          </a:xfrm>
          <a:prstGeom prst="rect">
            <a:avLst/>
          </a:prstGeom>
        </p:spPr>
        <p:txBody>
          <a:bodyPr spcFirstLastPara="1" wrap="square" lIns="91425" tIns="91425" rIns="91425" bIns="91425" anchor="t" anchorCtr="0">
            <a:noAutofit/>
          </a:bodyPr>
          <a:lstStyle>
            <a:lvl1pPr marL="457200" lvl="0" indent="-317500">
              <a:lnSpc>
                <a:spcPct val="100000"/>
              </a:lnSpc>
              <a:spcBef>
                <a:spcPts val="0"/>
              </a:spcBef>
              <a:spcAft>
                <a:spcPts val="0"/>
              </a:spcAft>
              <a:buSzPts val="1400"/>
              <a:buChar char="●"/>
              <a:defRPr sz="1400" i="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96" name="Google Shape;96;p5"/>
          <p:cNvSpPr txBox="1">
            <a:spLocks noGrp="1"/>
          </p:cNvSpPr>
          <p:nvPr>
            <p:ph type="subTitle" idx="3"/>
          </p:nvPr>
        </p:nvSpPr>
        <p:spPr>
          <a:xfrm>
            <a:off x="5182056" y="2763808"/>
            <a:ext cx="2872800" cy="727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200"/>
              <a:buNone/>
              <a:defRPr sz="2200" i="0">
                <a:solidFill>
                  <a:schemeClr val="lt2"/>
                </a:solidFill>
                <a:latin typeface="Bree Serif"/>
                <a:ea typeface="Bree Serif"/>
                <a:cs typeface="Bree Serif"/>
                <a:sym typeface="Bree Serif"/>
              </a:defRPr>
            </a:lvl1pPr>
            <a:lvl2pPr lvl="1" algn="ctr" rtl="0">
              <a:spcBef>
                <a:spcPts val="0"/>
              </a:spcBef>
              <a:spcAft>
                <a:spcPts val="0"/>
              </a:spcAft>
              <a:buClr>
                <a:schemeClr val="dk2"/>
              </a:buClr>
              <a:buSzPts val="2200"/>
              <a:buNone/>
              <a:defRPr sz="2200">
                <a:solidFill>
                  <a:schemeClr val="dk2"/>
                </a:solidFill>
              </a:defRPr>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97" name="Google Shape;97;p5"/>
          <p:cNvSpPr txBox="1">
            <a:spLocks noGrp="1"/>
          </p:cNvSpPr>
          <p:nvPr>
            <p:ph type="body" idx="4"/>
          </p:nvPr>
        </p:nvSpPr>
        <p:spPr>
          <a:xfrm>
            <a:off x="5182056" y="3406450"/>
            <a:ext cx="2872800" cy="8229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i="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6"/>
        <p:cNvGrpSpPr/>
        <p:nvPr/>
      </p:nvGrpSpPr>
      <p:grpSpPr>
        <a:xfrm>
          <a:off x="0" y="0"/>
          <a:ext cx="0" cy="0"/>
          <a:chOff x="0" y="0"/>
          <a:chExt cx="0" cy="0"/>
        </a:xfrm>
      </p:grpSpPr>
      <p:sp>
        <p:nvSpPr>
          <p:cNvPr id="117" name="Google Shape;117;p7"/>
          <p:cNvSpPr txBox="1">
            <a:spLocks noGrp="1"/>
          </p:cNvSpPr>
          <p:nvPr>
            <p:ph type="title"/>
          </p:nvPr>
        </p:nvSpPr>
        <p:spPr>
          <a:xfrm>
            <a:off x="713225" y="377891"/>
            <a:ext cx="7717500" cy="640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8" name="Google Shape;118;p7"/>
          <p:cNvSpPr txBox="1">
            <a:spLocks noGrp="1"/>
          </p:cNvSpPr>
          <p:nvPr>
            <p:ph type="body" idx="1"/>
          </p:nvPr>
        </p:nvSpPr>
        <p:spPr>
          <a:xfrm>
            <a:off x="713225" y="1607100"/>
            <a:ext cx="3858900" cy="1929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i="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
        <p:nvSpPr>
          <p:cNvPr id="119" name="Google Shape;119;p7"/>
          <p:cNvSpPr/>
          <p:nvPr/>
        </p:nvSpPr>
        <p:spPr>
          <a:xfrm rot="468862">
            <a:off x="5378150" y="4564691"/>
            <a:ext cx="351945" cy="35188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7"/>
          <p:cNvSpPr/>
          <p:nvPr/>
        </p:nvSpPr>
        <p:spPr>
          <a:xfrm rot="468811">
            <a:off x="5456660" y="4643164"/>
            <a:ext cx="194938" cy="19498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rot="401">
            <a:off x="8497362" y="1414519"/>
            <a:ext cx="256460" cy="185822"/>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rot="1003606">
            <a:off x="8448591" y="2476799"/>
            <a:ext cx="189876" cy="18990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41"/>
        <p:cNvGrpSpPr/>
        <p:nvPr/>
      </p:nvGrpSpPr>
      <p:grpSpPr>
        <a:xfrm>
          <a:off x="0" y="0"/>
          <a:ext cx="0" cy="0"/>
          <a:chOff x="0" y="0"/>
          <a:chExt cx="0" cy="0"/>
        </a:xfrm>
      </p:grpSpPr>
      <p:grpSp>
        <p:nvGrpSpPr>
          <p:cNvPr id="142" name="Google Shape;142;p9"/>
          <p:cNvGrpSpPr/>
          <p:nvPr/>
        </p:nvGrpSpPr>
        <p:grpSpPr>
          <a:xfrm rot="-900056" flipH="1">
            <a:off x="7974588" y="2271187"/>
            <a:ext cx="1283967" cy="2832044"/>
            <a:chOff x="1768957" y="2795221"/>
            <a:chExt cx="905793" cy="1997906"/>
          </a:xfrm>
        </p:grpSpPr>
        <p:sp>
          <p:nvSpPr>
            <p:cNvPr id="143" name="Google Shape;143;p9"/>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9"/>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9"/>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 name="Google Shape;146;p9"/>
          <p:cNvGrpSpPr/>
          <p:nvPr/>
        </p:nvGrpSpPr>
        <p:grpSpPr>
          <a:xfrm rot="10527615">
            <a:off x="-246773" y="-178456"/>
            <a:ext cx="1284004" cy="2832126"/>
            <a:chOff x="1768957" y="2795221"/>
            <a:chExt cx="905793" cy="1997906"/>
          </a:xfrm>
        </p:grpSpPr>
        <p:sp>
          <p:nvSpPr>
            <p:cNvPr id="147" name="Google Shape;147;p9"/>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9"/>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9"/>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 name="Google Shape;150;p9"/>
          <p:cNvSpPr/>
          <p:nvPr/>
        </p:nvSpPr>
        <p:spPr>
          <a:xfrm rot="-10643826">
            <a:off x="-144458" y="-135568"/>
            <a:ext cx="3954308" cy="1026758"/>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9"/>
          <p:cNvSpPr/>
          <p:nvPr/>
        </p:nvSpPr>
        <p:spPr>
          <a:xfrm rot="147239">
            <a:off x="5438556" y="4069024"/>
            <a:ext cx="3863174" cy="1188761"/>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2" name="Google Shape;152;p9"/>
          <p:cNvGrpSpPr/>
          <p:nvPr/>
        </p:nvGrpSpPr>
        <p:grpSpPr>
          <a:xfrm rot="-3165620">
            <a:off x="6166437" y="4040371"/>
            <a:ext cx="718549" cy="1290626"/>
            <a:chOff x="1091670" y="1268815"/>
            <a:chExt cx="432581" cy="776982"/>
          </a:xfrm>
        </p:grpSpPr>
        <p:sp>
          <p:nvSpPr>
            <p:cNvPr id="153" name="Google Shape;153;p9"/>
            <p:cNvSpPr/>
            <p:nvPr/>
          </p:nvSpPr>
          <p:spPr>
            <a:xfrm>
              <a:off x="1091670" y="1268815"/>
              <a:ext cx="432581" cy="740517"/>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9"/>
            <p:cNvSpPr/>
            <p:nvPr/>
          </p:nvSpPr>
          <p:spPr>
            <a:xfrm>
              <a:off x="1134883" y="1344131"/>
              <a:ext cx="329749" cy="701666"/>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 name="Google Shape;155;p9"/>
          <p:cNvSpPr/>
          <p:nvPr/>
        </p:nvSpPr>
        <p:spPr>
          <a:xfrm rot="-2232047">
            <a:off x="6786391" y="3988233"/>
            <a:ext cx="508626" cy="1279182"/>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6" name="Google Shape;156;p9"/>
          <p:cNvGrpSpPr/>
          <p:nvPr/>
        </p:nvGrpSpPr>
        <p:grpSpPr>
          <a:xfrm rot="-405066">
            <a:off x="7137255" y="3406066"/>
            <a:ext cx="1549137" cy="1939320"/>
            <a:chOff x="3581675" y="1822922"/>
            <a:chExt cx="1768067" cy="2213393"/>
          </a:xfrm>
        </p:grpSpPr>
        <p:sp>
          <p:nvSpPr>
            <p:cNvPr id="157" name="Google Shape;157;p9"/>
            <p:cNvSpPr/>
            <p:nvPr/>
          </p:nvSpPr>
          <p:spPr>
            <a:xfrm>
              <a:off x="4698437" y="2869949"/>
              <a:ext cx="415413" cy="909832"/>
            </a:xfrm>
            <a:custGeom>
              <a:avLst/>
              <a:gdLst/>
              <a:ahLst/>
              <a:cxnLst/>
              <a:rect l="l" t="t" r="r" b="b"/>
              <a:pathLst>
                <a:path w="4790" h="10491" extrusionOk="0">
                  <a:moveTo>
                    <a:pt x="4620" y="1"/>
                  </a:moveTo>
                  <a:cubicBezTo>
                    <a:pt x="4593" y="1"/>
                    <a:pt x="4566" y="12"/>
                    <a:pt x="4540" y="38"/>
                  </a:cubicBezTo>
                  <a:cubicBezTo>
                    <a:pt x="3301" y="1260"/>
                    <a:pt x="2341" y="3009"/>
                    <a:pt x="1604" y="4681"/>
                  </a:cubicBezTo>
                  <a:cubicBezTo>
                    <a:pt x="848" y="6401"/>
                    <a:pt x="217" y="8323"/>
                    <a:pt x="18" y="10235"/>
                  </a:cubicBezTo>
                  <a:cubicBezTo>
                    <a:pt x="0" y="10403"/>
                    <a:pt x="97" y="10490"/>
                    <a:pt x="202" y="10490"/>
                  </a:cubicBezTo>
                  <a:cubicBezTo>
                    <a:pt x="294" y="10490"/>
                    <a:pt x="393" y="10422"/>
                    <a:pt x="422" y="10282"/>
                  </a:cubicBezTo>
                  <a:cubicBezTo>
                    <a:pt x="819" y="8437"/>
                    <a:pt x="1261" y="6656"/>
                    <a:pt x="2004" y="4945"/>
                  </a:cubicBezTo>
                  <a:cubicBezTo>
                    <a:pt x="2366" y="4109"/>
                    <a:pt x="2773" y="3303"/>
                    <a:pt x="3231" y="2533"/>
                  </a:cubicBezTo>
                  <a:cubicBezTo>
                    <a:pt x="3699" y="1742"/>
                    <a:pt x="4227" y="1013"/>
                    <a:pt x="4717" y="244"/>
                  </a:cubicBezTo>
                  <a:cubicBezTo>
                    <a:pt x="4789" y="137"/>
                    <a:pt x="4713" y="1"/>
                    <a:pt x="4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9"/>
            <p:cNvSpPr/>
            <p:nvPr/>
          </p:nvSpPr>
          <p:spPr>
            <a:xfrm>
              <a:off x="4744315" y="2673344"/>
              <a:ext cx="605427" cy="552005"/>
            </a:xfrm>
            <a:custGeom>
              <a:avLst/>
              <a:gdLst/>
              <a:ahLst/>
              <a:cxnLst/>
              <a:rect l="l" t="t" r="r" b="b"/>
              <a:pathLst>
                <a:path w="6981" h="6365" extrusionOk="0">
                  <a:moveTo>
                    <a:pt x="4305" y="0"/>
                  </a:moveTo>
                  <a:cubicBezTo>
                    <a:pt x="4098" y="0"/>
                    <a:pt x="3883" y="139"/>
                    <a:pt x="3727" y="295"/>
                  </a:cubicBezTo>
                  <a:cubicBezTo>
                    <a:pt x="3305" y="720"/>
                    <a:pt x="3051" y="1313"/>
                    <a:pt x="3032" y="1916"/>
                  </a:cubicBezTo>
                  <a:cubicBezTo>
                    <a:pt x="2932" y="1578"/>
                    <a:pt x="2917" y="1211"/>
                    <a:pt x="2798" y="877"/>
                  </a:cubicBezTo>
                  <a:cubicBezTo>
                    <a:pt x="2678" y="546"/>
                    <a:pt x="2402" y="228"/>
                    <a:pt x="2059" y="228"/>
                  </a:cubicBezTo>
                  <a:cubicBezTo>
                    <a:pt x="2058" y="228"/>
                    <a:pt x="2057" y="228"/>
                    <a:pt x="2056" y="228"/>
                  </a:cubicBezTo>
                  <a:cubicBezTo>
                    <a:pt x="1680" y="228"/>
                    <a:pt x="1386" y="625"/>
                    <a:pt x="1375" y="1011"/>
                  </a:cubicBezTo>
                  <a:cubicBezTo>
                    <a:pt x="1363" y="1396"/>
                    <a:pt x="1568" y="1755"/>
                    <a:pt x="1817" y="2043"/>
                  </a:cubicBezTo>
                  <a:cubicBezTo>
                    <a:pt x="1540" y="1876"/>
                    <a:pt x="1250" y="1709"/>
                    <a:pt x="931" y="1681"/>
                  </a:cubicBezTo>
                  <a:cubicBezTo>
                    <a:pt x="907" y="1679"/>
                    <a:pt x="882" y="1678"/>
                    <a:pt x="857" y="1678"/>
                  </a:cubicBezTo>
                  <a:cubicBezTo>
                    <a:pt x="558" y="1678"/>
                    <a:pt x="245" y="1830"/>
                    <a:pt x="136" y="2114"/>
                  </a:cubicBezTo>
                  <a:cubicBezTo>
                    <a:pt x="1" y="2466"/>
                    <a:pt x="238" y="2872"/>
                    <a:pt x="560" y="3048"/>
                  </a:cubicBezTo>
                  <a:cubicBezTo>
                    <a:pt x="864" y="3212"/>
                    <a:pt x="1220" y="3227"/>
                    <a:pt x="1564" y="3227"/>
                  </a:cubicBezTo>
                  <a:cubicBezTo>
                    <a:pt x="1587" y="3227"/>
                    <a:pt x="1611" y="3227"/>
                    <a:pt x="1635" y="3226"/>
                  </a:cubicBezTo>
                  <a:lnTo>
                    <a:pt x="1635" y="3226"/>
                  </a:lnTo>
                  <a:cubicBezTo>
                    <a:pt x="1354" y="3362"/>
                    <a:pt x="1069" y="3506"/>
                    <a:pt x="858" y="3738"/>
                  </a:cubicBezTo>
                  <a:cubicBezTo>
                    <a:pt x="648" y="3972"/>
                    <a:pt x="530" y="4321"/>
                    <a:pt x="648" y="4613"/>
                  </a:cubicBezTo>
                  <a:cubicBezTo>
                    <a:pt x="764" y="4901"/>
                    <a:pt x="1075" y="5047"/>
                    <a:pt x="1383" y="5047"/>
                  </a:cubicBezTo>
                  <a:cubicBezTo>
                    <a:pt x="1461" y="5047"/>
                    <a:pt x="1538" y="5037"/>
                    <a:pt x="1612" y="5019"/>
                  </a:cubicBezTo>
                  <a:cubicBezTo>
                    <a:pt x="1979" y="4930"/>
                    <a:pt x="2283" y="4670"/>
                    <a:pt x="2574" y="4420"/>
                  </a:cubicBezTo>
                  <a:lnTo>
                    <a:pt x="2574" y="4420"/>
                  </a:lnTo>
                  <a:cubicBezTo>
                    <a:pt x="2478" y="4765"/>
                    <a:pt x="2382" y="5121"/>
                    <a:pt x="2419" y="5480"/>
                  </a:cubicBezTo>
                  <a:cubicBezTo>
                    <a:pt x="2455" y="5836"/>
                    <a:pt x="2653" y="6200"/>
                    <a:pt x="2981" y="6316"/>
                  </a:cubicBezTo>
                  <a:cubicBezTo>
                    <a:pt x="3075" y="6349"/>
                    <a:pt x="3178" y="6365"/>
                    <a:pt x="3283" y="6365"/>
                  </a:cubicBezTo>
                  <a:cubicBezTo>
                    <a:pt x="3657" y="6365"/>
                    <a:pt x="4057" y="6161"/>
                    <a:pt x="4192" y="5763"/>
                  </a:cubicBezTo>
                  <a:cubicBezTo>
                    <a:pt x="4323" y="5378"/>
                    <a:pt x="4391" y="4980"/>
                    <a:pt x="4246" y="4451"/>
                  </a:cubicBezTo>
                  <a:lnTo>
                    <a:pt x="4246" y="4451"/>
                  </a:lnTo>
                  <a:cubicBezTo>
                    <a:pt x="4432" y="4657"/>
                    <a:pt x="4745" y="5173"/>
                    <a:pt x="5115" y="5339"/>
                  </a:cubicBezTo>
                  <a:cubicBezTo>
                    <a:pt x="5252" y="5400"/>
                    <a:pt x="5409" y="5431"/>
                    <a:pt x="5567" y="5431"/>
                  </a:cubicBezTo>
                  <a:cubicBezTo>
                    <a:pt x="5838" y="5431"/>
                    <a:pt x="6113" y="5340"/>
                    <a:pt x="6300" y="5159"/>
                  </a:cubicBezTo>
                  <a:cubicBezTo>
                    <a:pt x="6625" y="4848"/>
                    <a:pt x="6580" y="4270"/>
                    <a:pt x="6308" y="3911"/>
                  </a:cubicBezTo>
                  <a:cubicBezTo>
                    <a:pt x="6034" y="3551"/>
                    <a:pt x="5603" y="3366"/>
                    <a:pt x="5177" y="3237"/>
                  </a:cubicBezTo>
                  <a:lnTo>
                    <a:pt x="5177" y="3237"/>
                  </a:lnTo>
                  <a:cubicBezTo>
                    <a:pt x="5271" y="3258"/>
                    <a:pt x="5367" y="3269"/>
                    <a:pt x="5463" y="3269"/>
                  </a:cubicBezTo>
                  <a:cubicBezTo>
                    <a:pt x="6086" y="3269"/>
                    <a:pt x="6711" y="2831"/>
                    <a:pt x="6899" y="2213"/>
                  </a:cubicBezTo>
                  <a:cubicBezTo>
                    <a:pt x="6981" y="1946"/>
                    <a:pt x="6981" y="1630"/>
                    <a:pt x="6811" y="1412"/>
                  </a:cubicBezTo>
                  <a:cubicBezTo>
                    <a:pt x="6668" y="1230"/>
                    <a:pt x="6445" y="1159"/>
                    <a:pt x="6214" y="1159"/>
                  </a:cubicBezTo>
                  <a:cubicBezTo>
                    <a:pt x="6080" y="1159"/>
                    <a:pt x="5942" y="1183"/>
                    <a:pt x="5816" y="1223"/>
                  </a:cubicBezTo>
                  <a:cubicBezTo>
                    <a:pt x="5243" y="1405"/>
                    <a:pt x="4759" y="1857"/>
                    <a:pt x="4528" y="2424"/>
                  </a:cubicBezTo>
                  <a:cubicBezTo>
                    <a:pt x="4726" y="1903"/>
                    <a:pt x="4822" y="1341"/>
                    <a:pt x="4812" y="781"/>
                  </a:cubicBezTo>
                  <a:cubicBezTo>
                    <a:pt x="4806" y="496"/>
                    <a:pt x="4742" y="167"/>
                    <a:pt x="4493" y="44"/>
                  </a:cubicBezTo>
                  <a:cubicBezTo>
                    <a:pt x="4432" y="14"/>
                    <a:pt x="4369" y="0"/>
                    <a:pt x="4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9"/>
            <p:cNvSpPr/>
            <p:nvPr/>
          </p:nvSpPr>
          <p:spPr>
            <a:xfrm>
              <a:off x="4908226" y="2837687"/>
              <a:ext cx="253584" cy="212043"/>
            </a:xfrm>
            <a:custGeom>
              <a:avLst/>
              <a:gdLst/>
              <a:ahLst/>
              <a:cxnLst/>
              <a:rect l="l" t="t" r="r" b="b"/>
              <a:pathLst>
                <a:path w="2924" h="2445" extrusionOk="0">
                  <a:moveTo>
                    <a:pt x="1914" y="1"/>
                  </a:moveTo>
                  <a:cubicBezTo>
                    <a:pt x="1891" y="1"/>
                    <a:pt x="1868" y="5"/>
                    <a:pt x="1846" y="16"/>
                  </a:cubicBezTo>
                  <a:cubicBezTo>
                    <a:pt x="1681" y="88"/>
                    <a:pt x="1657" y="242"/>
                    <a:pt x="1631" y="402"/>
                  </a:cubicBezTo>
                  <a:cubicBezTo>
                    <a:pt x="1609" y="539"/>
                    <a:pt x="1572" y="696"/>
                    <a:pt x="1623" y="830"/>
                  </a:cubicBezTo>
                  <a:cubicBezTo>
                    <a:pt x="1648" y="893"/>
                    <a:pt x="1705" y="923"/>
                    <a:pt x="1765" y="923"/>
                  </a:cubicBezTo>
                  <a:cubicBezTo>
                    <a:pt x="1801" y="923"/>
                    <a:pt x="1838" y="912"/>
                    <a:pt x="1869" y="891"/>
                  </a:cubicBezTo>
                  <a:cubicBezTo>
                    <a:pt x="1984" y="812"/>
                    <a:pt x="2038" y="644"/>
                    <a:pt x="2080" y="517"/>
                  </a:cubicBezTo>
                  <a:cubicBezTo>
                    <a:pt x="2128" y="367"/>
                    <a:pt x="2182" y="197"/>
                    <a:pt x="2058" y="68"/>
                  </a:cubicBezTo>
                  <a:cubicBezTo>
                    <a:pt x="2020" y="27"/>
                    <a:pt x="1968" y="1"/>
                    <a:pt x="1914" y="1"/>
                  </a:cubicBezTo>
                  <a:close/>
                  <a:moveTo>
                    <a:pt x="714" y="275"/>
                  </a:moveTo>
                  <a:cubicBezTo>
                    <a:pt x="553" y="275"/>
                    <a:pt x="490" y="470"/>
                    <a:pt x="569" y="594"/>
                  </a:cubicBezTo>
                  <a:cubicBezTo>
                    <a:pt x="620" y="673"/>
                    <a:pt x="700" y="728"/>
                    <a:pt x="768" y="793"/>
                  </a:cubicBezTo>
                  <a:cubicBezTo>
                    <a:pt x="851" y="875"/>
                    <a:pt x="931" y="942"/>
                    <a:pt x="1039" y="991"/>
                  </a:cubicBezTo>
                  <a:cubicBezTo>
                    <a:pt x="1065" y="1003"/>
                    <a:pt x="1091" y="1008"/>
                    <a:pt x="1115" y="1008"/>
                  </a:cubicBezTo>
                  <a:cubicBezTo>
                    <a:pt x="1251" y="1008"/>
                    <a:pt x="1358" y="852"/>
                    <a:pt x="1303" y="716"/>
                  </a:cubicBezTo>
                  <a:cubicBezTo>
                    <a:pt x="1223" y="511"/>
                    <a:pt x="968" y="311"/>
                    <a:pt x="748" y="277"/>
                  </a:cubicBezTo>
                  <a:cubicBezTo>
                    <a:pt x="736" y="276"/>
                    <a:pt x="725" y="275"/>
                    <a:pt x="714" y="275"/>
                  </a:cubicBezTo>
                  <a:close/>
                  <a:moveTo>
                    <a:pt x="2596" y="795"/>
                  </a:moveTo>
                  <a:cubicBezTo>
                    <a:pt x="2522" y="795"/>
                    <a:pt x="2449" y="811"/>
                    <a:pt x="2369" y="837"/>
                  </a:cubicBezTo>
                  <a:cubicBezTo>
                    <a:pt x="2259" y="873"/>
                    <a:pt x="2131" y="917"/>
                    <a:pt x="2049" y="1000"/>
                  </a:cubicBezTo>
                  <a:cubicBezTo>
                    <a:pt x="1934" y="1115"/>
                    <a:pt x="1965" y="1329"/>
                    <a:pt x="2147" y="1349"/>
                  </a:cubicBezTo>
                  <a:cubicBezTo>
                    <a:pt x="2166" y="1351"/>
                    <a:pt x="2186" y="1352"/>
                    <a:pt x="2205" y="1352"/>
                  </a:cubicBezTo>
                  <a:cubicBezTo>
                    <a:pt x="2300" y="1352"/>
                    <a:pt x="2395" y="1328"/>
                    <a:pt x="2485" y="1305"/>
                  </a:cubicBezTo>
                  <a:cubicBezTo>
                    <a:pt x="2609" y="1275"/>
                    <a:pt x="2724" y="1241"/>
                    <a:pt x="2818" y="1154"/>
                  </a:cubicBezTo>
                  <a:cubicBezTo>
                    <a:pt x="2916" y="1064"/>
                    <a:pt x="2923" y="869"/>
                    <a:pt x="2770" y="823"/>
                  </a:cubicBezTo>
                  <a:cubicBezTo>
                    <a:pt x="2709" y="804"/>
                    <a:pt x="2652" y="795"/>
                    <a:pt x="2596" y="795"/>
                  </a:cubicBezTo>
                  <a:close/>
                  <a:moveTo>
                    <a:pt x="659" y="1016"/>
                  </a:moveTo>
                  <a:cubicBezTo>
                    <a:pt x="494" y="1016"/>
                    <a:pt x="328" y="1042"/>
                    <a:pt x="180" y="1093"/>
                  </a:cubicBezTo>
                  <a:cubicBezTo>
                    <a:pt x="1" y="1153"/>
                    <a:pt x="14" y="1438"/>
                    <a:pt x="184" y="1496"/>
                  </a:cubicBezTo>
                  <a:cubicBezTo>
                    <a:pt x="325" y="1543"/>
                    <a:pt x="452" y="1563"/>
                    <a:pt x="595" y="1563"/>
                  </a:cubicBezTo>
                  <a:cubicBezTo>
                    <a:pt x="610" y="1563"/>
                    <a:pt x="624" y="1563"/>
                    <a:pt x="639" y="1563"/>
                  </a:cubicBezTo>
                  <a:cubicBezTo>
                    <a:pt x="651" y="1562"/>
                    <a:pt x="664" y="1562"/>
                    <a:pt x="678" y="1562"/>
                  </a:cubicBezTo>
                  <a:cubicBezTo>
                    <a:pt x="706" y="1562"/>
                    <a:pt x="736" y="1563"/>
                    <a:pt x="766" y="1563"/>
                  </a:cubicBezTo>
                  <a:cubicBezTo>
                    <a:pt x="873" y="1563"/>
                    <a:pt x="989" y="1557"/>
                    <a:pt x="1075" y="1510"/>
                  </a:cubicBezTo>
                  <a:cubicBezTo>
                    <a:pt x="1293" y="1391"/>
                    <a:pt x="1237" y="1116"/>
                    <a:pt x="1008" y="1058"/>
                  </a:cubicBezTo>
                  <a:cubicBezTo>
                    <a:pt x="897" y="1029"/>
                    <a:pt x="778" y="1016"/>
                    <a:pt x="659" y="1016"/>
                  </a:cubicBezTo>
                  <a:close/>
                  <a:moveTo>
                    <a:pt x="1091" y="1808"/>
                  </a:moveTo>
                  <a:cubicBezTo>
                    <a:pt x="1088" y="1813"/>
                    <a:pt x="1087" y="1816"/>
                    <a:pt x="1086" y="1817"/>
                  </a:cubicBezTo>
                  <a:lnTo>
                    <a:pt x="1086" y="1817"/>
                  </a:lnTo>
                  <a:cubicBezTo>
                    <a:pt x="1088" y="1814"/>
                    <a:pt x="1090" y="1811"/>
                    <a:pt x="1091" y="1808"/>
                  </a:cubicBezTo>
                  <a:close/>
                  <a:moveTo>
                    <a:pt x="1992" y="1498"/>
                  </a:moveTo>
                  <a:cubicBezTo>
                    <a:pt x="1860" y="1498"/>
                    <a:pt x="1765" y="1609"/>
                    <a:pt x="1776" y="1743"/>
                  </a:cubicBezTo>
                  <a:cubicBezTo>
                    <a:pt x="1788" y="1856"/>
                    <a:pt x="1869" y="1946"/>
                    <a:pt x="1933" y="2037"/>
                  </a:cubicBezTo>
                  <a:cubicBezTo>
                    <a:pt x="1958" y="2073"/>
                    <a:pt x="1984" y="2106"/>
                    <a:pt x="2013" y="2140"/>
                  </a:cubicBezTo>
                  <a:cubicBezTo>
                    <a:pt x="2067" y="2199"/>
                    <a:pt x="2121" y="2230"/>
                    <a:pt x="2190" y="2271"/>
                  </a:cubicBezTo>
                  <a:cubicBezTo>
                    <a:pt x="2219" y="2287"/>
                    <a:pt x="2249" y="2294"/>
                    <a:pt x="2279" y="2294"/>
                  </a:cubicBezTo>
                  <a:cubicBezTo>
                    <a:pt x="2417" y="2294"/>
                    <a:pt x="2558" y="2146"/>
                    <a:pt x="2522" y="2007"/>
                  </a:cubicBezTo>
                  <a:cubicBezTo>
                    <a:pt x="2501" y="1930"/>
                    <a:pt x="2484" y="1869"/>
                    <a:pt x="2437" y="1805"/>
                  </a:cubicBezTo>
                  <a:cubicBezTo>
                    <a:pt x="2401" y="1755"/>
                    <a:pt x="2356" y="1712"/>
                    <a:pt x="2311" y="1669"/>
                  </a:cubicBezTo>
                  <a:cubicBezTo>
                    <a:pt x="2227" y="1590"/>
                    <a:pt x="2132" y="1509"/>
                    <a:pt x="2014" y="1499"/>
                  </a:cubicBezTo>
                  <a:cubicBezTo>
                    <a:pt x="2007" y="1498"/>
                    <a:pt x="2000" y="1498"/>
                    <a:pt x="1992" y="1498"/>
                  </a:cubicBezTo>
                  <a:close/>
                  <a:moveTo>
                    <a:pt x="1354" y="1628"/>
                  </a:moveTo>
                  <a:cubicBezTo>
                    <a:pt x="1279" y="1628"/>
                    <a:pt x="1213" y="1664"/>
                    <a:pt x="1155" y="1723"/>
                  </a:cubicBezTo>
                  <a:cubicBezTo>
                    <a:pt x="1144" y="1735"/>
                    <a:pt x="1087" y="1818"/>
                    <a:pt x="1086" y="1818"/>
                  </a:cubicBezTo>
                  <a:cubicBezTo>
                    <a:pt x="1086" y="1818"/>
                    <a:pt x="1086" y="1817"/>
                    <a:pt x="1086" y="1817"/>
                  </a:cubicBezTo>
                  <a:lnTo>
                    <a:pt x="1086" y="1817"/>
                  </a:lnTo>
                  <a:cubicBezTo>
                    <a:pt x="1071" y="1841"/>
                    <a:pt x="1055" y="1864"/>
                    <a:pt x="1040" y="1888"/>
                  </a:cubicBezTo>
                  <a:cubicBezTo>
                    <a:pt x="997" y="1960"/>
                    <a:pt x="959" y="2032"/>
                    <a:pt x="936" y="2111"/>
                  </a:cubicBezTo>
                  <a:cubicBezTo>
                    <a:pt x="904" y="2212"/>
                    <a:pt x="921" y="2333"/>
                    <a:pt x="1016" y="2397"/>
                  </a:cubicBezTo>
                  <a:cubicBezTo>
                    <a:pt x="1062" y="2429"/>
                    <a:pt x="1112" y="2444"/>
                    <a:pt x="1163" y="2444"/>
                  </a:cubicBezTo>
                  <a:cubicBezTo>
                    <a:pt x="1214" y="2444"/>
                    <a:pt x="1266" y="2427"/>
                    <a:pt x="1314" y="2394"/>
                  </a:cubicBezTo>
                  <a:cubicBezTo>
                    <a:pt x="1462" y="2291"/>
                    <a:pt x="1584" y="2083"/>
                    <a:pt x="1594" y="1900"/>
                  </a:cubicBezTo>
                  <a:cubicBezTo>
                    <a:pt x="1600" y="1797"/>
                    <a:pt x="1549" y="1682"/>
                    <a:pt x="1444" y="1644"/>
                  </a:cubicBezTo>
                  <a:cubicBezTo>
                    <a:pt x="1413" y="1633"/>
                    <a:pt x="1383" y="1628"/>
                    <a:pt x="1354" y="162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9"/>
            <p:cNvSpPr/>
            <p:nvPr/>
          </p:nvSpPr>
          <p:spPr>
            <a:xfrm>
              <a:off x="4051033" y="2206592"/>
              <a:ext cx="175011" cy="1372770"/>
            </a:xfrm>
            <a:custGeom>
              <a:avLst/>
              <a:gdLst/>
              <a:ahLst/>
              <a:cxnLst/>
              <a:rect l="l" t="t" r="r" b="b"/>
              <a:pathLst>
                <a:path w="2018" h="15829" extrusionOk="0">
                  <a:moveTo>
                    <a:pt x="238" y="0"/>
                  </a:moveTo>
                  <a:cubicBezTo>
                    <a:pt x="125" y="0"/>
                    <a:pt x="1" y="126"/>
                    <a:pt x="33" y="282"/>
                  </a:cubicBezTo>
                  <a:cubicBezTo>
                    <a:pt x="293" y="1524"/>
                    <a:pt x="615" y="2730"/>
                    <a:pt x="833" y="3988"/>
                  </a:cubicBezTo>
                  <a:cubicBezTo>
                    <a:pt x="1045" y="5211"/>
                    <a:pt x="1176" y="6460"/>
                    <a:pt x="1233" y="7723"/>
                  </a:cubicBezTo>
                  <a:cubicBezTo>
                    <a:pt x="1350" y="10312"/>
                    <a:pt x="1045" y="12842"/>
                    <a:pt x="645" y="15432"/>
                  </a:cubicBezTo>
                  <a:cubicBezTo>
                    <a:pt x="608" y="15676"/>
                    <a:pt x="762" y="15829"/>
                    <a:pt x="920" y="15829"/>
                  </a:cubicBezTo>
                  <a:cubicBezTo>
                    <a:pt x="1033" y="15829"/>
                    <a:pt x="1148" y="15750"/>
                    <a:pt x="1196" y="15570"/>
                  </a:cubicBezTo>
                  <a:cubicBezTo>
                    <a:pt x="1885" y="12989"/>
                    <a:pt x="2018" y="10183"/>
                    <a:pt x="1887" y="7576"/>
                  </a:cubicBezTo>
                  <a:cubicBezTo>
                    <a:pt x="1757" y="5042"/>
                    <a:pt x="1374" y="2296"/>
                    <a:pt x="375" y="97"/>
                  </a:cubicBezTo>
                  <a:cubicBezTo>
                    <a:pt x="344" y="29"/>
                    <a:pt x="292"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9"/>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9"/>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9"/>
            <p:cNvSpPr/>
            <p:nvPr/>
          </p:nvSpPr>
          <p:spPr>
            <a:xfrm>
              <a:off x="3581675" y="2459481"/>
              <a:ext cx="1631037" cy="1576834"/>
            </a:xfrm>
            <a:custGeom>
              <a:avLst/>
              <a:gdLst/>
              <a:ahLst/>
              <a:cxnLst/>
              <a:rect l="l" t="t" r="r" b="b"/>
              <a:pathLst>
                <a:path w="18807" h="18182" extrusionOk="0">
                  <a:moveTo>
                    <a:pt x="10589" y="0"/>
                  </a:moveTo>
                  <a:cubicBezTo>
                    <a:pt x="10383" y="0"/>
                    <a:pt x="10175" y="86"/>
                    <a:pt x="10021" y="280"/>
                  </a:cubicBezTo>
                  <a:cubicBezTo>
                    <a:pt x="9807" y="550"/>
                    <a:pt x="9627" y="865"/>
                    <a:pt x="9485" y="1164"/>
                  </a:cubicBezTo>
                  <a:cubicBezTo>
                    <a:pt x="7617" y="5083"/>
                    <a:pt x="6599" y="9403"/>
                    <a:pt x="6517" y="13743"/>
                  </a:cubicBezTo>
                  <a:cubicBezTo>
                    <a:pt x="6299" y="10325"/>
                    <a:pt x="6085" y="6906"/>
                    <a:pt x="5867" y="3487"/>
                  </a:cubicBezTo>
                  <a:cubicBezTo>
                    <a:pt x="5839" y="3045"/>
                    <a:pt x="5637" y="2459"/>
                    <a:pt x="5235" y="2459"/>
                  </a:cubicBezTo>
                  <a:cubicBezTo>
                    <a:pt x="5193" y="2459"/>
                    <a:pt x="5148" y="2466"/>
                    <a:pt x="5102" y="2479"/>
                  </a:cubicBezTo>
                  <a:cubicBezTo>
                    <a:pt x="4994" y="2511"/>
                    <a:pt x="4900" y="2581"/>
                    <a:pt x="4827" y="2664"/>
                  </a:cubicBezTo>
                  <a:cubicBezTo>
                    <a:pt x="3968" y="3672"/>
                    <a:pt x="3798" y="5056"/>
                    <a:pt x="3709" y="6366"/>
                  </a:cubicBezTo>
                  <a:cubicBezTo>
                    <a:pt x="3513" y="9284"/>
                    <a:pt x="3580" y="12218"/>
                    <a:pt x="3905" y="15124"/>
                  </a:cubicBezTo>
                  <a:cubicBezTo>
                    <a:pt x="3398" y="12171"/>
                    <a:pt x="2552" y="9276"/>
                    <a:pt x="1384" y="6515"/>
                  </a:cubicBezTo>
                  <a:cubicBezTo>
                    <a:pt x="1263" y="6227"/>
                    <a:pt x="982" y="6038"/>
                    <a:pt x="684" y="6038"/>
                  </a:cubicBezTo>
                  <a:cubicBezTo>
                    <a:pt x="622" y="6038"/>
                    <a:pt x="559" y="6046"/>
                    <a:pt x="496" y="6063"/>
                  </a:cubicBezTo>
                  <a:cubicBezTo>
                    <a:pt x="76" y="6179"/>
                    <a:pt x="35" y="6594"/>
                    <a:pt x="31" y="6950"/>
                  </a:cubicBezTo>
                  <a:cubicBezTo>
                    <a:pt x="0" y="9872"/>
                    <a:pt x="624" y="15306"/>
                    <a:pt x="3495" y="16962"/>
                  </a:cubicBezTo>
                  <a:cubicBezTo>
                    <a:pt x="4632" y="17617"/>
                    <a:pt x="6269" y="17706"/>
                    <a:pt x="7537" y="17914"/>
                  </a:cubicBezTo>
                  <a:cubicBezTo>
                    <a:pt x="8611" y="18090"/>
                    <a:pt x="9695" y="18181"/>
                    <a:pt x="10779" y="18181"/>
                  </a:cubicBezTo>
                  <a:cubicBezTo>
                    <a:pt x="11942" y="18181"/>
                    <a:pt x="13105" y="18076"/>
                    <a:pt x="14254" y="17859"/>
                  </a:cubicBezTo>
                  <a:cubicBezTo>
                    <a:pt x="14817" y="17754"/>
                    <a:pt x="15390" y="17614"/>
                    <a:pt x="15868" y="17296"/>
                  </a:cubicBezTo>
                  <a:cubicBezTo>
                    <a:pt x="16360" y="16965"/>
                    <a:pt x="16714" y="16469"/>
                    <a:pt x="17025" y="15961"/>
                  </a:cubicBezTo>
                  <a:cubicBezTo>
                    <a:pt x="17783" y="14726"/>
                    <a:pt x="18343" y="13370"/>
                    <a:pt x="18679" y="11960"/>
                  </a:cubicBezTo>
                  <a:cubicBezTo>
                    <a:pt x="18757" y="11635"/>
                    <a:pt x="18806" y="11236"/>
                    <a:pt x="18460" y="11050"/>
                  </a:cubicBezTo>
                  <a:cubicBezTo>
                    <a:pt x="18367" y="10999"/>
                    <a:pt x="18266" y="10975"/>
                    <a:pt x="18163" y="10975"/>
                  </a:cubicBezTo>
                  <a:cubicBezTo>
                    <a:pt x="18007" y="10975"/>
                    <a:pt x="17849" y="11031"/>
                    <a:pt x="17722" y="11131"/>
                  </a:cubicBezTo>
                  <a:cubicBezTo>
                    <a:pt x="16678" y="11953"/>
                    <a:pt x="15807" y="12991"/>
                    <a:pt x="15180" y="14159"/>
                  </a:cubicBezTo>
                  <a:cubicBezTo>
                    <a:pt x="15604" y="13216"/>
                    <a:pt x="15839" y="12188"/>
                    <a:pt x="15871" y="11156"/>
                  </a:cubicBezTo>
                  <a:cubicBezTo>
                    <a:pt x="15882" y="10818"/>
                    <a:pt x="15604" y="10577"/>
                    <a:pt x="15304" y="10577"/>
                  </a:cubicBezTo>
                  <a:cubicBezTo>
                    <a:pt x="15200" y="10577"/>
                    <a:pt x="15094" y="10606"/>
                    <a:pt x="14996" y="10669"/>
                  </a:cubicBezTo>
                  <a:cubicBezTo>
                    <a:pt x="13919" y="11364"/>
                    <a:pt x="13102" y="12464"/>
                    <a:pt x="12771" y="13702"/>
                  </a:cubicBezTo>
                  <a:lnTo>
                    <a:pt x="12771" y="13702"/>
                  </a:lnTo>
                  <a:cubicBezTo>
                    <a:pt x="13226" y="11705"/>
                    <a:pt x="13538" y="9679"/>
                    <a:pt x="13703" y="7641"/>
                  </a:cubicBezTo>
                  <a:cubicBezTo>
                    <a:pt x="13725" y="7373"/>
                    <a:pt x="13727" y="7059"/>
                    <a:pt x="13408" y="6947"/>
                  </a:cubicBezTo>
                  <a:cubicBezTo>
                    <a:pt x="13353" y="6928"/>
                    <a:pt x="13297" y="6919"/>
                    <a:pt x="13240" y="6919"/>
                  </a:cubicBezTo>
                  <a:cubicBezTo>
                    <a:pt x="13067" y="6919"/>
                    <a:pt x="12898" y="7005"/>
                    <a:pt x="12789" y="7148"/>
                  </a:cubicBezTo>
                  <a:cubicBezTo>
                    <a:pt x="11271" y="9127"/>
                    <a:pt x="10051" y="11331"/>
                    <a:pt x="9182" y="13667"/>
                  </a:cubicBezTo>
                  <a:cubicBezTo>
                    <a:pt x="10268" y="9452"/>
                    <a:pt x="10992" y="5143"/>
                    <a:pt x="11339" y="804"/>
                  </a:cubicBezTo>
                  <a:cubicBezTo>
                    <a:pt x="11378" y="323"/>
                    <a:pt x="10988" y="0"/>
                    <a:pt x="105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9"/>
            <p:cNvSpPr/>
            <p:nvPr/>
          </p:nvSpPr>
          <p:spPr>
            <a:xfrm>
              <a:off x="3603703" y="2630936"/>
              <a:ext cx="1527921" cy="1322296"/>
            </a:xfrm>
            <a:custGeom>
              <a:avLst/>
              <a:gdLst/>
              <a:ahLst/>
              <a:cxnLst/>
              <a:rect l="l" t="t" r="r" b="b"/>
              <a:pathLst>
                <a:path w="17618" h="15247" extrusionOk="0">
                  <a:moveTo>
                    <a:pt x="10131" y="0"/>
                  </a:moveTo>
                  <a:cubicBezTo>
                    <a:pt x="10097" y="0"/>
                    <a:pt x="10064" y="6"/>
                    <a:pt x="10034" y="20"/>
                  </a:cubicBezTo>
                  <a:cubicBezTo>
                    <a:pt x="9474" y="268"/>
                    <a:pt x="9343" y="1161"/>
                    <a:pt x="9439" y="1695"/>
                  </a:cubicBezTo>
                  <a:cubicBezTo>
                    <a:pt x="9470" y="1860"/>
                    <a:pt x="9594" y="1941"/>
                    <a:pt x="9724" y="1941"/>
                  </a:cubicBezTo>
                  <a:cubicBezTo>
                    <a:pt x="9836" y="1941"/>
                    <a:pt x="9952" y="1880"/>
                    <a:pt x="10014" y="1761"/>
                  </a:cubicBezTo>
                  <a:cubicBezTo>
                    <a:pt x="10152" y="1501"/>
                    <a:pt x="10256" y="1229"/>
                    <a:pt x="10326" y="943"/>
                  </a:cubicBezTo>
                  <a:cubicBezTo>
                    <a:pt x="10390" y="680"/>
                    <a:pt x="10464" y="418"/>
                    <a:pt x="10373" y="153"/>
                  </a:cubicBezTo>
                  <a:cubicBezTo>
                    <a:pt x="10338" y="56"/>
                    <a:pt x="10232" y="0"/>
                    <a:pt x="10131" y="0"/>
                  </a:cubicBezTo>
                  <a:close/>
                  <a:moveTo>
                    <a:pt x="4433" y="3498"/>
                  </a:moveTo>
                  <a:cubicBezTo>
                    <a:pt x="4399" y="3498"/>
                    <a:pt x="4365" y="3505"/>
                    <a:pt x="4335" y="3519"/>
                  </a:cubicBezTo>
                  <a:cubicBezTo>
                    <a:pt x="4096" y="3630"/>
                    <a:pt x="4048" y="3891"/>
                    <a:pt x="3997" y="4130"/>
                  </a:cubicBezTo>
                  <a:cubicBezTo>
                    <a:pt x="3941" y="4386"/>
                    <a:pt x="3951" y="4647"/>
                    <a:pt x="4013" y="4900"/>
                  </a:cubicBezTo>
                  <a:cubicBezTo>
                    <a:pt x="4053" y="5060"/>
                    <a:pt x="4179" y="5145"/>
                    <a:pt x="4308" y="5145"/>
                  </a:cubicBezTo>
                  <a:cubicBezTo>
                    <a:pt x="4413" y="5145"/>
                    <a:pt x="4520" y="5088"/>
                    <a:pt x="4582" y="4967"/>
                  </a:cubicBezTo>
                  <a:cubicBezTo>
                    <a:pt x="4697" y="4735"/>
                    <a:pt x="4768" y="4486"/>
                    <a:pt x="4772" y="4221"/>
                  </a:cubicBezTo>
                  <a:cubicBezTo>
                    <a:pt x="4778" y="3980"/>
                    <a:pt x="4790" y="3713"/>
                    <a:pt x="4586" y="3550"/>
                  </a:cubicBezTo>
                  <a:cubicBezTo>
                    <a:pt x="4543" y="3516"/>
                    <a:pt x="4488" y="3498"/>
                    <a:pt x="4433" y="3498"/>
                  </a:cubicBezTo>
                  <a:close/>
                  <a:moveTo>
                    <a:pt x="9215" y="3230"/>
                  </a:moveTo>
                  <a:cubicBezTo>
                    <a:pt x="9188" y="3230"/>
                    <a:pt x="9160" y="3235"/>
                    <a:pt x="9133" y="3244"/>
                  </a:cubicBezTo>
                  <a:cubicBezTo>
                    <a:pt x="8877" y="3330"/>
                    <a:pt x="8781" y="3650"/>
                    <a:pt x="8688" y="3878"/>
                  </a:cubicBezTo>
                  <a:cubicBezTo>
                    <a:pt x="8570" y="4171"/>
                    <a:pt x="8461" y="4461"/>
                    <a:pt x="8411" y="4775"/>
                  </a:cubicBezTo>
                  <a:cubicBezTo>
                    <a:pt x="8371" y="5038"/>
                    <a:pt x="8574" y="5188"/>
                    <a:pt x="8783" y="5188"/>
                  </a:cubicBezTo>
                  <a:cubicBezTo>
                    <a:pt x="8926" y="5188"/>
                    <a:pt x="9072" y="5117"/>
                    <a:pt x="9146" y="4964"/>
                  </a:cubicBezTo>
                  <a:cubicBezTo>
                    <a:pt x="9279" y="4679"/>
                    <a:pt x="9343" y="4371"/>
                    <a:pt x="9409" y="4063"/>
                  </a:cubicBezTo>
                  <a:cubicBezTo>
                    <a:pt x="9460" y="3813"/>
                    <a:pt x="9546" y="3526"/>
                    <a:pt x="9377" y="3305"/>
                  </a:cubicBezTo>
                  <a:cubicBezTo>
                    <a:pt x="9335" y="3254"/>
                    <a:pt x="9276" y="3230"/>
                    <a:pt x="9215" y="3230"/>
                  </a:cubicBezTo>
                  <a:close/>
                  <a:moveTo>
                    <a:pt x="504" y="6166"/>
                  </a:moveTo>
                  <a:cubicBezTo>
                    <a:pt x="402" y="6166"/>
                    <a:pt x="299" y="6214"/>
                    <a:pt x="233" y="6296"/>
                  </a:cubicBezTo>
                  <a:cubicBezTo>
                    <a:pt x="1" y="6584"/>
                    <a:pt x="177" y="7045"/>
                    <a:pt x="278" y="7353"/>
                  </a:cubicBezTo>
                  <a:cubicBezTo>
                    <a:pt x="322" y="7486"/>
                    <a:pt x="433" y="7545"/>
                    <a:pt x="550" y="7545"/>
                  </a:cubicBezTo>
                  <a:cubicBezTo>
                    <a:pt x="709" y="7545"/>
                    <a:pt x="877" y="7437"/>
                    <a:pt x="895" y="7263"/>
                  </a:cubicBezTo>
                  <a:cubicBezTo>
                    <a:pt x="930" y="6930"/>
                    <a:pt x="984" y="6466"/>
                    <a:pt x="694" y="6232"/>
                  </a:cubicBezTo>
                  <a:cubicBezTo>
                    <a:pt x="638" y="6187"/>
                    <a:pt x="571" y="6166"/>
                    <a:pt x="504" y="6166"/>
                  </a:cubicBezTo>
                  <a:close/>
                  <a:moveTo>
                    <a:pt x="4560" y="6560"/>
                  </a:moveTo>
                  <a:cubicBezTo>
                    <a:pt x="4481" y="6560"/>
                    <a:pt x="4402" y="6584"/>
                    <a:pt x="4342" y="6628"/>
                  </a:cubicBezTo>
                  <a:cubicBezTo>
                    <a:pt x="4080" y="6820"/>
                    <a:pt x="4041" y="7190"/>
                    <a:pt x="4005" y="7493"/>
                  </a:cubicBezTo>
                  <a:cubicBezTo>
                    <a:pt x="3963" y="7831"/>
                    <a:pt x="3961" y="8160"/>
                    <a:pt x="4127" y="8467"/>
                  </a:cubicBezTo>
                  <a:cubicBezTo>
                    <a:pt x="4201" y="8603"/>
                    <a:pt x="4343" y="8679"/>
                    <a:pt x="4481" y="8679"/>
                  </a:cubicBezTo>
                  <a:cubicBezTo>
                    <a:pt x="4612" y="8679"/>
                    <a:pt x="4740" y="8610"/>
                    <a:pt x="4801" y="8458"/>
                  </a:cubicBezTo>
                  <a:cubicBezTo>
                    <a:pt x="4924" y="8151"/>
                    <a:pt x="4913" y="7868"/>
                    <a:pt x="4922" y="7544"/>
                  </a:cubicBezTo>
                  <a:cubicBezTo>
                    <a:pt x="4931" y="7237"/>
                    <a:pt x="4983" y="6950"/>
                    <a:pt x="4809" y="6683"/>
                  </a:cubicBezTo>
                  <a:cubicBezTo>
                    <a:pt x="4752" y="6597"/>
                    <a:pt x="4657" y="6560"/>
                    <a:pt x="4560" y="6560"/>
                  </a:cubicBezTo>
                  <a:close/>
                  <a:moveTo>
                    <a:pt x="12445" y="6671"/>
                  </a:moveTo>
                  <a:cubicBezTo>
                    <a:pt x="12372" y="6671"/>
                    <a:pt x="12298" y="6700"/>
                    <a:pt x="12250" y="6761"/>
                  </a:cubicBezTo>
                  <a:cubicBezTo>
                    <a:pt x="11850" y="7260"/>
                    <a:pt x="11603" y="7874"/>
                    <a:pt x="11596" y="8518"/>
                  </a:cubicBezTo>
                  <a:cubicBezTo>
                    <a:pt x="11593" y="8751"/>
                    <a:pt x="11821" y="8933"/>
                    <a:pt x="12023" y="8933"/>
                  </a:cubicBezTo>
                  <a:cubicBezTo>
                    <a:pt x="12146" y="8933"/>
                    <a:pt x="12259" y="8865"/>
                    <a:pt x="12304" y="8699"/>
                  </a:cubicBezTo>
                  <a:cubicBezTo>
                    <a:pt x="12459" y="8118"/>
                    <a:pt x="12573" y="7526"/>
                    <a:pt x="12689" y="6937"/>
                  </a:cubicBezTo>
                  <a:cubicBezTo>
                    <a:pt x="12721" y="6773"/>
                    <a:pt x="12583" y="6671"/>
                    <a:pt x="12445" y="6671"/>
                  </a:cubicBezTo>
                  <a:close/>
                  <a:moveTo>
                    <a:pt x="8282" y="7262"/>
                  </a:moveTo>
                  <a:cubicBezTo>
                    <a:pt x="8193" y="7262"/>
                    <a:pt x="8103" y="7307"/>
                    <a:pt x="8068" y="7401"/>
                  </a:cubicBezTo>
                  <a:cubicBezTo>
                    <a:pt x="7866" y="7939"/>
                    <a:pt x="7655" y="8429"/>
                    <a:pt x="7589" y="9005"/>
                  </a:cubicBezTo>
                  <a:cubicBezTo>
                    <a:pt x="7558" y="9261"/>
                    <a:pt x="7765" y="9418"/>
                    <a:pt x="7972" y="9418"/>
                  </a:cubicBezTo>
                  <a:cubicBezTo>
                    <a:pt x="8110" y="9418"/>
                    <a:pt x="8248" y="9349"/>
                    <a:pt x="8316" y="9192"/>
                  </a:cubicBezTo>
                  <a:cubicBezTo>
                    <a:pt x="8566" y="8615"/>
                    <a:pt x="8558" y="8070"/>
                    <a:pt x="8506" y="7452"/>
                  </a:cubicBezTo>
                  <a:cubicBezTo>
                    <a:pt x="8495" y="7327"/>
                    <a:pt x="8388" y="7262"/>
                    <a:pt x="8282" y="7262"/>
                  </a:cubicBezTo>
                  <a:close/>
                  <a:moveTo>
                    <a:pt x="1237" y="8580"/>
                  </a:moveTo>
                  <a:cubicBezTo>
                    <a:pt x="1161" y="8580"/>
                    <a:pt x="1085" y="8613"/>
                    <a:pt x="1036" y="8681"/>
                  </a:cubicBezTo>
                  <a:cubicBezTo>
                    <a:pt x="748" y="9075"/>
                    <a:pt x="963" y="9775"/>
                    <a:pt x="1324" y="10049"/>
                  </a:cubicBezTo>
                  <a:cubicBezTo>
                    <a:pt x="1381" y="10091"/>
                    <a:pt x="1444" y="10110"/>
                    <a:pt x="1507" y="10110"/>
                  </a:cubicBezTo>
                  <a:cubicBezTo>
                    <a:pt x="1657" y="10110"/>
                    <a:pt x="1800" y="9999"/>
                    <a:pt x="1824" y="9836"/>
                  </a:cubicBezTo>
                  <a:cubicBezTo>
                    <a:pt x="1860" y="9594"/>
                    <a:pt x="1798" y="9386"/>
                    <a:pt x="1722" y="9160"/>
                  </a:cubicBezTo>
                  <a:cubicBezTo>
                    <a:pt x="1658" y="8968"/>
                    <a:pt x="1562" y="8747"/>
                    <a:pt x="1392" y="8630"/>
                  </a:cubicBezTo>
                  <a:cubicBezTo>
                    <a:pt x="1346" y="8597"/>
                    <a:pt x="1292" y="8580"/>
                    <a:pt x="1237" y="8580"/>
                  </a:cubicBezTo>
                  <a:close/>
                  <a:moveTo>
                    <a:pt x="14641" y="10328"/>
                  </a:moveTo>
                  <a:cubicBezTo>
                    <a:pt x="14604" y="10328"/>
                    <a:pt x="14564" y="10337"/>
                    <a:pt x="14524" y="10357"/>
                  </a:cubicBezTo>
                  <a:cubicBezTo>
                    <a:pt x="14131" y="10555"/>
                    <a:pt x="13858" y="11090"/>
                    <a:pt x="13785" y="11503"/>
                  </a:cubicBezTo>
                  <a:cubicBezTo>
                    <a:pt x="13740" y="11757"/>
                    <a:pt x="13989" y="11957"/>
                    <a:pt x="14220" y="11957"/>
                  </a:cubicBezTo>
                  <a:cubicBezTo>
                    <a:pt x="14334" y="11957"/>
                    <a:pt x="14443" y="11908"/>
                    <a:pt x="14511" y="11793"/>
                  </a:cubicBezTo>
                  <a:cubicBezTo>
                    <a:pt x="14621" y="11607"/>
                    <a:pt x="14701" y="11431"/>
                    <a:pt x="14768" y="11226"/>
                  </a:cubicBezTo>
                  <a:cubicBezTo>
                    <a:pt x="14826" y="11050"/>
                    <a:pt x="14925" y="10840"/>
                    <a:pt x="14924" y="10653"/>
                  </a:cubicBezTo>
                  <a:cubicBezTo>
                    <a:pt x="14921" y="10493"/>
                    <a:pt x="14801" y="10328"/>
                    <a:pt x="14641" y="10328"/>
                  </a:cubicBezTo>
                  <a:close/>
                  <a:moveTo>
                    <a:pt x="11313" y="10073"/>
                  </a:moveTo>
                  <a:cubicBezTo>
                    <a:pt x="11275" y="10073"/>
                    <a:pt x="11236" y="10081"/>
                    <a:pt x="11202" y="10098"/>
                  </a:cubicBezTo>
                  <a:cubicBezTo>
                    <a:pt x="10857" y="10268"/>
                    <a:pt x="10697" y="10691"/>
                    <a:pt x="10537" y="11021"/>
                  </a:cubicBezTo>
                  <a:cubicBezTo>
                    <a:pt x="10383" y="11337"/>
                    <a:pt x="10225" y="11863"/>
                    <a:pt x="10666" y="12040"/>
                  </a:cubicBezTo>
                  <a:cubicBezTo>
                    <a:pt x="10730" y="12066"/>
                    <a:pt x="10789" y="12077"/>
                    <a:pt x="10845" y="12077"/>
                  </a:cubicBezTo>
                  <a:cubicBezTo>
                    <a:pt x="11154" y="12077"/>
                    <a:pt x="11349" y="11725"/>
                    <a:pt x="11436" y="11450"/>
                  </a:cubicBezTo>
                  <a:cubicBezTo>
                    <a:pt x="11546" y="11087"/>
                    <a:pt x="11734" y="10619"/>
                    <a:pt x="11587" y="10248"/>
                  </a:cubicBezTo>
                  <a:cubicBezTo>
                    <a:pt x="11544" y="10142"/>
                    <a:pt x="11427" y="10073"/>
                    <a:pt x="11313" y="10073"/>
                  </a:cubicBezTo>
                  <a:close/>
                  <a:moveTo>
                    <a:pt x="17332" y="10670"/>
                  </a:moveTo>
                  <a:cubicBezTo>
                    <a:pt x="17296" y="10670"/>
                    <a:pt x="17262" y="10676"/>
                    <a:pt x="17232" y="10690"/>
                  </a:cubicBezTo>
                  <a:cubicBezTo>
                    <a:pt x="17062" y="10770"/>
                    <a:pt x="16939" y="10920"/>
                    <a:pt x="16821" y="11062"/>
                  </a:cubicBezTo>
                  <a:cubicBezTo>
                    <a:pt x="16697" y="11218"/>
                    <a:pt x="16590" y="11366"/>
                    <a:pt x="16516" y="11552"/>
                  </a:cubicBezTo>
                  <a:cubicBezTo>
                    <a:pt x="16446" y="11729"/>
                    <a:pt x="16516" y="11936"/>
                    <a:pt x="16684" y="12029"/>
                  </a:cubicBezTo>
                  <a:cubicBezTo>
                    <a:pt x="16746" y="12063"/>
                    <a:pt x="16810" y="12080"/>
                    <a:pt x="16871" y="12080"/>
                  </a:cubicBezTo>
                  <a:cubicBezTo>
                    <a:pt x="16985" y="12080"/>
                    <a:pt x="17094" y="12024"/>
                    <a:pt x="17180" y="11930"/>
                  </a:cubicBezTo>
                  <a:cubicBezTo>
                    <a:pt x="17312" y="11785"/>
                    <a:pt x="17394" y="11614"/>
                    <a:pt x="17477" y="11437"/>
                  </a:cubicBezTo>
                  <a:cubicBezTo>
                    <a:pt x="17558" y="11263"/>
                    <a:pt x="17618" y="11095"/>
                    <a:pt x="17613" y="10901"/>
                  </a:cubicBezTo>
                  <a:cubicBezTo>
                    <a:pt x="17610" y="10761"/>
                    <a:pt x="17463" y="10670"/>
                    <a:pt x="17332" y="10670"/>
                  </a:cubicBezTo>
                  <a:close/>
                  <a:moveTo>
                    <a:pt x="4794" y="10470"/>
                  </a:moveTo>
                  <a:cubicBezTo>
                    <a:pt x="4750" y="10470"/>
                    <a:pt x="4707" y="10484"/>
                    <a:pt x="4675" y="10517"/>
                  </a:cubicBezTo>
                  <a:cubicBezTo>
                    <a:pt x="4521" y="10674"/>
                    <a:pt x="4496" y="10864"/>
                    <a:pt x="4444" y="11072"/>
                  </a:cubicBezTo>
                  <a:cubicBezTo>
                    <a:pt x="4386" y="11300"/>
                    <a:pt x="4368" y="11517"/>
                    <a:pt x="4361" y="11753"/>
                  </a:cubicBezTo>
                  <a:cubicBezTo>
                    <a:pt x="4353" y="12027"/>
                    <a:pt x="4579" y="12183"/>
                    <a:pt x="4790" y="12183"/>
                  </a:cubicBezTo>
                  <a:cubicBezTo>
                    <a:pt x="4964" y="12183"/>
                    <a:pt x="5128" y="12077"/>
                    <a:pt x="5143" y="11844"/>
                  </a:cubicBezTo>
                  <a:cubicBezTo>
                    <a:pt x="5158" y="11610"/>
                    <a:pt x="5169" y="11380"/>
                    <a:pt x="5136" y="11145"/>
                  </a:cubicBezTo>
                  <a:cubicBezTo>
                    <a:pt x="5110" y="10943"/>
                    <a:pt x="5105" y="10716"/>
                    <a:pt x="4973" y="10552"/>
                  </a:cubicBezTo>
                  <a:cubicBezTo>
                    <a:pt x="4933" y="10503"/>
                    <a:pt x="4862" y="10470"/>
                    <a:pt x="4794" y="10470"/>
                  </a:cubicBezTo>
                  <a:close/>
                  <a:moveTo>
                    <a:pt x="7673" y="10700"/>
                  </a:moveTo>
                  <a:cubicBezTo>
                    <a:pt x="7584" y="10700"/>
                    <a:pt x="7494" y="10748"/>
                    <a:pt x="7446" y="10848"/>
                  </a:cubicBezTo>
                  <a:cubicBezTo>
                    <a:pt x="7261" y="11236"/>
                    <a:pt x="7087" y="11751"/>
                    <a:pt x="7181" y="12180"/>
                  </a:cubicBezTo>
                  <a:cubicBezTo>
                    <a:pt x="7224" y="12372"/>
                    <a:pt x="7378" y="12474"/>
                    <a:pt x="7534" y="12474"/>
                  </a:cubicBezTo>
                  <a:cubicBezTo>
                    <a:pt x="7662" y="12474"/>
                    <a:pt x="7792" y="12405"/>
                    <a:pt x="7862" y="12260"/>
                  </a:cubicBezTo>
                  <a:cubicBezTo>
                    <a:pt x="8057" y="11865"/>
                    <a:pt x="8006" y="11324"/>
                    <a:pt x="7916" y="10902"/>
                  </a:cubicBezTo>
                  <a:cubicBezTo>
                    <a:pt x="7888" y="10770"/>
                    <a:pt x="7781" y="10700"/>
                    <a:pt x="7673" y="10700"/>
                  </a:cubicBezTo>
                  <a:close/>
                  <a:moveTo>
                    <a:pt x="2244" y="11513"/>
                  </a:moveTo>
                  <a:cubicBezTo>
                    <a:pt x="2244" y="11513"/>
                    <a:pt x="2243" y="11513"/>
                    <a:pt x="2243" y="11513"/>
                  </a:cubicBezTo>
                  <a:lnTo>
                    <a:pt x="2235" y="11513"/>
                  </a:lnTo>
                  <a:cubicBezTo>
                    <a:pt x="2104" y="11516"/>
                    <a:pt x="2007" y="11562"/>
                    <a:pt x="1950" y="11683"/>
                  </a:cubicBezTo>
                  <a:cubicBezTo>
                    <a:pt x="1769" y="12064"/>
                    <a:pt x="1888" y="12698"/>
                    <a:pt x="2330" y="12833"/>
                  </a:cubicBezTo>
                  <a:cubicBezTo>
                    <a:pt x="2367" y="12845"/>
                    <a:pt x="2403" y="12850"/>
                    <a:pt x="2438" y="12850"/>
                  </a:cubicBezTo>
                  <a:cubicBezTo>
                    <a:pt x="2639" y="12850"/>
                    <a:pt x="2775" y="12660"/>
                    <a:pt x="2708" y="12446"/>
                  </a:cubicBezTo>
                  <a:cubicBezTo>
                    <a:pt x="2657" y="12282"/>
                    <a:pt x="2538" y="12148"/>
                    <a:pt x="2496" y="11978"/>
                  </a:cubicBezTo>
                  <a:cubicBezTo>
                    <a:pt x="2458" y="11821"/>
                    <a:pt x="2494" y="11513"/>
                    <a:pt x="2244" y="11513"/>
                  </a:cubicBezTo>
                  <a:close/>
                  <a:moveTo>
                    <a:pt x="4436" y="13106"/>
                  </a:moveTo>
                  <a:cubicBezTo>
                    <a:pt x="4357" y="13106"/>
                    <a:pt x="4279" y="13157"/>
                    <a:pt x="4259" y="13262"/>
                  </a:cubicBezTo>
                  <a:cubicBezTo>
                    <a:pt x="4195" y="13582"/>
                    <a:pt x="4088" y="13896"/>
                    <a:pt x="4121" y="14224"/>
                  </a:cubicBezTo>
                  <a:cubicBezTo>
                    <a:pt x="4140" y="14415"/>
                    <a:pt x="4304" y="14510"/>
                    <a:pt x="4466" y="14510"/>
                  </a:cubicBezTo>
                  <a:cubicBezTo>
                    <a:pt x="4632" y="14510"/>
                    <a:pt x="4796" y="14411"/>
                    <a:pt x="4806" y="14214"/>
                  </a:cubicBezTo>
                  <a:cubicBezTo>
                    <a:pt x="4822" y="13880"/>
                    <a:pt x="4700" y="13576"/>
                    <a:pt x="4620" y="13256"/>
                  </a:cubicBezTo>
                  <a:cubicBezTo>
                    <a:pt x="4594" y="13157"/>
                    <a:pt x="4515" y="13106"/>
                    <a:pt x="4436" y="13106"/>
                  </a:cubicBezTo>
                  <a:close/>
                  <a:moveTo>
                    <a:pt x="15741" y="12741"/>
                  </a:moveTo>
                  <a:cubicBezTo>
                    <a:pt x="15667" y="12741"/>
                    <a:pt x="15590" y="12762"/>
                    <a:pt x="15521" y="12805"/>
                  </a:cubicBezTo>
                  <a:cubicBezTo>
                    <a:pt x="15312" y="12936"/>
                    <a:pt x="15156" y="13160"/>
                    <a:pt x="15014" y="13359"/>
                  </a:cubicBezTo>
                  <a:cubicBezTo>
                    <a:pt x="14860" y="13576"/>
                    <a:pt x="14729" y="13787"/>
                    <a:pt x="14628" y="14034"/>
                  </a:cubicBezTo>
                  <a:cubicBezTo>
                    <a:pt x="14491" y="14377"/>
                    <a:pt x="14759" y="14630"/>
                    <a:pt x="15046" y="14630"/>
                  </a:cubicBezTo>
                  <a:cubicBezTo>
                    <a:pt x="15171" y="14630"/>
                    <a:pt x="15299" y="14582"/>
                    <a:pt x="15399" y="14471"/>
                  </a:cubicBezTo>
                  <a:cubicBezTo>
                    <a:pt x="15578" y="14274"/>
                    <a:pt x="15701" y="14057"/>
                    <a:pt x="15828" y="13823"/>
                  </a:cubicBezTo>
                  <a:cubicBezTo>
                    <a:pt x="15946" y="13605"/>
                    <a:pt x="16066" y="13377"/>
                    <a:pt x="16091" y="13129"/>
                  </a:cubicBezTo>
                  <a:cubicBezTo>
                    <a:pt x="16120" y="12886"/>
                    <a:pt x="15939" y="12741"/>
                    <a:pt x="15741" y="12741"/>
                  </a:cubicBezTo>
                  <a:close/>
                  <a:moveTo>
                    <a:pt x="13362" y="12612"/>
                  </a:moveTo>
                  <a:cubicBezTo>
                    <a:pt x="13290" y="12612"/>
                    <a:pt x="13220" y="12631"/>
                    <a:pt x="13167" y="12683"/>
                  </a:cubicBezTo>
                  <a:cubicBezTo>
                    <a:pt x="12769" y="13063"/>
                    <a:pt x="12357" y="13618"/>
                    <a:pt x="12212" y="14152"/>
                  </a:cubicBezTo>
                  <a:cubicBezTo>
                    <a:pt x="12121" y="14490"/>
                    <a:pt x="12356" y="14753"/>
                    <a:pt x="12626" y="14753"/>
                  </a:cubicBezTo>
                  <a:cubicBezTo>
                    <a:pt x="12744" y="14753"/>
                    <a:pt x="12869" y="14703"/>
                    <a:pt x="12977" y="14586"/>
                  </a:cubicBezTo>
                  <a:cubicBezTo>
                    <a:pt x="13355" y="14178"/>
                    <a:pt x="13605" y="13532"/>
                    <a:pt x="13717" y="12990"/>
                  </a:cubicBezTo>
                  <a:cubicBezTo>
                    <a:pt x="13740" y="12868"/>
                    <a:pt x="13669" y="12747"/>
                    <a:pt x="13583" y="12676"/>
                  </a:cubicBezTo>
                  <a:cubicBezTo>
                    <a:pt x="13566" y="12660"/>
                    <a:pt x="13544" y="12645"/>
                    <a:pt x="13521" y="12638"/>
                  </a:cubicBezTo>
                  <a:lnTo>
                    <a:pt x="13506" y="12635"/>
                  </a:lnTo>
                  <a:cubicBezTo>
                    <a:pt x="13460" y="12621"/>
                    <a:pt x="13411" y="12612"/>
                    <a:pt x="13362" y="12612"/>
                  </a:cubicBezTo>
                  <a:close/>
                  <a:moveTo>
                    <a:pt x="7099" y="13564"/>
                  </a:moveTo>
                  <a:cubicBezTo>
                    <a:pt x="7023" y="13564"/>
                    <a:pt x="6948" y="13602"/>
                    <a:pt x="6923" y="13683"/>
                  </a:cubicBezTo>
                  <a:cubicBezTo>
                    <a:pt x="6865" y="13867"/>
                    <a:pt x="6821" y="14056"/>
                    <a:pt x="6757" y="14237"/>
                  </a:cubicBezTo>
                  <a:cubicBezTo>
                    <a:pt x="6684" y="14441"/>
                    <a:pt x="6614" y="14615"/>
                    <a:pt x="6654" y="14835"/>
                  </a:cubicBezTo>
                  <a:cubicBezTo>
                    <a:pt x="6686" y="15014"/>
                    <a:pt x="6836" y="15111"/>
                    <a:pt x="6986" y="15111"/>
                  </a:cubicBezTo>
                  <a:cubicBezTo>
                    <a:pt x="7109" y="15111"/>
                    <a:pt x="7233" y="15046"/>
                    <a:pt x="7292" y="14910"/>
                  </a:cubicBezTo>
                  <a:cubicBezTo>
                    <a:pt x="7381" y="14707"/>
                    <a:pt x="7353" y="14519"/>
                    <a:pt x="7330" y="14303"/>
                  </a:cubicBezTo>
                  <a:cubicBezTo>
                    <a:pt x="7308" y="14112"/>
                    <a:pt x="7312" y="13917"/>
                    <a:pt x="7298" y="13727"/>
                  </a:cubicBezTo>
                  <a:cubicBezTo>
                    <a:pt x="7290" y="13622"/>
                    <a:pt x="7193" y="13564"/>
                    <a:pt x="7099" y="13564"/>
                  </a:cubicBezTo>
                  <a:close/>
                  <a:moveTo>
                    <a:pt x="10366" y="13069"/>
                  </a:moveTo>
                  <a:cubicBezTo>
                    <a:pt x="10341" y="13069"/>
                    <a:pt x="10317" y="13074"/>
                    <a:pt x="10296" y="13087"/>
                  </a:cubicBezTo>
                  <a:cubicBezTo>
                    <a:pt x="9999" y="13265"/>
                    <a:pt x="9890" y="13551"/>
                    <a:pt x="9759" y="13858"/>
                  </a:cubicBezTo>
                  <a:cubicBezTo>
                    <a:pt x="9614" y="14195"/>
                    <a:pt x="9422" y="14554"/>
                    <a:pt x="9474" y="14929"/>
                  </a:cubicBezTo>
                  <a:cubicBezTo>
                    <a:pt x="9500" y="15103"/>
                    <a:pt x="9681" y="15246"/>
                    <a:pt x="9856" y="15246"/>
                  </a:cubicBezTo>
                  <a:cubicBezTo>
                    <a:pt x="9930" y="15246"/>
                    <a:pt x="10002" y="15221"/>
                    <a:pt x="10062" y="15161"/>
                  </a:cubicBezTo>
                  <a:cubicBezTo>
                    <a:pt x="10332" y="14886"/>
                    <a:pt x="10396" y="14541"/>
                    <a:pt x="10485" y="14178"/>
                  </a:cubicBezTo>
                  <a:cubicBezTo>
                    <a:pt x="10565" y="13846"/>
                    <a:pt x="10681" y="13512"/>
                    <a:pt x="10544" y="13185"/>
                  </a:cubicBezTo>
                  <a:cubicBezTo>
                    <a:pt x="10517" y="13121"/>
                    <a:pt x="10440" y="13069"/>
                    <a:pt x="10366" y="130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9"/>
          <p:cNvGrpSpPr/>
          <p:nvPr/>
        </p:nvGrpSpPr>
        <p:grpSpPr>
          <a:xfrm rot="-10413424" flipH="1">
            <a:off x="352827" y="-246785"/>
            <a:ext cx="1578778" cy="1976231"/>
            <a:chOff x="3581675" y="1822922"/>
            <a:chExt cx="1768067" cy="2213393"/>
          </a:xfrm>
        </p:grpSpPr>
        <p:sp>
          <p:nvSpPr>
            <p:cNvPr id="166" name="Google Shape;166;p9"/>
            <p:cNvSpPr/>
            <p:nvPr/>
          </p:nvSpPr>
          <p:spPr>
            <a:xfrm>
              <a:off x="4698437" y="2869949"/>
              <a:ext cx="415413" cy="909832"/>
            </a:xfrm>
            <a:custGeom>
              <a:avLst/>
              <a:gdLst/>
              <a:ahLst/>
              <a:cxnLst/>
              <a:rect l="l" t="t" r="r" b="b"/>
              <a:pathLst>
                <a:path w="4790" h="10491" extrusionOk="0">
                  <a:moveTo>
                    <a:pt x="4620" y="1"/>
                  </a:moveTo>
                  <a:cubicBezTo>
                    <a:pt x="4593" y="1"/>
                    <a:pt x="4566" y="12"/>
                    <a:pt x="4540" y="38"/>
                  </a:cubicBezTo>
                  <a:cubicBezTo>
                    <a:pt x="3301" y="1260"/>
                    <a:pt x="2341" y="3009"/>
                    <a:pt x="1604" y="4681"/>
                  </a:cubicBezTo>
                  <a:cubicBezTo>
                    <a:pt x="848" y="6401"/>
                    <a:pt x="217" y="8323"/>
                    <a:pt x="18" y="10235"/>
                  </a:cubicBezTo>
                  <a:cubicBezTo>
                    <a:pt x="0" y="10403"/>
                    <a:pt x="97" y="10490"/>
                    <a:pt x="202" y="10490"/>
                  </a:cubicBezTo>
                  <a:cubicBezTo>
                    <a:pt x="294" y="10490"/>
                    <a:pt x="393" y="10422"/>
                    <a:pt x="422" y="10282"/>
                  </a:cubicBezTo>
                  <a:cubicBezTo>
                    <a:pt x="819" y="8437"/>
                    <a:pt x="1261" y="6656"/>
                    <a:pt x="2004" y="4945"/>
                  </a:cubicBezTo>
                  <a:cubicBezTo>
                    <a:pt x="2366" y="4109"/>
                    <a:pt x="2773" y="3303"/>
                    <a:pt x="3231" y="2533"/>
                  </a:cubicBezTo>
                  <a:cubicBezTo>
                    <a:pt x="3699" y="1742"/>
                    <a:pt x="4227" y="1013"/>
                    <a:pt x="4717" y="244"/>
                  </a:cubicBezTo>
                  <a:cubicBezTo>
                    <a:pt x="4789" y="137"/>
                    <a:pt x="4713" y="1"/>
                    <a:pt x="4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a:off x="4744315" y="2673344"/>
              <a:ext cx="605427" cy="552005"/>
            </a:xfrm>
            <a:custGeom>
              <a:avLst/>
              <a:gdLst/>
              <a:ahLst/>
              <a:cxnLst/>
              <a:rect l="l" t="t" r="r" b="b"/>
              <a:pathLst>
                <a:path w="6981" h="6365" extrusionOk="0">
                  <a:moveTo>
                    <a:pt x="4305" y="0"/>
                  </a:moveTo>
                  <a:cubicBezTo>
                    <a:pt x="4098" y="0"/>
                    <a:pt x="3883" y="139"/>
                    <a:pt x="3727" y="295"/>
                  </a:cubicBezTo>
                  <a:cubicBezTo>
                    <a:pt x="3305" y="720"/>
                    <a:pt x="3051" y="1313"/>
                    <a:pt x="3032" y="1916"/>
                  </a:cubicBezTo>
                  <a:cubicBezTo>
                    <a:pt x="2932" y="1578"/>
                    <a:pt x="2917" y="1211"/>
                    <a:pt x="2798" y="877"/>
                  </a:cubicBezTo>
                  <a:cubicBezTo>
                    <a:pt x="2678" y="546"/>
                    <a:pt x="2402" y="228"/>
                    <a:pt x="2059" y="228"/>
                  </a:cubicBezTo>
                  <a:cubicBezTo>
                    <a:pt x="2058" y="228"/>
                    <a:pt x="2057" y="228"/>
                    <a:pt x="2056" y="228"/>
                  </a:cubicBezTo>
                  <a:cubicBezTo>
                    <a:pt x="1680" y="228"/>
                    <a:pt x="1386" y="625"/>
                    <a:pt x="1375" y="1011"/>
                  </a:cubicBezTo>
                  <a:cubicBezTo>
                    <a:pt x="1363" y="1396"/>
                    <a:pt x="1568" y="1755"/>
                    <a:pt x="1817" y="2043"/>
                  </a:cubicBezTo>
                  <a:cubicBezTo>
                    <a:pt x="1540" y="1876"/>
                    <a:pt x="1250" y="1709"/>
                    <a:pt x="931" y="1681"/>
                  </a:cubicBezTo>
                  <a:cubicBezTo>
                    <a:pt x="907" y="1679"/>
                    <a:pt x="882" y="1678"/>
                    <a:pt x="857" y="1678"/>
                  </a:cubicBezTo>
                  <a:cubicBezTo>
                    <a:pt x="558" y="1678"/>
                    <a:pt x="245" y="1830"/>
                    <a:pt x="136" y="2114"/>
                  </a:cubicBezTo>
                  <a:cubicBezTo>
                    <a:pt x="1" y="2466"/>
                    <a:pt x="238" y="2872"/>
                    <a:pt x="560" y="3048"/>
                  </a:cubicBezTo>
                  <a:cubicBezTo>
                    <a:pt x="864" y="3212"/>
                    <a:pt x="1220" y="3227"/>
                    <a:pt x="1564" y="3227"/>
                  </a:cubicBezTo>
                  <a:cubicBezTo>
                    <a:pt x="1587" y="3227"/>
                    <a:pt x="1611" y="3227"/>
                    <a:pt x="1635" y="3226"/>
                  </a:cubicBezTo>
                  <a:lnTo>
                    <a:pt x="1635" y="3226"/>
                  </a:lnTo>
                  <a:cubicBezTo>
                    <a:pt x="1354" y="3362"/>
                    <a:pt x="1069" y="3506"/>
                    <a:pt x="858" y="3738"/>
                  </a:cubicBezTo>
                  <a:cubicBezTo>
                    <a:pt x="648" y="3972"/>
                    <a:pt x="530" y="4321"/>
                    <a:pt x="648" y="4613"/>
                  </a:cubicBezTo>
                  <a:cubicBezTo>
                    <a:pt x="764" y="4901"/>
                    <a:pt x="1075" y="5047"/>
                    <a:pt x="1383" y="5047"/>
                  </a:cubicBezTo>
                  <a:cubicBezTo>
                    <a:pt x="1461" y="5047"/>
                    <a:pt x="1538" y="5037"/>
                    <a:pt x="1612" y="5019"/>
                  </a:cubicBezTo>
                  <a:cubicBezTo>
                    <a:pt x="1979" y="4930"/>
                    <a:pt x="2283" y="4670"/>
                    <a:pt x="2574" y="4420"/>
                  </a:cubicBezTo>
                  <a:lnTo>
                    <a:pt x="2574" y="4420"/>
                  </a:lnTo>
                  <a:cubicBezTo>
                    <a:pt x="2478" y="4765"/>
                    <a:pt x="2382" y="5121"/>
                    <a:pt x="2419" y="5480"/>
                  </a:cubicBezTo>
                  <a:cubicBezTo>
                    <a:pt x="2455" y="5836"/>
                    <a:pt x="2653" y="6200"/>
                    <a:pt x="2981" y="6316"/>
                  </a:cubicBezTo>
                  <a:cubicBezTo>
                    <a:pt x="3075" y="6349"/>
                    <a:pt x="3178" y="6365"/>
                    <a:pt x="3283" y="6365"/>
                  </a:cubicBezTo>
                  <a:cubicBezTo>
                    <a:pt x="3657" y="6365"/>
                    <a:pt x="4057" y="6161"/>
                    <a:pt x="4192" y="5763"/>
                  </a:cubicBezTo>
                  <a:cubicBezTo>
                    <a:pt x="4323" y="5378"/>
                    <a:pt x="4391" y="4980"/>
                    <a:pt x="4246" y="4451"/>
                  </a:cubicBezTo>
                  <a:lnTo>
                    <a:pt x="4246" y="4451"/>
                  </a:lnTo>
                  <a:cubicBezTo>
                    <a:pt x="4432" y="4657"/>
                    <a:pt x="4745" y="5173"/>
                    <a:pt x="5115" y="5339"/>
                  </a:cubicBezTo>
                  <a:cubicBezTo>
                    <a:pt x="5252" y="5400"/>
                    <a:pt x="5409" y="5431"/>
                    <a:pt x="5567" y="5431"/>
                  </a:cubicBezTo>
                  <a:cubicBezTo>
                    <a:pt x="5838" y="5431"/>
                    <a:pt x="6113" y="5340"/>
                    <a:pt x="6300" y="5159"/>
                  </a:cubicBezTo>
                  <a:cubicBezTo>
                    <a:pt x="6625" y="4848"/>
                    <a:pt x="6580" y="4270"/>
                    <a:pt x="6308" y="3911"/>
                  </a:cubicBezTo>
                  <a:cubicBezTo>
                    <a:pt x="6034" y="3551"/>
                    <a:pt x="5603" y="3366"/>
                    <a:pt x="5177" y="3237"/>
                  </a:cubicBezTo>
                  <a:lnTo>
                    <a:pt x="5177" y="3237"/>
                  </a:lnTo>
                  <a:cubicBezTo>
                    <a:pt x="5271" y="3258"/>
                    <a:pt x="5367" y="3269"/>
                    <a:pt x="5463" y="3269"/>
                  </a:cubicBezTo>
                  <a:cubicBezTo>
                    <a:pt x="6086" y="3269"/>
                    <a:pt x="6711" y="2831"/>
                    <a:pt x="6899" y="2213"/>
                  </a:cubicBezTo>
                  <a:cubicBezTo>
                    <a:pt x="6981" y="1946"/>
                    <a:pt x="6981" y="1630"/>
                    <a:pt x="6811" y="1412"/>
                  </a:cubicBezTo>
                  <a:cubicBezTo>
                    <a:pt x="6668" y="1230"/>
                    <a:pt x="6445" y="1159"/>
                    <a:pt x="6214" y="1159"/>
                  </a:cubicBezTo>
                  <a:cubicBezTo>
                    <a:pt x="6080" y="1159"/>
                    <a:pt x="5942" y="1183"/>
                    <a:pt x="5816" y="1223"/>
                  </a:cubicBezTo>
                  <a:cubicBezTo>
                    <a:pt x="5243" y="1405"/>
                    <a:pt x="4759" y="1857"/>
                    <a:pt x="4528" y="2424"/>
                  </a:cubicBezTo>
                  <a:cubicBezTo>
                    <a:pt x="4726" y="1903"/>
                    <a:pt x="4822" y="1341"/>
                    <a:pt x="4812" y="781"/>
                  </a:cubicBezTo>
                  <a:cubicBezTo>
                    <a:pt x="4806" y="496"/>
                    <a:pt x="4742" y="167"/>
                    <a:pt x="4493" y="44"/>
                  </a:cubicBezTo>
                  <a:cubicBezTo>
                    <a:pt x="4432" y="14"/>
                    <a:pt x="4369" y="0"/>
                    <a:pt x="43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a:off x="4908226" y="2837687"/>
              <a:ext cx="253584" cy="212043"/>
            </a:xfrm>
            <a:custGeom>
              <a:avLst/>
              <a:gdLst/>
              <a:ahLst/>
              <a:cxnLst/>
              <a:rect l="l" t="t" r="r" b="b"/>
              <a:pathLst>
                <a:path w="2924" h="2445" extrusionOk="0">
                  <a:moveTo>
                    <a:pt x="1914" y="1"/>
                  </a:moveTo>
                  <a:cubicBezTo>
                    <a:pt x="1891" y="1"/>
                    <a:pt x="1868" y="5"/>
                    <a:pt x="1846" y="16"/>
                  </a:cubicBezTo>
                  <a:cubicBezTo>
                    <a:pt x="1681" y="88"/>
                    <a:pt x="1657" y="242"/>
                    <a:pt x="1631" y="402"/>
                  </a:cubicBezTo>
                  <a:cubicBezTo>
                    <a:pt x="1609" y="539"/>
                    <a:pt x="1572" y="696"/>
                    <a:pt x="1623" y="830"/>
                  </a:cubicBezTo>
                  <a:cubicBezTo>
                    <a:pt x="1648" y="893"/>
                    <a:pt x="1705" y="923"/>
                    <a:pt x="1765" y="923"/>
                  </a:cubicBezTo>
                  <a:cubicBezTo>
                    <a:pt x="1801" y="923"/>
                    <a:pt x="1838" y="912"/>
                    <a:pt x="1869" y="891"/>
                  </a:cubicBezTo>
                  <a:cubicBezTo>
                    <a:pt x="1984" y="812"/>
                    <a:pt x="2038" y="644"/>
                    <a:pt x="2080" y="517"/>
                  </a:cubicBezTo>
                  <a:cubicBezTo>
                    <a:pt x="2128" y="367"/>
                    <a:pt x="2182" y="197"/>
                    <a:pt x="2058" y="68"/>
                  </a:cubicBezTo>
                  <a:cubicBezTo>
                    <a:pt x="2020" y="27"/>
                    <a:pt x="1968" y="1"/>
                    <a:pt x="1914" y="1"/>
                  </a:cubicBezTo>
                  <a:close/>
                  <a:moveTo>
                    <a:pt x="714" y="275"/>
                  </a:moveTo>
                  <a:cubicBezTo>
                    <a:pt x="553" y="275"/>
                    <a:pt x="490" y="470"/>
                    <a:pt x="569" y="594"/>
                  </a:cubicBezTo>
                  <a:cubicBezTo>
                    <a:pt x="620" y="673"/>
                    <a:pt x="700" y="728"/>
                    <a:pt x="768" y="793"/>
                  </a:cubicBezTo>
                  <a:cubicBezTo>
                    <a:pt x="851" y="875"/>
                    <a:pt x="931" y="942"/>
                    <a:pt x="1039" y="991"/>
                  </a:cubicBezTo>
                  <a:cubicBezTo>
                    <a:pt x="1065" y="1003"/>
                    <a:pt x="1091" y="1008"/>
                    <a:pt x="1115" y="1008"/>
                  </a:cubicBezTo>
                  <a:cubicBezTo>
                    <a:pt x="1251" y="1008"/>
                    <a:pt x="1358" y="852"/>
                    <a:pt x="1303" y="716"/>
                  </a:cubicBezTo>
                  <a:cubicBezTo>
                    <a:pt x="1223" y="511"/>
                    <a:pt x="968" y="311"/>
                    <a:pt x="748" y="277"/>
                  </a:cubicBezTo>
                  <a:cubicBezTo>
                    <a:pt x="736" y="276"/>
                    <a:pt x="725" y="275"/>
                    <a:pt x="714" y="275"/>
                  </a:cubicBezTo>
                  <a:close/>
                  <a:moveTo>
                    <a:pt x="2596" y="795"/>
                  </a:moveTo>
                  <a:cubicBezTo>
                    <a:pt x="2522" y="795"/>
                    <a:pt x="2449" y="811"/>
                    <a:pt x="2369" y="837"/>
                  </a:cubicBezTo>
                  <a:cubicBezTo>
                    <a:pt x="2259" y="873"/>
                    <a:pt x="2131" y="917"/>
                    <a:pt x="2049" y="1000"/>
                  </a:cubicBezTo>
                  <a:cubicBezTo>
                    <a:pt x="1934" y="1115"/>
                    <a:pt x="1965" y="1329"/>
                    <a:pt x="2147" y="1349"/>
                  </a:cubicBezTo>
                  <a:cubicBezTo>
                    <a:pt x="2166" y="1351"/>
                    <a:pt x="2186" y="1352"/>
                    <a:pt x="2205" y="1352"/>
                  </a:cubicBezTo>
                  <a:cubicBezTo>
                    <a:pt x="2300" y="1352"/>
                    <a:pt x="2395" y="1328"/>
                    <a:pt x="2485" y="1305"/>
                  </a:cubicBezTo>
                  <a:cubicBezTo>
                    <a:pt x="2609" y="1275"/>
                    <a:pt x="2724" y="1241"/>
                    <a:pt x="2818" y="1154"/>
                  </a:cubicBezTo>
                  <a:cubicBezTo>
                    <a:pt x="2916" y="1064"/>
                    <a:pt x="2923" y="869"/>
                    <a:pt x="2770" y="823"/>
                  </a:cubicBezTo>
                  <a:cubicBezTo>
                    <a:pt x="2709" y="804"/>
                    <a:pt x="2652" y="795"/>
                    <a:pt x="2596" y="795"/>
                  </a:cubicBezTo>
                  <a:close/>
                  <a:moveTo>
                    <a:pt x="659" y="1016"/>
                  </a:moveTo>
                  <a:cubicBezTo>
                    <a:pt x="494" y="1016"/>
                    <a:pt x="328" y="1042"/>
                    <a:pt x="180" y="1093"/>
                  </a:cubicBezTo>
                  <a:cubicBezTo>
                    <a:pt x="1" y="1153"/>
                    <a:pt x="14" y="1438"/>
                    <a:pt x="184" y="1496"/>
                  </a:cubicBezTo>
                  <a:cubicBezTo>
                    <a:pt x="325" y="1543"/>
                    <a:pt x="452" y="1563"/>
                    <a:pt x="595" y="1563"/>
                  </a:cubicBezTo>
                  <a:cubicBezTo>
                    <a:pt x="610" y="1563"/>
                    <a:pt x="624" y="1563"/>
                    <a:pt x="639" y="1563"/>
                  </a:cubicBezTo>
                  <a:cubicBezTo>
                    <a:pt x="651" y="1562"/>
                    <a:pt x="664" y="1562"/>
                    <a:pt x="678" y="1562"/>
                  </a:cubicBezTo>
                  <a:cubicBezTo>
                    <a:pt x="706" y="1562"/>
                    <a:pt x="736" y="1563"/>
                    <a:pt x="766" y="1563"/>
                  </a:cubicBezTo>
                  <a:cubicBezTo>
                    <a:pt x="873" y="1563"/>
                    <a:pt x="989" y="1557"/>
                    <a:pt x="1075" y="1510"/>
                  </a:cubicBezTo>
                  <a:cubicBezTo>
                    <a:pt x="1293" y="1391"/>
                    <a:pt x="1237" y="1116"/>
                    <a:pt x="1008" y="1058"/>
                  </a:cubicBezTo>
                  <a:cubicBezTo>
                    <a:pt x="897" y="1029"/>
                    <a:pt x="778" y="1016"/>
                    <a:pt x="659" y="1016"/>
                  </a:cubicBezTo>
                  <a:close/>
                  <a:moveTo>
                    <a:pt x="1091" y="1808"/>
                  </a:moveTo>
                  <a:cubicBezTo>
                    <a:pt x="1088" y="1813"/>
                    <a:pt x="1087" y="1816"/>
                    <a:pt x="1086" y="1817"/>
                  </a:cubicBezTo>
                  <a:lnTo>
                    <a:pt x="1086" y="1817"/>
                  </a:lnTo>
                  <a:cubicBezTo>
                    <a:pt x="1088" y="1814"/>
                    <a:pt x="1090" y="1811"/>
                    <a:pt x="1091" y="1808"/>
                  </a:cubicBezTo>
                  <a:close/>
                  <a:moveTo>
                    <a:pt x="1992" y="1498"/>
                  </a:moveTo>
                  <a:cubicBezTo>
                    <a:pt x="1860" y="1498"/>
                    <a:pt x="1765" y="1609"/>
                    <a:pt x="1776" y="1743"/>
                  </a:cubicBezTo>
                  <a:cubicBezTo>
                    <a:pt x="1788" y="1856"/>
                    <a:pt x="1869" y="1946"/>
                    <a:pt x="1933" y="2037"/>
                  </a:cubicBezTo>
                  <a:cubicBezTo>
                    <a:pt x="1958" y="2073"/>
                    <a:pt x="1984" y="2106"/>
                    <a:pt x="2013" y="2140"/>
                  </a:cubicBezTo>
                  <a:cubicBezTo>
                    <a:pt x="2067" y="2199"/>
                    <a:pt x="2121" y="2230"/>
                    <a:pt x="2190" y="2271"/>
                  </a:cubicBezTo>
                  <a:cubicBezTo>
                    <a:pt x="2219" y="2287"/>
                    <a:pt x="2249" y="2294"/>
                    <a:pt x="2279" y="2294"/>
                  </a:cubicBezTo>
                  <a:cubicBezTo>
                    <a:pt x="2417" y="2294"/>
                    <a:pt x="2558" y="2146"/>
                    <a:pt x="2522" y="2007"/>
                  </a:cubicBezTo>
                  <a:cubicBezTo>
                    <a:pt x="2501" y="1930"/>
                    <a:pt x="2484" y="1869"/>
                    <a:pt x="2437" y="1805"/>
                  </a:cubicBezTo>
                  <a:cubicBezTo>
                    <a:pt x="2401" y="1755"/>
                    <a:pt x="2356" y="1712"/>
                    <a:pt x="2311" y="1669"/>
                  </a:cubicBezTo>
                  <a:cubicBezTo>
                    <a:pt x="2227" y="1590"/>
                    <a:pt x="2132" y="1509"/>
                    <a:pt x="2014" y="1499"/>
                  </a:cubicBezTo>
                  <a:cubicBezTo>
                    <a:pt x="2007" y="1498"/>
                    <a:pt x="2000" y="1498"/>
                    <a:pt x="1992" y="1498"/>
                  </a:cubicBezTo>
                  <a:close/>
                  <a:moveTo>
                    <a:pt x="1354" y="1628"/>
                  </a:moveTo>
                  <a:cubicBezTo>
                    <a:pt x="1279" y="1628"/>
                    <a:pt x="1213" y="1664"/>
                    <a:pt x="1155" y="1723"/>
                  </a:cubicBezTo>
                  <a:cubicBezTo>
                    <a:pt x="1144" y="1735"/>
                    <a:pt x="1087" y="1818"/>
                    <a:pt x="1086" y="1818"/>
                  </a:cubicBezTo>
                  <a:cubicBezTo>
                    <a:pt x="1086" y="1818"/>
                    <a:pt x="1086" y="1817"/>
                    <a:pt x="1086" y="1817"/>
                  </a:cubicBezTo>
                  <a:lnTo>
                    <a:pt x="1086" y="1817"/>
                  </a:lnTo>
                  <a:cubicBezTo>
                    <a:pt x="1071" y="1841"/>
                    <a:pt x="1055" y="1864"/>
                    <a:pt x="1040" y="1888"/>
                  </a:cubicBezTo>
                  <a:cubicBezTo>
                    <a:pt x="997" y="1960"/>
                    <a:pt x="959" y="2032"/>
                    <a:pt x="936" y="2111"/>
                  </a:cubicBezTo>
                  <a:cubicBezTo>
                    <a:pt x="904" y="2212"/>
                    <a:pt x="921" y="2333"/>
                    <a:pt x="1016" y="2397"/>
                  </a:cubicBezTo>
                  <a:cubicBezTo>
                    <a:pt x="1062" y="2429"/>
                    <a:pt x="1112" y="2444"/>
                    <a:pt x="1163" y="2444"/>
                  </a:cubicBezTo>
                  <a:cubicBezTo>
                    <a:pt x="1214" y="2444"/>
                    <a:pt x="1266" y="2427"/>
                    <a:pt x="1314" y="2394"/>
                  </a:cubicBezTo>
                  <a:cubicBezTo>
                    <a:pt x="1462" y="2291"/>
                    <a:pt x="1584" y="2083"/>
                    <a:pt x="1594" y="1900"/>
                  </a:cubicBezTo>
                  <a:cubicBezTo>
                    <a:pt x="1600" y="1797"/>
                    <a:pt x="1549" y="1682"/>
                    <a:pt x="1444" y="1644"/>
                  </a:cubicBezTo>
                  <a:cubicBezTo>
                    <a:pt x="1413" y="1633"/>
                    <a:pt x="1383" y="1628"/>
                    <a:pt x="1354" y="162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9"/>
            <p:cNvSpPr/>
            <p:nvPr/>
          </p:nvSpPr>
          <p:spPr>
            <a:xfrm>
              <a:off x="4051033" y="2206592"/>
              <a:ext cx="175011" cy="1372770"/>
            </a:xfrm>
            <a:custGeom>
              <a:avLst/>
              <a:gdLst/>
              <a:ahLst/>
              <a:cxnLst/>
              <a:rect l="l" t="t" r="r" b="b"/>
              <a:pathLst>
                <a:path w="2018" h="15829" extrusionOk="0">
                  <a:moveTo>
                    <a:pt x="238" y="0"/>
                  </a:moveTo>
                  <a:cubicBezTo>
                    <a:pt x="125" y="0"/>
                    <a:pt x="1" y="126"/>
                    <a:pt x="33" y="282"/>
                  </a:cubicBezTo>
                  <a:cubicBezTo>
                    <a:pt x="293" y="1524"/>
                    <a:pt x="615" y="2730"/>
                    <a:pt x="833" y="3988"/>
                  </a:cubicBezTo>
                  <a:cubicBezTo>
                    <a:pt x="1045" y="5211"/>
                    <a:pt x="1176" y="6460"/>
                    <a:pt x="1233" y="7723"/>
                  </a:cubicBezTo>
                  <a:cubicBezTo>
                    <a:pt x="1350" y="10312"/>
                    <a:pt x="1045" y="12842"/>
                    <a:pt x="645" y="15432"/>
                  </a:cubicBezTo>
                  <a:cubicBezTo>
                    <a:pt x="608" y="15676"/>
                    <a:pt x="762" y="15829"/>
                    <a:pt x="920" y="15829"/>
                  </a:cubicBezTo>
                  <a:cubicBezTo>
                    <a:pt x="1033" y="15829"/>
                    <a:pt x="1148" y="15750"/>
                    <a:pt x="1196" y="15570"/>
                  </a:cubicBezTo>
                  <a:cubicBezTo>
                    <a:pt x="1885" y="12989"/>
                    <a:pt x="2018" y="10183"/>
                    <a:pt x="1887" y="7576"/>
                  </a:cubicBezTo>
                  <a:cubicBezTo>
                    <a:pt x="1757" y="5042"/>
                    <a:pt x="1374" y="2296"/>
                    <a:pt x="375" y="97"/>
                  </a:cubicBezTo>
                  <a:cubicBezTo>
                    <a:pt x="344" y="29"/>
                    <a:pt x="292"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9"/>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9"/>
            <p:cNvSpPr/>
            <p:nvPr/>
          </p:nvSpPr>
          <p:spPr>
            <a:xfrm>
              <a:off x="3581675" y="2459481"/>
              <a:ext cx="1631037" cy="1576834"/>
            </a:xfrm>
            <a:custGeom>
              <a:avLst/>
              <a:gdLst/>
              <a:ahLst/>
              <a:cxnLst/>
              <a:rect l="l" t="t" r="r" b="b"/>
              <a:pathLst>
                <a:path w="18807" h="18182" extrusionOk="0">
                  <a:moveTo>
                    <a:pt x="10589" y="0"/>
                  </a:moveTo>
                  <a:cubicBezTo>
                    <a:pt x="10383" y="0"/>
                    <a:pt x="10175" y="86"/>
                    <a:pt x="10021" y="280"/>
                  </a:cubicBezTo>
                  <a:cubicBezTo>
                    <a:pt x="9807" y="550"/>
                    <a:pt x="9627" y="865"/>
                    <a:pt x="9485" y="1164"/>
                  </a:cubicBezTo>
                  <a:cubicBezTo>
                    <a:pt x="7617" y="5083"/>
                    <a:pt x="6599" y="9403"/>
                    <a:pt x="6517" y="13743"/>
                  </a:cubicBezTo>
                  <a:cubicBezTo>
                    <a:pt x="6299" y="10325"/>
                    <a:pt x="6085" y="6906"/>
                    <a:pt x="5867" y="3487"/>
                  </a:cubicBezTo>
                  <a:cubicBezTo>
                    <a:pt x="5839" y="3045"/>
                    <a:pt x="5637" y="2459"/>
                    <a:pt x="5235" y="2459"/>
                  </a:cubicBezTo>
                  <a:cubicBezTo>
                    <a:pt x="5193" y="2459"/>
                    <a:pt x="5148" y="2466"/>
                    <a:pt x="5102" y="2479"/>
                  </a:cubicBezTo>
                  <a:cubicBezTo>
                    <a:pt x="4994" y="2511"/>
                    <a:pt x="4900" y="2581"/>
                    <a:pt x="4827" y="2664"/>
                  </a:cubicBezTo>
                  <a:cubicBezTo>
                    <a:pt x="3968" y="3672"/>
                    <a:pt x="3798" y="5056"/>
                    <a:pt x="3709" y="6366"/>
                  </a:cubicBezTo>
                  <a:cubicBezTo>
                    <a:pt x="3513" y="9284"/>
                    <a:pt x="3580" y="12218"/>
                    <a:pt x="3905" y="15124"/>
                  </a:cubicBezTo>
                  <a:cubicBezTo>
                    <a:pt x="3398" y="12171"/>
                    <a:pt x="2552" y="9276"/>
                    <a:pt x="1384" y="6515"/>
                  </a:cubicBezTo>
                  <a:cubicBezTo>
                    <a:pt x="1263" y="6227"/>
                    <a:pt x="982" y="6038"/>
                    <a:pt x="684" y="6038"/>
                  </a:cubicBezTo>
                  <a:cubicBezTo>
                    <a:pt x="622" y="6038"/>
                    <a:pt x="559" y="6046"/>
                    <a:pt x="496" y="6063"/>
                  </a:cubicBezTo>
                  <a:cubicBezTo>
                    <a:pt x="76" y="6179"/>
                    <a:pt x="35" y="6594"/>
                    <a:pt x="31" y="6950"/>
                  </a:cubicBezTo>
                  <a:cubicBezTo>
                    <a:pt x="0" y="9872"/>
                    <a:pt x="624" y="15306"/>
                    <a:pt x="3495" y="16962"/>
                  </a:cubicBezTo>
                  <a:cubicBezTo>
                    <a:pt x="4632" y="17617"/>
                    <a:pt x="6269" y="17706"/>
                    <a:pt x="7537" y="17914"/>
                  </a:cubicBezTo>
                  <a:cubicBezTo>
                    <a:pt x="8611" y="18090"/>
                    <a:pt x="9695" y="18181"/>
                    <a:pt x="10779" y="18181"/>
                  </a:cubicBezTo>
                  <a:cubicBezTo>
                    <a:pt x="11942" y="18181"/>
                    <a:pt x="13105" y="18076"/>
                    <a:pt x="14254" y="17859"/>
                  </a:cubicBezTo>
                  <a:cubicBezTo>
                    <a:pt x="14817" y="17754"/>
                    <a:pt x="15390" y="17614"/>
                    <a:pt x="15868" y="17296"/>
                  </a:cubicBezTo>
                  <a:cubicBezTo>
                    <a:pt x="16360" y="16965"/>
                    <a:pt x="16714" y="16469"/>
                    <a:pt x="17025" y="15961"/>
                  </a:cubicBezTo>
                  <a:cubicBezTo>
                    <a:pt x="17783" y="14726"/>
                    <a:pt x="18343" y="13370"/>
                    <a:pt x="18679" y="11960"/>
                  </a:cubicBezTo>
                  <a:cubicBezTo>
                    <a:pt x="18757" y="11635"/>
                    <a:pt x="18806" y="11236"/>
                    <a:pt x="18460" y="11050"/>
                  </a:cubicBezTo>
                  <a:cubicBezTo>
                    <a:pt x="18367" y="10999"/>
                    <a:pt x="18266" y="10975"/>
                    <a:pt x="18163" y="10975"/>
                  </a:cubicBezTo>
                  <a:cubicBezTo>
                    <a:pt x="18007" y="10975"/>
                    <a:pt x="17849" y="11031"/>
                    <a:pt x="17722" y="11131"/>
                  </a:cubicBezTo>
                  <a:cubicBezTo>
                    <a:pt x="16678" y="11953"/>
                    <a:pt x="15807" y="12991"/>
                    <a:pt x="15180" y="14159"/>
                  </a:cubicBezTo>
                  <a:cubicBezTo>
                    <a:pt x="15604" y="13216"/>
                    <a:pt x="15839" y="12188"/>
                    <a:pt x="15871" y="11156"/>
                  </a:cubicBezTo>
                  <a:cubicBezTo>
                    <a:pt x="15882" y="10818"/>
                    <a:pt x="15604" y="10577"/>
                    <a:pt x="15304" y="10577"/>
                  </a:cubicBezTo>
                  <a:cubicBezTo>
                    <a:pt x="15200" y="10577"/>
                    <a:pt x="15094" y="10606"/>
                    <a:pt x="14996" y="10669"/>
                  </a:cubicBezTo>
                  <a:cubicBezTo>
                    <a:pt x="13919" y="11364"/>
                    <a:pt x="13102" y="12464"/>
                    <a:pt x="12771" y="13702"/>
                  </a:cubicBezTo>
                  <a:lnTo>
                    <a:pt x="12771" y="13702"/>
                  </a:lnTo>
                  <a:cubicBezTo>
                    <a:pt x="13226" y="11705"/>
                    <a:pt x="13538" y="9679"/>
                    <a:pt x="13703" y="7641"/>
                  </a:cubicBezTo>
                  <a:cubicBezTo>
                    <a:pt x="13725" y="7373"/>
                    <a:pt x="13727" y="7059"/>
                    <a:pt x="13408" y="6947"/>
                  </a:cubicBezTo>
                  <a:cubicBezTo>
                    <a:pt x="13353" y="6928"/>
                    <a:pt x="13297" y="6919"/>
                    <a:pt x="13240" y="6919"/>
                  </a:cubicBezTo>
                  <a:cubicBezTo>
                    <a:pt x="13067" y="6919"/>
                    <a:pt x="12898" y="7005"/>
                    <a:pt x="12789" y="7148"/>
                  </a:cubicBezTo>
                  <a:cubicBezTo>
                    <a:pt x="11271" y="9127"/>
                    <a:pt x="10051" y="11331"/>
                    <a:pt x="9182" y="13667"/>
                  </a:cubicBezTo>
                  <a:cubicBezTo>
                    <a:pt x="10268" y="9452"/>
                    <a:pt x="10992" y="5143"/>
                    <a:pt x="11339" y="804"/>
                  </a:cubicBezTo>
                  <a:cubicBezTo>
                    <a:pt x="11378" y="323"/>
                    <a:pt x="10988" y="0"/>
                    <a:pt x="105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9"/>
            <p:cNvSpPr/>
            <p:nvPr/>
          </p:nvSpPr>
          <p:spPr>
            <a:xfrm>
              <a:off x="3603703" y="2630936"/>
              <a:ext cx="1527921" cy="1322296"/>
            </a:xfrm>
            <a:custGeom>
              <a:avLst/>
              <a:gdLst/>
              <a:ahLst/>
              <a:cxnLst/>
              <a:rect l="l" t="t" r="r" b="b"/>
              <a:pathLst>
                <a:path w="17618" h="15247" extrusionOk="0">
                  <a:moveTo>
                    <a:pt x="10131" y="0"/>
                  </a:moveTo>
                  <a:cubicBezTo>
                    <a:pt x="10097" y="0"/>
                    <a:pt x="10064" y="6"/>
                    <a:pt x="10034" y="20"/>
                  </a:cubicBezTo>
                  <a:cubicBezTo>
                    <a:pt x="9474" y="268"/>
                    <a:pt x="9343" y="1161"/>
                    <a:pt x="9439" y="1695"/>
                  </a:cubicBezTo>
                  <a:cubicBezTo>
                    <a:pt x="9470" y="1860"/>
                    <a:pt x="9594" y="1941"/>
                    <a:pt x="9724" y="1941"/>
                  </a:cubicBezTo>
                  <a:cubicBezTo>
                    <a:pt x="9836" y="1941"/>
                    <a:pt x="9952" y="1880"/>
                    <a:pt x="10014" y="1761"/>
                  </a:cubicBezTo>
                  <a:cubicBezTo>
                    <a:pt x="10152" y="1501"/>
                    <a:pt x="10256" y="1229"/>
                    <a:pt x="10326" y="943"/>
                  </a:cubicBezTo>
                  <a:cubicBezTo>
                    <a:pt x="10390" y="680"/>
                    <a:pt x="10464" y="418"/>
                    <a:pt x="10373" y="153"/>
                  </a:cubicBezTo>
                  <a:cubicBezTo>
                    <a:pt x="10338" y="56"/>
                    <a:pt x="10232" y="0"/>
                    <a:pt x="10131" y="0"/>
                  </a:cubicBezTo>
                  <a:close/>
                  <a:moveTo>
                    <a:pt x="4433" y="3498"/>
                  </a:moveTo>
                  <a:cubicBezTo>
                    <a:pt x="4399" y="3498"/>
                    <a:pt x="4365" y="3505"/>
                    <a:pt x="4335" y="3519"/>
                  </a:cubicBezTo>
                  <a:cubicBezTo>
                    <a:pt x="4096" y="3630"/>
                    <a:pt x="4048" y="3891"/>
                    <a:pt x="3997" y="4130"/>
                  </a:cubicBezTo>
                  <a:cubicBezTo>
                    <a:pt x="3941" y="4386"/>
                    <a:pt x="3951" y="4647"/>
                    <a:pt x="4013" y="4900"/>
                  </a:cubicBezTo>
                  <a:cubicBezTo>
                    <a:pt x="4053" y="5060"/>
                    <a:pt x="4179" y="5145"/>
                    <a:pt x="4308" y="5145"/>
                  </a:cubicBezTo>
                  <a:cubicBezTo>
                    <a:pt x="4413" y="5145"/>
                    <a:pt x="4520" y="5088"/>
                    <a:pt x="4582" y="4967"/>
                  </a:cubicBezTo>
                  <a:cubicBezTo>
                    <a:pt x="4697" y="4735"/>
                    <a:pt x="4768" y="4486"/>
                    <a:pt x="4772" y="4221"/>
                  </a:cubicBezTo>
                  <a:cubicBezTo>
                    <a:pt x="4778" y="3980"/>
                    <a:pt x="4790" y="3713"/>
                    <a:pt x="4586" y="3550"/>
                  </a:cubicBezTo>
                  <a:cubicBezTo>
                    <a:pt x="4543" y="3516"/>
                    <a:pt x="4488" y="3498"/>
                    <a:pt x="4433" y="3498"/>
                  </a:cubicBezTo>
                  <a:close/>
                  <a:moveTo>
                    <a:pt x="9215" y="3230"/>
                  </a:moveTo>
                  <a:cubicBezTo>
                    <a:pt x="9188" y="3230"/>
                    <a:pt x="9160" y="3235"/>
                    <a:pt x="9133" y="3244"/>
                  </a:cubicBezTo>
                  <a:cubicBezTo>
                    <a:pt x="8877" y="3330"/>
                    <a:pt x="8781" y="3650"/>
                    <a:pt x="8688" y="3878"/>
                  </a:cubicBezTo>
                  <a:cubicBezTo>
                    <a:pt x="8570" y="4171"/>
                    <a:pt x="8461" y="4461"/>
                    <a:pt x="8411" y="4775"/>
                  </a:cubicBezTo>
                  <a:cubicBezTo>
                    <a:pt x="8371" y="5038"/>
                    <a:pt x="8574" y="5188"/>
                    <a:pt x="8783" y="5188"/>
                  </a:cubicBezTo>
                  <a:cubicBezTo>
                    <a:pt x="8926" y="5188"/>
                    <a:pt x="9072" y="5117"/>
                    <a:pt x="9146" y="4964"/>
                  </a:cubicBezTo>
                  <a:cubicBezTo>
                    <a:pt x="9279" y="4679"/>
                    <a:pt x="9343" y="4371"/>
                    <a:pt x="9409" y="4063"/>
                  </a:cubicBezTo>
                  <a:cubicBezTo>
                    <a:pt x="9460" y="3813"/>
                    <a:pt x="9546" y="3526"/>
                    <a:pt x="9377" y="3305"/>
                  </a:cubicBezTo>
                  <a:cubicBezTo>
                    <a:pt x="9335" y="3254"/>
                    <a:pt x="9276" y="3230"/>
                    <a:pt x="9215" y="3230"/>
                  </a:cubicBezTo>
                  <a:close/>
                  <a:moveTo>
                    <a:pt x="504" y="6166"/>
                  </a:moveTo>
                  <a:cubicBezTo>
                    <a:pt x="402" y="6166"/>
                    <a:pt x="299" y="6214"/>
                    <a:pt x="233" y="6296"/>
                  </a:cubicBezTo>
                  <a:cubicBezTo>
                    <a:pt x="1" y="6584"/>
                    <a:pt x="177" y="7045"/>
                    <a:pt x="278" y="7353"/>
                  </a:cubicBezTo>
                  <a:cubicBezTo>
                    <a:pt x="322" y="7486"/>
                    <a:pt x="433" y="7545"/>
                    <a:pt x="550" y="7545"/>
                  </a:cubicBezTo>
                  <a:cubicBezTo>
                    <a:pt x="709" y="7545"/>
                    <a:pt x="877" y="7437"/>
                    <a:pt x="895" y="7263"/>
                  </a:cubicBezTo>
                  <a:cubicBezTo>
                    <a:pt x="930" y="6930"/>
                    <a:pt x="984" y="6466"/>
                    <a:pt x="694" y="6232"/>
                  </a:cubicBezTo>
                  <a:cubicBezTo>
                    <a:pt x="638" y="6187"/>
                    <a:pt x="571" y="6166"/>
                    <a:pt x="504" y="6166"/>
                  </a:cubicBezTo>
                  <a:close/>
                  <a:moveTo>
                    <a:pt x="4560" y="6560"/>
                  </a:moveTo>
                  <a:cubicBezTo>
                    <a:pt x="4481" y="6560"/>
                    <a:pt x="4402" y="6584"/>
                    <a:pt x="4342" y="6628"/>
                  </a:cubicBezTo>
                  <a:cubicBezTo>
                    <a:pt x="4080" y="6820"/>
                    <a:pt x="4041" y="7190"/>
                    <a:pt x="4005" y="7493"/>
                  </a:cubicBezTo>
                  <a:cubicBezTo>
                    <a:pt x="3963" y="7831"/>
                    <a:pt x="3961" y="8160"/>
                    <a:pt x="4127" y="8467"/>
                  </a:cubicBezTo>
                  <a:cubicBezTo>
                    <a:pt x="4201" y="8603"/>
                    <a:pt x="4343" y="8679"/>
                    <a:pt x="4481" y="8679"/>
                  </a:cubicBezTo>
                  <a:cubicBezTo>
                    <a:pt x="4612" y="8679"/>
                    <a:pt x="4740" y="8610"/>
                    <a:pt x="4801" y="8458"/>
                  </a:cubicBezTo>
                  <a:cubicBezTo>
                    <a:pt x="4924" y="8151"/>
                    <a:pt x="4913" y="7868"/>
                    <a:pt x="4922" y="7544"/>
                  </a:cubicBezTo>
                  <a:cubicBezTo>
                    <a:pt x="4931" y="7237"/>
                    <a:pt x="4983" y="6950"/>
                    <a:pt x="4809" y="6683"/>
                  </a:cubicBezTo>
                  <a:cubicBezTo>
                    <a:pt x="4752" y="6597"/>
                    <a:pt x="4657" y="6560"/>
                    <a:pt x="4560" y="6560"/>
                  </a:cubicBezTo>
                  <a:close/>
                  <a:moveTo>
                    <a:pt x="12445" y="6671"/>
                  </a:moveTo>
                  <a:cubicBezTo>
                    <a:pt x="12372" y="6671"/>
                    <a:pt x="12298" y="6700"/>
                    <a:pt x="12250" y="6761"/>
                  </a:cubicBezTo>
                  <a:cubicBezTo>
                    <a:pt x="11850" y="7260"/>
                    <a:pt x="11603" y="7874"/>
                    <a:pt x="11596" y="8518"/>
                  </a:cubicBezTo>
                  <a:cubicBezTo>
                    <a:pt x="11593" y="8751"/>
                    <a:pt x="11821" y="8933"/>
                    <a:pt x="12023" y="8933"/>
                  </a:cubicBezTo>
                  <a:cubicBezTo>
                    <a:pt x="12146" y="8933"/>
                    <a:pt x="12259" y="8865"/>
                    <a:pt x="12304" y="8699"/>
                  </a:cubicBezTo>
                  <a:cubicBezTo>
                    <a:pt x="12459" y="8118"/>
                    <a:pt x="12573" y="7526"/>
                    <a:pt x="12689" y="6937"/>
                  </a:cubicBezTo>
                  <a:cubicBezTo>
                    <a:pt x="12721" y="6773"/>
                    <a:pt x="12583" y="6671"/>
                    <a:pt x="12445" y="6671"/>
                  </a:cubicBezTo>
                  <a:close/>
                  <a:moveTo>
                    <a:pt x="8282" y="7262"/>
                  </a:moveTo>
                  <a:cubicBezTo>
                    <a:pt x="8193" y="7262"/>
                    <a:pt x="8103" y="7307"/>
                    <a:pt x="8068" y="7401"/>
                  </a:cubicBezTo>
                  <a:cubicBezTo>
                    <a:pt x="7866" y="7939"/>
                    <a:pt x="7655" y="8429"/>
                    <a:pt x="7589" y="9005"/>
                  </a:cubicBezTo>
                  <a:cubicBezTo>
                    <a:pt x="7558" y="9261"/>
                    <a:pt x="7765" y="9418"/>
                    <a:pt x="7972" y="9418"/>
                  </a:cubicBezTo>
                  <a:cubicBezTo>
                    <a:pt x="8110" y="9418"/>
                    <a:pt x="8248" y="9349"/>
                    <a:pt x="8316" y="9192"/>
                  </a:cubicBezTo>
                  <a:cubicBezTo>
                    <a:pt x="8566" y="8615"/>
                    <a:pt x="8558" y="8070"/>
                    <a:pt x="8506" y="7452"/>
                  </a:cubicBezTo>
                  <a:cubicBezTo>
                    <a:pt x="8495" y="7327"/>
                    <a:pt x="8388" y="7262"/>
                    <a:pt x="8282" y="7262"/>
                  </a:cubicBezTo>
                  <a:close/>
                  <a:moveTo>
                    <a:pt x="1237" y="8580"/>
                  </a:moveTo>
                  <a:cubicBezTo>
                    <a:pt x="1161" y="8580"/>
                    <a:pt x="1085" y="8613"/>
                    <a:pt x="1036" y="8681"/>
                  </a:cubicBezTo>
                  <a:cubicBezTo>
                    <a:pt x="748" y="9075"/>
                    <a:pt x="963" y="9775"/>
                    <a:pt x="1324" y="10049"/>
                  </a:cubicBezTo>
                  <a:cubicBezTo>
                    <a:pt x="1381" y="10091"/>
                    <a:pt x="1444" y="10110"/>
                    <a:pt x="1507" y="10110"/>
                  </a:cubicBezTo>
                  <a:cubicBezTo>
                    <a:pt x="1657" y="10110"/>
                    <a:pt x="1800" y="9999"/>
                    <a:pt x="1824" y="9836"/>
                  </a:cubicBezTo>
                  <a:cubicBezTo>
                    <a:pt x="1860" y="9594"/>
                    <a:pt x="1798" y="9386"/>
                    <a:pt x="1722" y="9160"/>
                  </a:cubicBezTo>
                  <a:cubicBezTo>
                    <a:pt x="1658" y="8968"/>
                    <a:pt x="1562" y="8747"/>
                    <a:pt x="1392" y="8630"/>
                  </a:cubicBezTo>
                  <a:cubicBezTo>
                    <a:pt x="1346" y="8597"/>
                    <a:pt x="1292" y="8580"/>
                    <a:pt x="1237" y="8580"/>
                  </a:cubicBezTo>
                  <a:close/>
                  <a:moveTo>
                    <a:pt x="14641" y="10328"/>
                  </a:moveTo>
                  <a:cubicBezTo>
                    <a:pt x="14604" y="10328"/>
                    <a:pt x="14564" y="10337"/>
                    <a:pt x="14524" y="10357"/>
                  </a:cubicBezTo>
                  <a:cubicBezTo>
                    <a:pt x="14131" y="10555"/>
                    <a:pt x="13858" y="11090"/>
                    <a:pt x="13785" y="11503"/>
                  </a:cubicBezTo>
                  <a:cubicBezTo>
                    <a:pt x="13740" y="11757"/>
                    <a:pt x="13989" y="11957"/>
                    <a:pt x="14220" y="11957"/>
                  </a:cubicBezTo>
                  <a:cubicBezTo>
                    <a:pt x="14334" y="11957"/>
                    <a:pt x="14443" y="11908"/>
                    <a:pt x="14511" y="11793"/>
                  </a:cubicBezTo>
                  <a:cubicBezTo>
                    <a:pt x="14621" y="11607"/>
                    <a:pt x="14701" y="11431"/>
                    <a:pt x="14768" y="11226"/>
                  </a:cubicBezTo>
                  <a:cubicBezTo>
                    <a:pt x="14826" y="11050"/>
                    <a:pt x="14925" y="10840"/>
                    <a:pt x="14924" y="10653"/>
                  </a:cubicBezTo>
                  <a:cubicBezTo>
                    <a:pt x="14921" y="10493"/>
                    <a:pt x="14801" y="10328"/>
                    <a:pt x="14641" y="10328"/>
                  </a:cubicBezTo>
                  <a:close/>
                  <a:moveTo>
                    <a:pt x="11313" y="10073"/>
                  </a:moveTo>
                  <a:cubicBezTo>
                    <a:pt x="11275" y="10073"/>
                    <a:pt x="11236" y="10081"/>
                    <a:pt x="11202" y="10098"/>
                  </a:cubicBezTo>
                  <a:cubicBezTo>
                    <a:pt x="10857" y="10268"/>
                    <a:pt x="10697" y="10691"/>
                    <a:pt x="10537" y="11021"/>
                  </a:cubicBezTo>
                  <a:cubicBezTo>
                    <a:pt x="10383" y="11337"/>
                    <a:pt x="10225" y="11863"/>
                    <a:pt x="10666" y="12040"/>
                  </a:cubicBezTo>
                  <a:cubicBezTo>
                    <a:pt x="10730" y="12066"/>
                    <a:pt x="10789" y="12077"/>
                    <a:pt x="10845" y="12077"/>
                  </a:cubicBezTo>
                  <a:cubicBezTo>
                    <a:pt x="11154" y="12077"/>
                    <a:pt x="11349" y="11725"/>
                    <a:pt x="11436" y="11450"/>
                  </a:cubicBezTo>
                  <a:cubicBezTo>
                    <a:pt x="11546" y="11087"/>
                    <a:pt x="11734" y="10619"/>
                    <a:pt x="11587" y="10248"/>
                  </a:cubicBezTo>
                  <a:cubicBezTo>
                    <a:pt x="11544" y="10142"/>
                    <a:pt x="11427" y="10073"/>
                    <a:pt x="11313" y="10073"/>
                  </a:cubicBezTo>
                  <a:close/>
                  <a:moveTo>
                    <a:pt x="17332" y="10670"/>
                  </a:moveTo>
                  <a:cubicBezTo>
                    <a:pt x="17296" y="10670"/>
                    <a:pt x="17262" y="10676"/>
                    <a:pt x="17232" y="10690"/>
                  </a:cubicBezTo>
                  <a:cubicBezTo>
                    <a:pt x="17062" y="10770"/>
                    <a:pt x="16939" y="10920"/>
                    <a:pt x="16821" y="11062"/>
                  </a:cubicBezTo>
                  <a:cubicBezTo>
                    <a:pt x="16697" y="11218"/>
                    <a:pt x="16590" y="11366"/>
                    <a:pt x="16516" y="11552"/>
                  </a:cubicBezTo>
                  <a:cubicBezTo>
                    <a:pt x="16446" y="11729"/>
                    <a:pt x="16516" y="11936"/>
                    <a:pt x="16684" y="12029"/>
                  </a:cubicBezTo>
                  <a:cubicBezTo>
                    <a:pt x="16746" y="12063"/>
                    <a:pt x="16810" y="12080"/>
                    <a:pt x="16871" y="12080"/>
                  </a:cubicBezTo>
                  <a:cubicBezTo>
                    <a:pt x="16985" y="12080"/>
                    <a:pt x="17094" y="12024"/>
                    <a:pt x="17180" y="11930"/>
                  </a:cubicBezTo>
                  <a:cubicBezTo>
                    <a:pt x="17312" y="11785"/>
                    <a:pt x="17394" y="11614"/>
                    <a:pt x="17477" y="11437"/>
                  </a:cubicBezTo>
                  <a:cubicBezTo>
                    <a:pt x="17558" y="11263"/>
                    <a:pt x="17618" y="11095"/>
                    <a:pt x="17613" y="10901"/>
                  </a:cubicBezTo>
                  <a:cubicBezTo>
                    <a:pt x="17610" y="10761"/>
                    <a:pt x="17463" y="10670"/>
                    <a:pt x="17332" y="10670"/>
                  </a:cubicBezTo>
                  <a:close/>
                  <a:moveTo>
                    <a:pt x="4794" y="10470"/>
                  </a:moveTo>
                  <a:cubicBezTo>
                    <a:pt x="4750" y="10470"/>
                    <a:pt x="4707" y="10484"/>
                    <a:pt x="4675" y="10517"/>
                  </a:cubicBezTo>
                  <a:cubicBezTo>
                    <a:pt x="4521" y="10674"/>
                    <a:pt x="4496" y="10864"/>
                    <a:pt x="4444" y="11072"/>
                  </a:cubicBezTo>
                  <a:cubicBezTo>
                    <a:pt x="4386" y="11300"/>
                    <a:pt x="4368" y="11517"/>
                    <a:pt x="4361" y="11753"/>
                  </a:cubicBezTo>
                  <a:cubicBezTo>
                    <a:pt x="4353" y="12027"/>
                    <a:pt x="4579" y="12183"/>
                    <a:pt x="4790" y="12183"/>
                  </a:cubicBezTo>
                  <a:cubicBezTo>
                    <a:pt x="4964" y="12183"/>
                    <a:pt x="5128" y="12077"/>
                    <a:pt x="5143" y="11844"/>
                  </a:cubicBezTo>
                  <a:cubicBezTo>
                    <a:pt x="5158" y="11610"/>
                    <a:pt x="5169" y="11380"/>
                    <a:pt x="5136" y="11145"/>
                  </a:cubicBezTo>
                  <a:cubicBezTo>
                    <a:pt x="5110" y="10943"/>
                    <a:pt x="5105" y="10716"/>
                    <a:pt x="4973" y="10552"/>
                  </a:cubicBezTo>
                  <a:cubicBezTo>
                    <a:pt x="4933" y="10503"/>
                    <a:pt x="4862" y="10470"/>
                    <a:pt x="4794" y="10470"/>
                  </a:cubicBezTo>
                  <a:close/>
                  <a:moveTo>
                    <a:pt x="7673" y="10700"/>
                  </a:moveTo>
                  <a:cubicBezTo>
                    <a:pt x="7584" y="10700"/>
                    <a:pt x="7494" y="10748"/>
                    <a:pt x="7446" y="10848"/>
                  </a:cubicBezTo>
                  <a:cubicBezTo>
                    <a:pt x="7261" y="11236"/>
                    <a:pt x="7087" y="11751"/>
                    <a:pt x="7181" y="12180"/>
                  </a:cubicBezTo>
                  <a:cubicBezTo>
                    <a:pt x="7224" y="12372"/>
                    <a:pt x="7378" y="12474"/>
                    <a:pt x="7534" y="12474"/>
                  </a:cubicBezTo>
                  <a:cubicBezTo>
                    <a:pt x="7662" y="12474"/>
                    <a:pt x="7792" y="12405"/>
                    <a:pt x="7862" y="12260"/>
                  </a:cubicBezTo>
                  <a:cubicBezTo>
                    <a:pt x="8057" y="11865"/>
                    <a:pt x="8006" y="11324"/>
                    <a:pt x="7916" y="10902"/>
                  </a:cubicBezTo>
                  <a:cubicBezTo>
                    <a:pt x="7888" y="10770"/>
                    <a:pt x="7781" y="10700"/>
                    <a:pt x="7673" y="10700"/>
                  </a:cubicBezTo>
                  <a:close/>
                  <a:moveTo>
                    <a:pt x="2244" y="11513"/>
                  </a:moveTo>
                  <a:cubicBezTo>
                    <a:pt x="2244" y="11513"/>
                    <a:pt x="2243" y="11513"/>
                    <a:pt x="2243" y="11513"/>
                  </a:cubicBezTo>
                  <a:lnTo>
                    <a:pt x="2235" y="11513"/>
                  </a:lnTo>
                  <a:cubicBezTo>
                    <a:pt x="2104" y="11516"/>
                    <a:pt x="2007" y="11562"/>
                    <a:pt x="1950" y="11683"/>
                  </a:cubicBezTo>
                  <a:cubicBezTo>
                    <a:pt x="1769" y="12064"/>
                    <a:pt x="1888" y="12698"/>
                    <a:pt x="2330" y="12833"/>
                  </a:cubicBezTo>
                  <a:cubicBezTo>
                    <a:pt x="2367" y="12845"/>
                    <a:pt x="2403" y="12850"/>
                    <a:pt x="2438" y="12850"/>
                  </a:cubicBezTo>
                  <a:cubicBezTo>
                    <a:pt x="2639" y="12850"/>
                    <a:pt x="2775" y="12660"/>
                    <a:pt x="2708" y="12446"/>
                  </a:cubicBezTo>
                  <a:cubicBezTo>
                    <a:pt x="2657" y="12282"/>
                    <a:pt x="2538" y="12148"/>
                    <a:pt x="2496" y="11978"/>
                  </a:cubicBezTo>
                  <a:cubicBezTo>
                    <a:pt x="2458" y="11821"/>
                    <a:pt x="2494" y="11513"/>
                    <a:pt x="2244" y="11513"/>
                  </a:cubicBezTo>
                  <a:close/>
                  <a:moveTo>
                    <a:pt x="4436" y="13106"/>
                  </a:moveTo>
                  <a:cubicBezTo>
                    <a:pt x="4357" y="13106"/>
                    <a:pt x="4279" y="13157"/>
                    <a:pt x="4259" y="13262"/>
                  </a:cubicBezTo>
                  <a:cubicBezTo>
                    <a:pt x="4195" y="13582"/>
                    <a:pt x="4088" y="13896"/>
                    <a:pt x="4121" y="14224"/>
                  </a:cubicBezTo>
                  <a:cubicBezTo>
                    <a:pt x="4140" y="14415"/>
                    <a:pt x="4304" y="14510"/>
                    <a:pt x="4466" y="14510"/>
                  </a:cubicBezTo>
                  <a:cubicBezTo>
                    <a:pt x="4632" y="14510"/>
                    <a:pt x="4796" y="14411"/>
                    <a:pt x="4806" y="14214"/>
                  </a:cubicBezTo>
                  <a:cubicBezTo>
                    <a:pt x="4822" y="13880"/>
                    <a:pt x="4700" y="13576"/>
                    <a:pt x="4620" y="13256"/>
                  </a:cubicBezTo>
                  <a:cubicBezTo>
                    <a:pt x="4594" y="13157"/>
                    <a:pt x="4515" y="13106"/>
                    <a:pt x="4436" y="13106"/>
                  </a:cubicBezTo>
                  <a:close/>
                  <a:moveTo>
                    <a:pt x="15741" y="12741"/>
                  </a:moveTo>
                  <a:cubicBezTo>
                    <a:pt x="15667" y="12741"/>
                    <a:pt x="15590" y="12762"/>
                    <a:pt x="15521" y="12805"/>
                  </a:cubicBezTo>
                  <a:cubicBezTo>
                    <a:pt x="15312" y="12936"/>
                    <a:pt x="15156" y="13160"/>
                    <a:pt x="15014" y="13359"/>
                  </a:cubicBezTo>
                  <a:cubicBezTo>
                    <a:pt x="14860" y="13576"/>
                    <a:pt x="14729" y="13787"/>
                    <a:pt x="14628" y="14034"/>
                  </a:cubicBezTo>
                  <a:cubicBezTo>
                    <a:pt x="14491" y="14377"/>
                    <a:pt x="14759" y="14630"/>
                    <a:pt x="15046" y="14630"/>
                  </a:cubicBezTo>
                  <a:cubicBezTo>
                    <a:pt x="15171" y="14630"/>
                    <a:pt x="15299" y="14582"/>
                    <a:pt x="15399" y="14471"/>
                  </a:cubicBezTo>
                  <a:cubicBezTo>
                    <a:pt x="15578" y="14274"/>
                    <a:pt x="15701" y="14057"/>
                    <a:pt x="15828" y="13823"/>
                  </a:cubicBezTo>
                  <a:cubicBezTo>
                    <a:pt x="15946" y="13605"/>
                    <a:pt x="16066" y="13377"/>
                    <a:pt x="16091" y="13129"/>
                  </a:cubicBezTo>
                  <a:cubicBezTo>
                    <a:pt x="16120" y="12886"/>
                    <a:pt x="15939" y="12741"/>
                    <a:pt x="15741" y="12741"/>
                  </a:cubicBezTo>
                  <a:close/>
                  <a:moveTo>
                    <a:pt x="13362" y="12612"/>
                  </a:moveTo>
                  <a:cubicBezTo>
                    <a:pt x="13290" y="12612"/>
                    <a:pt x="13220" y="12631"/>
                    <a:pt x="13167" y="12683"/>
                  </a:cubicBezTo>
                  <a:cubicBezTo>
                    <a:pt x="12769" y="13063"/>
                    <a:pt x="12357" y="13618"/>
                    <a:pt x="12212" y="14152"/>
                  </a:cubicBezTo>
                  <a:cubicBezTo>
                    <a:pt x="12121" y="14490"/>
                    <a:pt x="12356" y="14753"/>
                    <a:pt x="12626" y="14753"/>
                  </a:cubicBezTo>
                  <a:cubicBezTo>
                    <a:pt x="12744" y="14753"/>
                    <a:pt x="12869" y="14703"/>
                    <a:pt x="12977" y="14586"/>
                  </a:cubicBezTo>
                  <a:cubicBezTo>
                    <a:pt x="13355" y="14178"/>
                    <a:pt x="13605" y="13532"/>
                    <a:pt x="13717" y="12990"/>
                  </a:cubicBezTo>
                  <a:cubicBezTo>
                    <a:pt x="13740" y="12868"/>
                    <a:pt x="13669" y="12747"/>
                    <a:pt x="13583" y="12676"/>
                  </a:cubicBezTo>
                  <a:cubicBezTo>
                    <a:pt x="13566" y="12660"/>
                    <a:pt x="13544" y="12645"/>
                    <a:pt x="13521" y="12638"/>
                  </a:cubicBezTo>
                  <a:lnTo>
                    <a:pt x="13506" y="12635"/>
                  </a:lnTo>
                  <a:cubicBezTo>
                    <a:pt x="13460" y="12621"/>
                    <a:pt x="13411" y="12612"/>
                    <a:pt x="13362" y="12612"/>
                  </a:cubicBezTo>
                  <a:close/>
                  <a:moveTo>
                    <a:pt x="7099" y="13564"/>
                  </a:moveTo>
                  <a:cubicBezTo>
                    <a:pt x="7023" y="13564"/>
                    <a:pt x="6948" y="13602"/>
                    <a:pt x="6923" y="13683"/>
                  </a:cubicBezTo>
                  <a:cubicBezTo>
                    <a:pt x="6865" y="13867"/>
                    <a:pt x="6821" y="14056"/>
                    <a:pt x="6757" y="14237"/>
                  </a:cubicBezTo>
                  <a:cubicBezTo>
                    <a:pt x="6684" y="14441"/>
                    <a:pt x="6614" y="14615"/>
                    <a:pt x="6654" y="14835"/>
                  </a:cubicBezTo>
                  <a:cubicBezTo>
                    <a:pt x="6686" y="15014"/>
                    <a:pt x="6836" y="15111"/>
                    <a:pt x="6986" y="15111"/>
                  </a:cubicBezTo>
                  <a:cubicBezTo>
                    <a:pt x="7109" y="15111"/>
                    <a:pt x="7233" y="15046"/>
                    <a:pt x="7292" y="14910"/>
                  </a:cubicBezTo>
                  <a:cubicBezTo>
                    <a:pt x="7381" y="14707"/>
                    <a:pt x="7353" y="14519"/>
                    <a:pt x="7330" y="14303"/>
                  </a:cubicBezTo>
                  <a:cubicBezTo>
                    <a:pt x="7308" y="14112"/>
                    <a:pt x="7312" y="13917"/>
                    <a:pt x="7298" y="13727"/>
                  </a:cubicBezTo>
                  <a:cubicBezTo>
                    <a:pt x="7290" y="13622"/>
                    <a:pt x="7193" y="13564"/>
                    <a:pt x="7099" y="13564"/>
                  </a:cubicBezTo>
                  <a:close/>
                  <a:moveTo>
                    <a:pt x="10366" y="13069"/>
                  </a:moveTo>
                  <a:cubicBezTo>
                    <a:pt x="10341" y="13069"/>
                    <a:pt x="10317" y="13074"/>
                    <a:pt x="10296" y="13087"/>
                  </a:cubicBezTo>
                  <a:cubicBezTo>
                    <a:pt x="9999" y="13265"/>
                    <a:pt x="9890" y="13551"/>
                    <a:pt x="9759" y="13858"/>
                  </a:cubicBezTo>
                  <a:cubicBezTo>
                    <a:pt x="9614" y="14195"/>
                    <a:pt x="9422" y="14554"/>
                    <a:pt x="9474" y="14929"/>
                  </a:cubicBezTo>
                  <a:cubicBezTo>
                    <a:pt x="9500" y="15103"/>
                    <a:pt x="9681" y="15246"/>
                    <a:pt x="9856" y="15246"/>
                  </a:cubicBezTo>
                  <a:cubicBezTo>
                    <a:pt x="9930" y="15246"/>
                    <a:pt x="10002" y="15221"/>
                    <a:pt x="10062" y="15161"/>
                  </a:cubicBezTo>
                  <a:cubicBezTo>
                    <a:pt x="10332" y="14886"/>
                    <a:pt x="10396" y="14541"/>
                    <a:pt x="10485" y="14178"/>
                  </a:cubicBezTo>
                  <a:cubicBezTo>
                    <a:pt x="10565" y="13846"/>
                    <a:pt x="10681" y="13512"/>
                    <a:pt x="10544" y="13185"/>
                  </a:cubicBezTo>
                  <a:cubicBezTo>
                    <a:pt x="10517" y="13121"/>
                    <a:pt x="10440" y="13069"/>
                    <a:pt x="10366" y="13069"/>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9"/>
          <p:cNvGrpSpPr/>
          <p:nvPr/>
        </p:nvGrpSpPr>
        <p:grpSpPr>
          <a:xfrm rot="7491087">
            <a:off x="2192308" y="-259812"/>
            <a:ext cx="751158" cy="1349133"/>
            <a:chOff x="1091670" y="1268815"/>
            <a:chExt cx="432581" cy="776982"/>
          </a:xfrm>
        </p:grpSpPr>
        <p:sp>
          <p:nvSpPr>
            <p:cNvPr id="175" name="Google Shape;175;p9"/>
            <p:cNvSpPr/>
            <p:nvPr/>
          </p:nvSpPr>
          <p:spPr>
            <a:xfrm>
              <a:off x="1091670" y="1268815"/>
              <a:ext cx="432581" cy="740517"/>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9"/>
            <p:cNvSpPr/>
            <p:nvPr/>
          </p:nvSpPr>
          <p:spPr>
            <a:xfrm>
              <a:off x="1134883" y="1344131"/>
              <a:ext cx="329749" cy="701666"/>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7" name="Google Shape;177;p9"/>
          <p:cNvSpPr/>
          <p:nvPr/>
        </p:nvSpPr>
        <p:spPr>
          <a:xfrm rot="8999856">
            <a:off x="1760150" y="-224819"/>
            <a:ext cx="508619" cy="1279171"/>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txBox="1">
            <a:spLocks noGrp="1"/>
          </p:cNvSpPr>
          <p:nvPr>
            <p:ph type="title"/>
          </p:nvPr>
        </p:nvSpPr>
        <p:spPr>
          <a:xfrm>
            <a:off x="2218488" y="1594725"/>
            <a:ext cx="4707000" cy="6669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100"/>
              <a:buNone/>
              <a:defRPr sz="5000"/>
            </a:lvl1pPr>
            <a:lvl2pPr lvl="1" rtl="0">
              <a:spcBef>
                <a:spcPts val="0"/>
              </a:spcBef>
              <a:spcAft>
                <a:spcPts val="0"/>
              </a:spcAft>
              <a:buSzPts val="2800"/>
              <a:buNone/>
              <a:defRPr>
                <a:latin typeface="Nunito Medium"/>
                <a:ea typeface="Nunito Medium"/>
                <a:cs typeface="Nunito Medium"/>
                <a:sym typeface="Nunito Medium"/>
              </a:defRPr>
            </a:lvl2pPr>
            <a:lvl3pPr lvl="2" rtl="0">
              <a:spcBef>
                <a:spcPts val="0"/>
              </a:spcBef>
              <a:spcAft>
                <a:spcPts val="0"/>
              </a:spcAft>
              <a:buSzPts val="2800"/>
              <a:buNone/>
              <a:defRPr>
                <a:latin typeface="Nunito Medium"/>
                <a:ea typeface="Nunito Medium"/>
                <a:cs typeface="Nunito Medium"/>
                <a:sym typeface="Nunito Medium"/>
              </a:defRPr>
            </a:lvl3pPr>
            <a:lvl4pPr lvl="3" rtl="0">
              <a:spcBef>
                <a:spcPts val="0"/>
              </a:spcBef>
              <a:spcAft>
                <a:spcPts val="0"/>
              </a:spcAft>
              <a:buSzPts val="2800"/>
              <a:buNone/>
              <a:defRPr>
                <a:latin typeface="Nunito Medium"/>
                <a:ea typeface="Nunito Medium"/>
                <a:cs typeface="Nunito Medium"/>
                <a:sym typeface="Nunito Medium"/>
              </a:defRPr>
            </a:lvl4pPr>
            <a:lvl5pPr lvl="4" rtl="0">
              <a:spcBef>
                <a:spcPts val="0"/>
              </a:spcBef>
              <a:spcAft>
                <a:spcPts val="0"/>
              </a:spcAft>
              <a:buSzPts val="2800"/>
              <a:buNone/>
              <a:defRPr>
                <a:latin typeface="Nunito Medium"/>
                <a:ea typeface="Nunito Medium"/>
                <a:cs typeface="Nunito Medium"/>
                <a:sym typeface="Nunito Medium"/>
              </a:defRPr>
            </a:lvl5pPr>
            <a:lvl6pPr lvl="5" rtl="0">
              <a:spcBef>
                <a:spcPts val="0"/>
              </a:spcBef>
              <a:spcAft>
                <a:spcPts val="0"/>
              </a:spcAft>
              <a:buSzPts val="2800"/>
              <a:buNone/>
              <a:defRPr>
                <a:latin typeface="Nunito Medium"/>
                <a:ea typeface="Nunito Medium"/>
                <a:cs typeface="Nunito Medium"/>
                <a:sym typeface="Nunito Medium"/>
              </a:defRPr>
            </a:lvl6pPr>
            <a:lvl7pPr lvl="6" rtl="0">
              <a:spcBef>
                <a:spcPts val="0"/>
              </a:spcBef>
              <a:spcAft>
                <a:spcPts val="0"/>
              </a:spcAft>
              <a:buSzPts val="2800"/>
              <a:buNone/>
              <a:defRPr>
                <a:latin typeface="Nunito Medium"/>
                <a:ea typeface="Nunito Medium"/>
                <a:cs typeface="Nunito Medium"/>
                <a:sym typeface="Nunito Medium"/>
              </a:defRPr>
            </a:lvl7pPr>
            <a:lvl8pPr lvl="7" rtl="0">
              <a:spcBef>
                <a:spcPts val="0"/>
              </a:spcBef>
              <a:spcAft>
                <a:spcPts val="0"/>
              </a:spcAft>
              <a:buSzPts val="2800"/>
              <a:buNone/>
              <a:defRPr>
                <a:latin typeface="Nunito Medium"/>
                <a:ea typeface="Nunito Medium"/>
                <a:cs typeface="Nunito Medium"/>
                <a:sym typeface="Nunito Medium"/>
              </a:defRPr>
            </a:lvl8pPr>
            <a:lvl9pPr lvl="8" rtl="0">
              <a:spcBef>
                <a:spcPts val="0"/>
              </a:spcBef>
              <a:spcAft>
                <a:spcPts val="0"/>
              </a:spcAft>
              <a:buSzPts val="2800"/>
              <a:buNone/>
              <a:defRPr>
                <a:latin typeface="Nunito Medium"/>
                <a:ea typeface="Nunito Medium"/>
                <a:cs typeface="Nunito Medium"/>
                <a:sym typeface="Nunito Medium"/>
              </a:defRPr>
            </a:lvl9pPr>
          </a:lstStyle>
          <a:p>
            <a:endParaRPr/>
          </a:p>
        </p:txBody>
      </p:sp>
      <p:sp>
        <p:nvSpPr>
          <p:cNvPr id="179" name="Google Shape;179;p9"/>
          <p:cNvSpPr txBox="1">
            <a:spLocks noGrp="1"/>
          </p:cNvSpPr>
          <p:nvPr>
            <p:ph type="subTitle" idx="1"/>
          </p:nvPr>
        </p:nvSpPr>
        <p:spPr>
          <a:xfrm>
            <a:off x="2220400" y="2200275"/>
            <a:ext cx="4703100" cy="1424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1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CUSTOM_6">
    <p:spTree>
      <p:nvGrpSpPr>
        <p:cNvPr id="1" name="Shape 213"/>
        <p:cNvGrpSpPr/>
        <p:nvPr/>
      </p:nvGrpSpPr>
      <p:grpSpPr>
        <a:xfrm>
          <a:off x="0" y="0"/>
          <a:ext cx="0" cy="0"/>
          <a:chOff x="0" y="0"/>
          <a:chExt cx="0" cy="0"/>
        </a:xfrm>
      </p:grpSpPr>
      <p:sp>
        <p:nvSpPr>
          <p:cNvPr id="214" name="Google Shape;214;p13"/>
          <p:cNvSpPr/>
          <p:nvPr/>
        </p:nvSpPr>
        <p:spPr>
          <a:xfrm rot="560338">
            <a:off x="801705" y="1565980"/>
            <a:ext cx="256437" cy="25647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13"/>
          <p:cNvSpPr/>
          <p:nvPr/>
        </p:nvSpPr>
        <p:spPr>
          <a:xfrm rot="134291">
            <a:off x="451061" y="1207637"/>
            <a:ext cx="187489" cy="18749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3"/>
          <p:cNvSpPr txBox="1">
            <a:spLocks noGrp="1"/>
          </p:cNvSpPr>
          <p:nvPr>
            <p:ph type="title"/>
          </p:nvPr>
        </p:nvSpPr>
        <p:spPr>
          <a:xfrm>
            <a:off x="713225" y="365750"/>
            <a:ext cx="4405500" cy="636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2"/>
              </a:buClr>
              <a:buSzPts val="31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7" name="Google Shape;217;p13"/>
          <p:cNvSpPr txBox="1">
            <a:spLocks noGrp="1"/>
          </p:cNvSpPr>
          <p:nvPr>
            <p:ph type="title" idx="2" hasCustomPrompt="1"/>
          </p:nvPr>
        </p:nvSpPr>
        <p:spPr>
          <a:xfrm>
            <a:off x="5195188" y="650275"/>
            <a:ext cx="7206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700"/>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218" name="Google Shape;218;p13"/>
          <p:cNvSpPr txBox="1">
            <a:spLocks noGrp="1"/>
          </p:cNvSpPr>
          <p:nvPr>
            <p:ph type="subTitle" idx="1"/>
          </p:nvPr>
        </p:nvSpPr>
        <p:spPr>
          <a:xfrm>
            <a:off x="5992328" y="685050"/>
            <a:ext cx="2438400" cy="365700"/>
          </a:xfrm>
          <a:prstGeom prst="rect">
            <a:avLst/>
          </a:prstGeom>
          <a:ln>
            <a:noFill/>
          </a:ln>
        </p:spPr>
        <p:txBody>
          <a:bodyPr spcFirstLastPara="1" wrap="square" lIns="91425" tIns="91425" rIns="91425" bIns="91425" anchor="b" anchorCtr="0">
            <a:noAutofit/>
          </a:bodyPr>
          <a:lstStyle>
            <a:lvl1pPr lvl="0">
              <a:lnSpc>
                <a:spcPct val="100000"/>
              </a:lnSpc>
              <a:spcBef>
                <a:spcPts val="0"/>
              </a:spcBef>
              <a:spcAft>
                <a:spcPts val="0"/>
              </a:spcAft>
              <a:buClr>
                <a:schemeClr val="accent2"/>
              </a:buClr>
              <a:buSzPts val="3000"/>
              <a:buNone/>
              <a:defRPr sz="2200" i="0">
                <a:solidFill>
                  <a:schemeClr val="lt2"/>
                </a:solidFill>
                <a:latin typeface="Bree Serif"/>
                <a:ea typeface="Bree Serif"/>
                <a:cs typeface="Bree Serif"/>
                <a:sym typeface="Bree Serif"/>
              </a:defRPr>
            </a:lvl1pPr>
            <a:lvl2pPr lvl="1">
              <a:spcBef>
                <a:spcPts val="0"/>
              </a:spcBef>
              <a:spcAft>
                <a:spcPts val="0"/>
              </a:spcAft>
              <a:buClr>
                <a:schemeClr val="accent2"/>
              </a:buClr>
              <a:buSzPts val="1400"/>
              <a:buNone/>
              <a:defRPr>
                <a:solidFill>
                  <a:schemeClr val="accent2"/>
                </a:solidFill>
              </a:defRPr>
            </a:lvl2pPr>
            <a:lvl3pPr lvl="2">
              <a:spcBef>
                <a:spcPts val="0"/>
              </a:spcBef>
              <a:spcAft>
                <a:spcPts val="0"/>
              </a:spcAft>
              <a:buClr>
                <a:schemeClr val="accent2"/>
              </a:buClr>
              <a:buSzPts val="1400"/>
              <a:buNone/>
              <a:defRPr>
                <a:solidFill>
                  <a:schemeClr val="accent2"/>
                </a:solidFill>
              </a:defRPr>
            </a:lvl3pPr>
            <a:lvl4pPr lvl="3">
              <a:spcBef>
                <a:spcPts val="0"/>
              </a:spcBef>
              <a:spcAft>
                <a:spcPts val="0"/>
              </a:spcAft>
              <a:buClr>
                <a:schemeClr val="accent2"/>
              </a:buClr>
              <a:buSzPts val="1400"/>
              <a:buNone/>
              <a:defRPr>
                <a:solidFill>
                  <a:schemeClr val="accent2"/>
                </a:solidFill>
              </a:defRPr>
            </a:lvl4pPr>
            <a:lvl5pPr lvl="4">
              <a:spcBef>
                <a:spcPts val="0"/>
              </a:spcBef>
              <a:spcAft>
                <a:spcPts val="0"/>
              </a:spcAft>
              <a:buClr>
                <a:schemeClr val="accent2"/>
              </a:buClr>
              <a:buSzPts val="1400"/>
              <a:buNone/>
              <a:defRPr>
                <a:solidFill>
                  <a:schemeClr val="accent2"/>
                </a:solidFill>
              </a:defRPr>
            </a:lvl5pPr>
            <a:lvl6pPr lvl="5">
              <a:spcBef>
                <a:spcPts val="0"/>
              </a:spcBef>
              <a:spcAft>
                <a:spcPts val="0"/>
              </a:spcAft>
              <a:buClr>
                <a:schemeClr val="accent2"/>
              </a:buClr>
              <a:buSzPts val="1400"/>
              <a:buNone/>
              <a:defRPr>
                <a:solidFill>
                  <a:schemeClr val="accent2"/>
                </a:solidFill>
              </a:defRPr>
            </a:lvl6pPr>
            <a:lvl7pPr lvl="6">
              <a:spcBef>
                <a:spcPts val="0"/>
              </a:spcBef>
              <a:spcAft>
                <a:spcPts val="0"/>
              </a:spcAft>
              <a:buClr>
                <a:schemeClr val="accent2"/>
              </a:buClr>
              <a:buSzPts val="1400"/>
              <a:buNone/>
              <a:defRPr>
                <a:solidFill>
                  <a:schemeClr val="accent2"/>
                </a:solidFill>
              </a:defRPr>
            </a:lvl7pPr>
            <a:lvl8pPr lvl="7">
              <a:spcBef>
                <a:spcPts val="0"/>
              </a:spcBef>
              <a:spcAft>
                <a:spcPts val="0"/>
              </a:spcAft>
              <a:buClr>
                <a:schemeClr val="accent2"/>
              </a:buClr>
              <a:buSzPts val="1400"/>
              <a:buNone/>
              <a:defRPr>
                <a:solidFill>
                  <a:schemeClr val="accent2"/>
                </a:solidFill>
              </a:defRPr>
            </a:lvl8pPr>
            <a:lvl9pPr lvl="8">
              <a:spcBef>
                <a:spcPts val="0"/>
              </a:spcBef>
              <a:spcAft>
                <a:spcPts val="0"/>
              </a:spcAft>
              <a:buClr>
                <a:schemeClr val="accent2"/>
              </a:buClr>
              <a:buSzPts val="1400"/>
              <a:buNone/>
              <a:defRPr>
                <a:solidFill>
                  <a:schemeClr val="accent2"/>
                </a:solidFill>
              </a:defRPr>
            </a:lvl9pPr>
          </a:lstStyle>
          <a:p>
            <a:endParaRPr/>
          </a:p>
        </p:txBody>
      </p:sp>
      <p:sp>
        <p:nvSpPr>
          <p:cNvPr id="219" name="Google Shape;219;p13"/>
          <p:cNvSpPr txBox="1">
            <a:spLocks noGrp="1"/>
          </p:cNvSpPr>
          <p:nvPr>
            <p:ph type="subTitle" idx="3"/>
          </p:nvPr>
        </p:nvSpPr>
        <p:spPr>
          <a:xfrm>
            <a:off x="5992328" y="931933"/>
            <a:ext cx="24384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220" name="Google Shape;220;p13"/>
          <p:cNvSpPr txBox="1">
            <a:spLocks noGrp="1"/>
          </p:cNvSpPr>
          <p:nvPr>
            <p:ph type="title" idx="4" hasCustomPrompt="1"/>
          </p:nvPr>
        </p:nvSpPr>
        <p:spPr>
          <a:xfrm>
            <a:off x="5193688" y="1682371"/>
            <a:ext cx="7236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700"/>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221" name="Google Shape;221;p13"/>
          <p:cNvSpPr txBox="1">
            <a:spLocks noGrp="1"/>
          </p:cNvSpPr>
          <p:nvPr>
            <p:ph type="subTitle" idx="5"/>
          </p:nvPr>
        </p:nvSpPr>
        <p:spPr>
          <a:xfrm>
            <a:off x="5994024" y="1719625"/>
            <a:ext cx="2438400" cy="365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3000"/>
              <a:buNone/>
              <a:defRPr sz="2200" i="0">
                <a:solidFill>
                  <a:schemeClr val="lt2"/>
                </a:solidFill>
                <a:latin typeface="Bree Serif"/>
                <a:ea typeface="Bree Serif"/>
                <a:cs typeface="Bree Serif"/>
                <a:sym typeface="Bree Serif"/>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222" name="Google Shape;222;p13"/>
          <p:cNvSpPr txBox="1">
            <a:spLocks noGrp="1"/>
          </p:cNvSpPr>
          <p:nvPr>
            <p:ph type="subTitle" idx="6"/>
          </p:nvPr>
        </p:nvSpPr>
        <p:spPr>
          <a:xfrm>
            <a:off x="5994024" y="1966508"/>
            <a:ext cx="24384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223" name="Google Shape;223;p13"/>
          <p:cNvSpPr txBox="1">
            <a:spLocks noGrp="1"/>
          </p:cNvSpPr>
          <p:nvPr>
            <p:ph type="title" idx="7" hasCustomPrompt="1"/>
          </p:nvPr>
        </p:nvSpPr>
        <p:spPr>
          <a:xfrm>
            <a:off x="5195188" y="2723119"/>
            <a:ext cx="7206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700"/>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224" name="Google Shape;224;p13"/>
          <p:cNvSpPr txBox="1">
            <a:spLocks noGrp="1"/>
          </p:cNvSpPr>
          <p:nvPr>
            <p:ph type="subTitle" idx="8"/>
          </p:nvPr>
        </p:nvSpPr>
        <p:spPr>
          <a:xfrm>
            <a:off x="5990651" y="2754200"/>
            <a:ext cx="2438400" cy="365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3000"/>
              <a:buNone/>
              <a:defRPr sz="2200" i="0">
                <a:solidFill>
                  <a:schemeClr val="lt2"/>
                </a:solidFill>
                <a:latin typeface="Bree Serif"/>
                <a:ea typeface="Bree Serif"/>
                <a:cs typeface="Bree Serif"/>
                <a:sym typeface="Bree Serif"/>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225" name="Google Shape;225;p13"/>
          <p:cNvSpPr txBox="1">
            <a:spLocks noGrp="1"/>
          </p:cNvSpPr>
          <p:nvPr>
            <p:ph type="subTitle" idx="9"/>
          </p:nvPr>
        </p:nvSpPr>
        <p:spPr>
          <a:xfrm>
            <a:off x="5990651" y="3001083"/>
            <a:ext cx="24384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
        <p:nvSpPr>
          <p:cNvPr id="226" name="Google Shape;226;p13"/>
          <p:cNvSpPr txBox="1">
            <a:spLocks noGrp="1"/>
          </p:cNvSpPr>
          <p:nvPr>
            <p:ph type="title" idx="13" hasCustomPrompt="1"/>
          </p:nvPr>
        </p:nvSpPr>
        <p:spPr>
          <a:xfrm>
            <a:off x="5193688" y="3750925"/>
            <a:ext cx="723600" cy="3657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accent2"/>
              </a:buClr>
              <a:buSzPts val="3600"/>
              <a:buFont typeface="Pangolin"/>
              <a:buNone/>
              <a:defRPr sz="3700"/>
            </a:lvl1pPr>
            <a:lvl2pPr lvl="1" rtl="0">
              <a:spcBef>
                <a:spcPts val="0"/>
              </a:spcBef>
              <a:spcAft>
                <a:spcPts val="0"/>
              </a:spcAft>
              <a:buClr>
                <a:schemeClr val="accent1"/>
              </a:buClr>
              <a:buSzPts val="12000"/>
              <a:buNone/>
              <a:defRPr sz="12000">
                <a:solidFill>
                  <a:schemeClr val="accent1"/>
                </a:solidFill>
              </a:defRPr>
            </a:lvl2pPr>
            <a:lvl3pPr lvl="2" rtl="0">
              <a:spcBef>
                <a:spcPts val="0"/>
              </a:spcBef>
              <a:spcAft>
                <a:spcPts val="0"/>
              </a:spcAft>
              <a:buClr>
                <a:schemeClr val="accent1"/>
              </a:buClr>
              <a:buSzPts val="12000"/>
              <a:buNone/>
              <a:defRPr sz="12000">
                <a:solidFill>
                  <a:schemeClr val="accent1"/>
                </a:solidFill>
              </a:defRPr>
            </a:lvl3pPr>
            <a:lvl4pPr lvl="3" rtl="0">
              <a:spcBef>
                <a:spcPts val="0"/>
              </a:spcBef>
              <a:spcAft>
                <a:spcPts val="0"/>
              </a:spcAft>
              <a:buClr>
                <a:schemeClr val="accent1"/>
              </a:buClr>
              <a:buSzPts val="12000"/>
              <a:buNone/>
              <a:defRPr sz="12000">
                <a:solidFill>
                  <a:schemeClr val="accent1"/>
                </a:solidFill>
              </a:defRPr>
            </a:lvl4pPr>
            <a:lvl5pPr lvl="4" rtl="0">
              <a:spcBef>
                <a:spcPts val="0"/>
              </a:spcBef>
              <a:spcAft>
                <a:spcPts val="0"/>
              </a:spcAft>
              <a:buClr>
                <a:schemeClr val="accent1"/>
              </a:buClr>
              <a:buSzPts val="12000"/>
              <a:buNone/>
              <a:defRPr sz="12000">
                <a:solidFill>
                  <a:schemeClr val="accent1"/>
                </a:solidFill>
              </a:defRPr>
            </a:lvl5pPr>
            <a:lvl6pPr lvl="5" rtl="0">
              <a:spcBef>
                <a:spcPts val="0"/>
              </a:spcBef>
              <a:spcAft>
                <a:spcPts val="0"/>
              </a:spcAft>
              <a:buClr>
                <a:schemeClr val="accent1"/>
              </a:buClr>
              <a:buSzPts val="12000"/>
              <a:buNone/>
              <a:defRPr sz="12000">
                <a:solidFill>
                  <a:schemeClr val="accent1"/>
                </a:solidFill>
              </a:defRPr>
            </a:lvl6pPr>
            <a:lvl7pPr lvl="6" rtl="0">
              <a:spcBef>
                <a:spcPts val="0"/>
              </a:spcBef>
              <a:spcAft>
                <a:spcPts val="0"/>
              </a:spcAft>
              <a:buClr>
                <a:schemeClr val="accent1"/>
              </a:buClr>
              <a:buSzPts val="12000"/>
              <a:buNone/>
              <a:defRPr sz="12000">
                <a:solidFill>
                  <a:schemeClr val="accent1"/>
                </a:solidFill>
              </a:defRPr>
            </a:lvl7pPr>
            <a:lvl8pPr lvl="7" rtl="0">
              <a:spcBef>
                <a:spcPts val="0"/>
              </a:spcBef>
              <a:spcAft>
                <a:spcPts val="0"/>
              </a:spcAft>
              <a:buClr>
                <a:schemeClr val="accent1"/>
              </a:buClr>
              <a:buSzPts val="12000"/>
              <a:buNone/>
              <a:defRPr sz="12000">
                <a:solidFill>
                  <a:schemeClr val="accent1"/>
                </a:solidFill>
              </a:defRPr>
            </a:lvl8pPr>
            <a:lvl9pPr lvl="8" rtl="0">
              <a:spcBef>
                <a:spcPts val="0"/>
              </a:spcBef>
              <a:spcAft>
                <a:spcPts val="0"/>
              </a:spcAft>
              <a:buClr>
                <a:schemeClr val="accent1"/>
              </a:buClr>
              <a:buSzPts val="12000"/>
              <a:buNone/>
              <a:defRPr sz="12000">
                <a:solidFill>
                  <a:schemeClr val="accent1"/>
                </a:solidFill>
              </a:defRPr>
            </a:lvl9pPr>
          </a:lstStyle>
          <a:p>
            <a:r>
              <a:t>xx%</a:t>
            </a:r>
          </a:p>
        </p:txBody>
      </p:sp>
      <p:sp>
        <p:nvSpPr>
          <p:cNvPr id="227" name="Google Shape;227;p13"/>
          <p:cNvSpPr txBox="1">
            <a:spLocks noGrp="1"/>
          </p:cNvSpPr>
          <p:nvPr>
            <p:ph type="subTitle" idx="14"/>
          </p:nvPr>
        </p:nvSpPr>
        <p:spPr>
          <a:xfrm>
            <a:off x="5992347" y="3788775"/>
            <a:ext cx="2438400" cy="365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3000"/>
              <a:buNone/>
              <a:defRPr sz="2200" i="0">
                <a:solidFill>
                  <a:schemeClr val="lt2"/>
                </a:solidFill>
                <a:latin typeface="Bree Serif"/>
                <a:ea typeface="Bree Serif"/>
                <a:cs typeface="Bree Serif"/>
                <a:sym typeface="Bree Serif"/>
              </a:defRPr>
            </a:lvl1pPr>
            <a:lvl2pPr lvl="1" rtl="0">
              <a:spcBef>
                <a:spcPts val="0"/>
              </a:spcBef>
              <a:spcAft>
                <a:spcPts val="0"/>
              </a:spcAft>
              <a:buClr>
                <a:schemeClr val="accent2"/>
              </a:buClr>
              <a:buSzPts val="1400"/>
              <a:buNone/>
              <a:defRPr>
                <a:solidFill>
                  <a:schemeClr val="accent2"/>
                </a:solidFill>
              </a:defRPr>
            </a:lvl2pPr>
            <a:lvl3pPr lvl="2" rtl="0">
              <a:spcBef>
                <a:spcPts val="0"/>
              </a:spcBef>
              <a:spcAft>
                <a:spcPts val="0"/>
              </a:spcAft>
              <a:buClr>
                <a:schemeClr val="accent2"/>
              </a:buClr>
              <a:buSzPts val="1400"/>
              <a:buNone/>
              <a:defRPr>
                <a:solidFill>
                  <a:schemeClr val="accent2"/>
                </a:solidFill>
              </a:defRPr>
            </a:lvl3pPr>
            <a:lvl4pPr lvl="3" rtl="0">
              <a:spcBef>
                <a:spcPts val="0"/>
              </a:spcBef>
              <a:spcAft>
                <a:spcPts val="0"/>
              </a:spcAft>
              <a:buClr>
                <a:schemeClr val="accent2"/>
              </a:buClr>
              <a:buSzPts val="1400"/>
              <a:buNone/>
              <a:defRPr>
                <a:solidFill>
                  <a:schemeClr val="accent2"/>
                </a:solidFill>
              </a:defRPr>
            </a:lvl4pPr>
            <a:lvl5pPr lvl="4" rtl="0">
              <a:spcBef>
                <a:spcPts val="0"/>
              </a:spcBef>
              <a:spcAft>
                <a:spcPts val="0"/>
              </a:spcAft>
              <a:buClr>
                <a:schemeClr val="accent2"/>
              </a:buClr>
              <a:buSzPts val="1400"/>
              <a:buNone/>
              <a:defRPr>
                <a:solidFill>
                  <a:schemeClr val="accent2"/>
                </a:solidFill>
              </a:defRPr>
            </a:lvl5pPr>
            <a:lvl6pPr lvl="5" rtl="0">
              <a:spcBef>
                <a:spcPts val="0"/>
              </a:spcBef>
              <a:spcAft>
                <a:spcPts val="0"/>
              </a:spcAft>
              <a:buClr>
                <a:schemeClr val="accent2"/>
              </a:buClr>
              <a:buSzPts val="1400"/>
              <a:buNone/>
              <a:defRPr>
                <a:solidFill>
                  <a:schemeClr val="accent2"/>
                </a:solidFill>
              </a:defRPr>
            </a:lvl6pPr>
            <a:lvl7pPr lvl="6" rtl="0">
              <a:spcBef>
                <a:spcPts val="0"/>
              </a:spcBef>
              <a:spcAft>
                <a:spcPts val="0"/>
              </a:spcAft>
              <a:buClr>
                <a:schemeClr val="accent2"/>
              </a:buClr>
              <a:buSzPts val="1400"/>
              <a:buNone/>
              <a:defRPr>
                <a:solidFill>
                  <a:schemeClr val="accent2"/>
                </a:solidFill>
              </a:defRPr>
            </a:lvl7pPr>
            <a:lvl8pPr lvl="7" rtl="0">
              <a:spcBef>
                <a:spcPts val="0"/>
              </a:spcBef>
              <a:spcAft>
                <a:spcPts val="0"/>
              </a:spcAft>
              <a:buClr>
                <a:schemeClr val="accent2"/>
              </a:buClr>
              <a:buSzPts val="1400"/>
              <a:buNone/>
              <a:defRPr>
                <a:solidFill>
                  <a:schemeClr val="accent2"/>
                </a:solidFill>
              </a:defRPr>
            </a:lvl8pPr>
            <a:lvl9pPr lvl="8" rtl="0">
              <a:spcBef>
                <a:spcPts val="0"/>
              </a:spcBef>
              <a:spcAft>
                <a:spcPts val="0"/>
              </a:spcAft>
              <a:buClr>
                <a:schemeClr val="accent2"/>
              </a:buClr>
              <a:buSzPts val="1400"/>
              <a:buNone/>
              <a:defRPr>
                <a:solidFill>
                  <a:schemeClr val="accent2"/>
                </a:solidFill>
              </a:defRPr>
            </a:lvl9pPr>
          </a:lstStyle>
          <a:p>
            <a:endParaRPr/>
          </a:p>
        </p:txBody>
      </p:sp>
      <p:sp>
        <p:nvSpPr>
          <p:cNvPr id="228" name="Google Shape;228;p13"/>
          <p:cNvSpPr txBox="1">
            <a:spLocks noGrp="1"/>
          </p:cNvSpPr>
          <p:nvPr>
            <p:ph type="subTitle" idx="15"/>
          </p:nvPr>
        </p:nvSpPr>
        <p:spPr>
          <a:xfrm>
            <a:off x="5992347" y="4035658"/>
            <a:ext cx="2438400" cy="5487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accent3"/>
              </a:buClr>
              <a:buSzPts val="1400"/>
              <a:buNone/>
              <a:defRPr i="0"/>
            </a:lvl1pPr>
            <a:lvl2pPr lvl="1" rtl="0">
              <a:spcBef>
                <a:spcPts val="0"/>
              </a:spcBef>
              <a:spcAft>
                <a:spcPts val="0"/>
              </a:spcAft>
              <a:buClr>
                <a:schemeClr val="accent1"/>
              </a:buClr>
              <a:buSzPts val="1400"/>
              <a:buNone/>
              <a:defRPr>
                <a:solidFill>
                  <a:schemeClr val="accent1"/>
                </a:solidFill>
              </a:defRPr>
            </a:lvl2pPr>
            <a:lvl3pPr lvl="2" rtl="0">
              <a:spcBef>
                <a:spcPts val="0"/>
              </a:spcBef>
              <a:spcAft>
                <a:spcPts val="0"/>
              </a:spcAft>
              <a:buClr>
                <a:schemeClr val="accent1"/>
              </a:buClr>
              <a:buSzPts val="1400"/>
              <a:buNone/>
              <a:defRPr>
                <a:solidFill>
                  <a:schemeClr val="accent1"/>
                </a:solidFill>
              </a:defRPr>
            </a:lvl3pPr>
            <a:lvl4pPr lvl="3" rtl="0">
              <a:spcBef>
                <a:spcPts val="0"/>
              </a:spcBef>
              <a:spcAft>
                <a:spcPts val="0"/>
              </a:spcAft>
              <a:buClr>
                <a:schemeClr val="accent1"/>
              </a:buClr>
              <a:buSzPts val="1400"/>
              <a:buNone/>
              <a:defRPr>
                <a:solidFill>
                  <a:schemeClr val="accent1"/>
                </a:solidFill>
              </a:defRPr>
            </a:lvl4pPr>
            <a:lvl5pPr lvl="4" rtl="0">
              <a:spcBef>
                <a:spcPts val="0"/>
              </a:spcBef>
              <a:spcAft>
                <a:spcPts val="0"/>
              </a:spcAft>
              <a:buClr>
                <a:schemeClr val="accent1"/>
              </a:buClr>
              <a:buSzPts val="1400"/>
              <a:buNone/>
              <a:defRPr>
                <a:solidFill>
                  <a:schemeClr val="accent1"/>
                </a:solidFill>
              </a:defRPr>
            </a:lvl5pPr>
            <a:lvl6pPr lvl="5" rtl="0">
              <a:spcBef>
                <a:spcPts val="0"/>
              </a:spcBef>
              <a:spcAft>
                <a:spcPts val="0"/>
              </a:spcAft>
              <a:buClr>
                <a:schemeClr val="accent1"/>
              </a:buClr>
              <a:buSzPts val="1400"/>
              <a:buNone/>
              <a:defRPr>
                <a:solidFill>
                  <a:schemeClr val="accent1"/>
                </a:solidFill>
              </a:defRPr>
            </a:lvl6pPr>
            <a:lvl7pPr lvl="6" rtl="0">
              <a:spcBef>
                <a:spcPts val="0"/>
              </a:spcBef>
              <a:spcAft>
                <a:spcPts val="0"/>
              </a:spcAft>
              <a:buClr>
                <a:schemeClr val="accent1"/>
              </a:buClr>
              <a:buSzPts val="1400"/>
              <a:buNone/>
              <a:defRPr>
                <a:solidFill>
                  <a:schemeClr val="accent1"/>
                </a:solidFill>
              </a:defRPr>
            </a:lvl7pPr>
            <a:lvl8pPr lvl="7" rtl="0">
              <a:spcBef>
                <a:spcPts val="0"/>
              </a:spcBef>
              <a:spcAft>
                <a:spcPts val="0"/>
              </a:spcAft>
              <a:buClr>
                <a:schemeClr val="accent1"/>
              </a:buClr>
              <a:buSzPts val="1400"/>
              <a:buNone/>
              <a:defRPr>
                <a:solidFill>
                  <a:schemeClr val="accent1"/>
                </a:solidFill>
              </a:defRPr>
            </a:lvl8pPr>
            <a:lvl9pPr lvl="8" rtl="0">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1">
  <p:cSld name="CUSTOM_24">
    <p:spTree>
      <p:nvGrpSpPr>
        <p:cNvPr id="1" name="Shape 229"/>
        <p:cNvGrpSpPr/>
        <p:nvPr/>
      </p:nvGrpSpPr>
      <p:grpSpPr>
        <a:xfrm>
          <a:off x="0" y="0"/>
          <a:ext cx="0" cy="0"/>
          <a:chOff x="0" y="0"/>
          <a:chExt cx="0" cy="0"/>
        </a:xfrm>
      </p:grpSpPr>
      <p:sp>
        <p:nvSpPr>
          <p:cNvPr id="230" name="Google Shape;230;p14"/>
          <p:cNvSpPr txBox="1">
            <a:spLocks noGrp="1"/>
          </p:cNvSpPr>
          <p:nvPr>
            <p:ph type="title"/>
          </p:nvPr>
        </p:nvSpPr>
        <p:spPr>
          <a:xfrm>
            <a:off x="1095600" y="2890550"/>
            <a:ext cx="6952800" cy="1265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dk2"/>
              </a:buClr>
              <a:buSzPts val="3100"/>
              <a:buNone/>
              <a:defRPr sz="8000"/>
            </a:lvl1pPr>
            <a:lvl2pPr lvl="1" algn="ctr" rtl="0">
              <a:spcBef>
                <a:spcPts val="0"/>
              </a:spcBef>
              <a:spcAft>
                <a:spcPts val="0"/>
              </a:spcAft>
              <a:buClr>
                <a:schemeClr val="dk2"/>
              </a:buClr>
              <a:buSzPts val="3600"/>
              <a:buNone/>
              <a:defRPr sz="3600">
                <a:solidFill>
                  <a:schemeClr val="dk2"/>
                </a:solidFill>
              </a:defRPr>
            </a:lvl2pPr>
            <a:lvl3pPr lvl="2" algn="ctr" rtl="0">
              <a:spcBef>
                <a:spcPts val="0"/>
              </a:spcBef>
              <a:spcAft>
                <a:spcPts val="0"/>
              </a:spcAft>
              <a:buClr>
                <a:schemeClr val="dk2"/>
              </a:buClr>
              <a:buSzPts val="3600"/>
              <a:buNone/>
              <a:defRPr sz="3600">
                <a:solidFill>
                  <a:schemeClr val="dk2"/>
                </a:solidFill>
              </a:defRPr>
            </a:lvl3pPr>
            <a:lvl4pPr lvl="3" algn="ctr" rtl="0">
              <a:spcBef>
                <a:spcPts val="0"/>
              </a:spcBef>
              <a:spcAft>
                <a:spcPts val="0"/>
              </a:spcAft>
              <a:buClr>
                <a:schemeClr val="dk2"/>
              </a:buClr>
              <a:buSzPts val="3600"/>
              <a:buNone/>
              <a:defRPr sz="3600">
                <a:solidFill>
                  <a:schemeClr val="dk2"/>
                </a:solidFill>
              </a:defRPr>
            </a:lvl4pPr>
            <a:lvl5pPr lvl="4" algn="ctr" rtl="0">
              <a:spcBef>
                <a:spcPts val="0"/>
              </a:spcBef>
              <a:spcAft>
                <a:spcPts val="0"/>
              </a:spcAft>
              <a:buClr>
                <a:schemeClr val="dk2"/>
              </a:buClr>
              <a:buSzPts val="3600"/>
              <a:buNone/>
              <a:defRPr sz="3600">
                <a:solidFill>
                  <a:schemeClr val="dk2"/>
                </a:solidFill>
              </a:defRPr>
            </a:lvl5pPr>
            <a:lvl6pPr lvl="5" algn="ctr" rtl="0">
              <a:spcBef>
                <a:spcPts val="0"/>
              </a:spcBef>
              <a:spcAft>
                <a:spcPts val="0"/>
              </a:spcAft>
              <a:buClr>
                <a:schemeClr val="dk2"/>
              </a:buClr>
              <a:buSzPts val="3600"/>
              <a:buNone/>
              <a:defRPr sz="3600">
                <a:solidFill>
                  <a:schemeClr val="dk2"/>
                </a:solidFill>
              </a:defRPr>
            </a:lvl6pPr>
            <a:lvl7pPr lvl="6" algn="ctr" rtl="0">
              <a:spcBef>
                <a:spcPts val="0"/>
              </a:spcBef>
              <a:spcAft>
                <a:spcPts val="0"/>
              </a:spcAft>
              <a:buClr>
                <a:schemeClr val="dk2"/>
              </a:buClr>
              <a:buSzPts val="3600"/>
              <a:buNone/>
              <a:defRPr sz="3600">
                <a:solidFill>
                  <a:schemeClr val="dk2"/>
                </a:solidFill>
              </a:defRPr>
            </a:lvl7pPr>
            <a:lvl8pPr lvl="7" algn="ctr" rtl="0">
              <a:spcBef>
                <a:spcPts val="0"/>
              </a:spcBef>
              <a:spcAft>
                <a:spcPts val="0"/>
              </a:spcAft>
              <a:buClr>
                <a:schemeClr val="dk2"/>
              </a:buClr>
              <a:buSzPts val="3600"/>
              <a:buNone/>
              <a:defRPr sz="3600">
                <a:solidFill>
                  <a:schemeClr val="dk2"/>
                </a:solidFill>
              </a:defRPr>
            </a:lvl8pPr>
            <a:lvl9pPr lvl="8" algn="ctr" rtl="0">
              <a:spcBef>
                <a:spcPts val="0"/>
              </a:spcBef>
              <a:spcAft>
                <a:spcPts val="0"/>
              </a:spcAft>
              <a:buClr>
                <a:schemeClr val="dk2"/>
              </a:buClr>
              <a:buSzPts val="3600"/>
              <a:buNone/>
              <a:defRPr sz="3600">
                <a:solidFill>
                  <a:schemeClr val="dk2"/>
                </a:solidFill>
              </a:defRPr>
            </a:lvl9pPr>
          </a:lstStyle>
          <a:p>
            <a:endParaRPr/>
          </a:p>
        </p:txBody>
      </p:sp>
      <p:sp>
        <p:nvSpPr>
          <p:cNvPr id="231" name="Google Shape;231;p14"/>
          <p:cNvSpPr txBox="1">
            <a:spLocks noGrp="1"/>
          </p:cNvSpPr>
          <p:nvPr>
            <p:ph type="title" idx="2" hasCustomPrompt="1"/>
          </p:nvPr>
        </p:nvSpPr>
        <p:spPr>
          <a:xfrm>
            <a:off x="3913050" y="2024900"/>
            <a:ext cx="1317900" cy="906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7500"/>
            </a:lvl1pPr>
            <a:lvl2pPr lvl="1" algn="ctr" rtl="0">
              <a:spcBef>
                <a:spcPts val="0"/>
              </a:spcBef>
              <a:spcAft>
                <a:spcPts val="0"/>
              </a:spcAft>
              <a:buClr>
                <a:schemeClr val="accent2"/>
              </a:buClr>
              <a:buSzPts val="12000"/>
              <a:buNone/>
              <a:defRPr sz="12000">
                <a:solidFill>
                  <a:schemeClr val="accent2"/>
                </a:solidFill>
              </a:defRPr>
            </a:lvl2pPr>
            <a:lvl3pPr lvl="2" algn="ctr" rtl="0">
              <a:spcBef>
                <a:spcPts val="0"/>
              </a:spcBef>
              <a:spcAft>
                <a:spcPts val="0"/>
              </a:spcAft>
              <a:buClr>
                <a:schemeClr val="accent2"/>
              </a:buClr>
              <a:buSzPts val="12000"/>
              <a:buNone/>
              <a:defRPr sz="12000">
                <a:solidFill>
                  <a:schemeClr val="accent2"/>
                </a:solidFill>
              </a:defRPr>
            </a:lvl3pPr>
            <a:lvl4pPr lvl="3" algn="ctr" rtl="0">
              <a:spcBef>
                <a:spcPts val="0"/>
              </a:spcBef>
              <a:spcAft>
                <a:spcPts val="0"/>
              </a:spcAft>
              <a:buClr>
                <a:schemeClr val="accent2"/>
              </a:buClr>
              <a:buSzPts val="12000"/>
              <a:buNone/>
              <a:defRPr sz="12000">
                <a:solidFill>
                  <a:schemeClr val="accent2"/>
                </a:solidFill>
              </a:defRPr>
            </a:lvl4pPr>
            <a:lvl5pPr lvl="4" algn="ctr" rtl="0">
              <a:spcBef>
                <a:spcPts val="0"/>
              </a:spcBef>
              <a:spcAft>
                <a:spcPts val="0"/>
              </a:spcAft>
              <a:buClr>
                <a:schemeClr val="accent2"/>
              </a:buClr>
              <a:buSzPts val="12000"/>
              <a:buNone/>
              <a:defRPr sz="12000">
                <a:solidFill>
                  <a:schemeClr val="accent2"/>
                </a:solidFill>
              </a:defRPr>
            </a:lvl5pPr>
            <a:lvl6pPr lvl="5" algn="ctr" rtl="0">
              <a:spcBef>
                <a:spcPts val="0"/>
              </a:spcBef>
              <a:spcAft>
                <a:spcPts val="0"/>
              </a:spcAft>
              <a:buClr>
                <a:schemeClr val="accent2"/>
              </a:buClr>
              <a:buSzPts val="12000"/>
              <a:buNone/>
              <a:defRPr sz="12000">
                <a:solidFill>
                  <a:schemeClr val="accent2"/>
                </a:solidFill>
              </a:defRPr>
            </a:lvl6pPr>
            <a:lvl7pPr lvl="6" algn="ctr" rtl="0">
              <a:spcBef>
                <a:spcPts val="0"/>
              </a:spcBef>
              <a:spcAft>
                <a:spcPts val="0"/>
              </a:spcAft>
              <a:buClr>
                <a:schemeClr val="accent2"/>
              </a:buClr>
              <a:buSzPts val="12000"/>
              <a:buNone/>
              <a:defRPr sz="12000">
                <a:solidFill>
                  <a:schemeClr val="accent2"/>
                </a:solidFill>
              </a:defRPr>
            </a:lvl7pPr>
            <a:lvl8pPr lvl="7" algn="ctr" rtl="0">
              <a:spcBef>
                <a:spcPts val="0"/>
              </a:spcBef>
              <a:spcAft>
                <a:spcPts val="0"/>
              </a:spcAft>
              <a:buClr>
                <a:schemeClr val="accent2"/>
              </a:buClr>
              <a:buSzPts val="12000"/>
              <a:buNone/>
              <a:defRPr sz="12000">
                <a:solidFill>
                  <a:schemeClr val="accent2"/>
                </a:solidFill>
              </a:defRPr>
            </a:lvl8pPr>
            <a:lvl9pPr lvl="8" algn="ctr" rtl="0">
              <a:spcBef>
                <a:spcPts val="0"/>
              </a:spcBef>
              <a:spcAft>
                <a:spcPts val="0"/>
              </a:spcAft>
              <a:buClr>
                <a:schemeClr val="accent2"/>
              </a:buClr>
              <a:buSzPts val="12000"/>
              <a:buNone/>
              <a:defRPr sz="12000">
                <a:solidFill>
                  <a:schemeClr val="accent2"/>
                </a:solidFill>
              </a:defRPr>
            </a:lvl9pPr>
          </a:lstStyle>
          <a:p>
            <a:r>
              <a:t>xx%</a:t>
            </a:r>
          </a:p>
        </p:txBody>
      </p:sp>
      <p:sp>
        <p:nvSpPr>
          <p:cNvPr id="232" name="Google Shape;232;p14"/>
          <p:cNvSpPr txBox="1">
            <a:spLocks noGrp="1"/>
          </p:cNvSpPr>
          <p:nvPr>
            <p:ph type="subTitle" idx="1"/>
          </p:nvPr>
        </p:nvSpPr>
        <p:spPr>
          <a:xfrm>
            <a:off x="1096200" y="4069025"/>
            <a:ext cx="6951600" cy="548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2"/>
              </a:buClr>
              <a:buSzPts val="2200"/>
              <a:buNone/>
              <a:defRPr sz="1600" i="0"/>
            </a:lvl1pPr>
            <a:lvl2pPr lvl="1" rtl="0">
              <a:spcBef>
                <a:spcPts val="0"/>
              </a:spcBef>
              <a:spcAft>
                <a:spcPts val="0"/>
              </a:spcAft>
              <a:buClr>
                <a:schemeClr val="dk2"/>
              </a:buClr>
              <a:buSzPts val="1400"/>
              <a:buNone/>
              <a:defRPr>
                <a:solidFill>
                  <a:schemeClr val="dk2"/>
                </a:solidFill>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CUSTOM_14">
    <p:spTree>
      <p:nvGrpSpPr>
        <p:cNvPr id="1" name="Shape 281"/>
        <p:cNvGrpSpPr/>
        <p:nvPr/>
      </p:nvGrpSpPr>
      <p:grpSpPr>
        <a:xfrm>
          <a:off x="0" y="0"/>
          <a:ext cx="0" cy="0"/>
          <a:chOff x="0" y="0"/>
          <a:chExt cx="0" cy="0"/>
        </a:xfrm>
      </p:grpSpPr>
      <p:sp>
        <p:nvSpPr>
          <p:cNvPr id="282" name="Google Shape;282;p17"/>
          <p:cNvSpPr/>
          <p:nvPr/>
        </p:nvSpPr>
        <p:spPr>
          <a:xfrm rot="5400000">
            <a:off x="-1471649" y="2857938"/>
            <a:ext cx="3746862" cy="1188736"/>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17"/>
          <p:cNvSpPr/>
          <p:nvPr/>
        </p:nvSpPr>
        <p:spPr>
          <a:xfrm rot="1657820">
            <a:off x="3316919" y="4522783"/>
            <a:ext cx="189872" cy="189899"/>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7"/>
          <p:cNvSpPr/>
          <p:nvPr/>
        </p:nvSpPr>
        <p:spPr>
          <a:xfrm rot="676936">
            <a:off x="5793697" y="332870"/>
            <a:ext cx="189873" cy="18990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17"/>
          <p:cNvSpPr/>
          <p:nvPr/>
        </p:nvSpPr>
        <p:spPr>
          <a:xfrm rot="-5400000">
            <a:off x="6788627" y="1188102"/>
            <a:ext cx="3863155" cy="1188760"/>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6" name="Google Shape;286;p17"/>
          <p:cNvGrpSpPr/>
          <p:nvPr/>
        </p:nvGrpSpPr>
        <p:grpSpPr>
          <a:xfrm rot="2700000">
            <a:off x="8289155" y="1935377"/>
            <a:ext cx="615127" cy="559893"/>
            <a:chOff x="3089194" y="1815525"/>
            <a:chExt cx="616790" cy="561327"/>
          </a:xfrm>
        </p:grpSpPr>
        <p:sp>
          <p:nvSpPr>
            <p:cNvPr id="287" name="Google Shape;287;p17"/>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7"/>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17"/>
          <p:cNvGrpSpPr/>
          <p:nvPr/>
        </p:nvGrpSpPr>
        <p:grpSpPr>
          <a:xfrm rot="2700000">
            <a:off x="83122" y="2104546"/>
            <a:ext cx="473993" cy="431450"/>
            <a:chOff x="3089194" y="1815525"/>
            <a:chExt cx="616790" cy="561327"/>
          </a:xfrm>
        </p:grpSpPr>
        <p:sp>
          <p:nvSpPr>
            <p:cNvPr id="290" name="Google Shape;290;p17"/>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17"/>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 name="Google Shape;292;p17"/>
          <p:cNvSpPr txBox="1">
            <a:spLocks noGrp="1"/>
          </p:cNvSpPr>
          <p:nvPr>
            <p:ph type="title"/>
          </p:nvPr>
        </p:nvSpPr>
        <p:spPr>
          <a:xfrm>
            <a:off x="1783050" y="1756438"/>
            <a:ext cx="5577900" cy="1280100"/>
          </a:xfrm>
          <a:prstGeom prst="rect">
            <a:avLst/>
          </a:prstGeom>
        </p:spPr>
        <p:txBody>
          <a:bodyPr spcFirstLastPara="1" wrap="square" lIns="91425" tIns="91425" rIns="91425" bIns="91425" anchor="b" anchorCtr="0">
            <a:noAutofit/>
          </a:bodyPr>
          <a:lstStyle>
            <a:lvl1pPr lvl="0" algn="ctr">
              <a:spcBef>
                <a:spcPts val="0"/>
              </a:spcBef>
              <a:spcAft>
                <a:spcPts val="0"/>
              </a:spcAft>
              <a:buSzPts val="2100"/>
              <a:buNone/>
              <a:defRPr sz="2300">
                <a:latin typeface="Nunito Medium"/>
                <a:ea typeface="Nunito Medium"/>
                <a:cs typeface="Nunito Medium"/>
                <a:sym typeface="Nunito Medium"/>
              </a:defRPr>
            </a:lvl1pPr>
            <a:lvl2pPr lvl="1">
              <a:spcBef>
                <a:spcPts val="0"/>
              </a:spcBef>
              <a:spcAft>
                <a:spcPts val="0"/>
              </a:spcAft>
              <a:buSzPts val="2100"/>
              <a:buNone/>
              <a:defRPr sz="2100">
                <a:latin typeface="Nunito Medium"/>
                <a:ea typeface="Nunito Medium"/>
                <a:cs typeface="Nunito Medium"/>
                <a:sym typeface="Nunito Medium"/>
              </a:defRPr>
            </a:lvl2pPr>
            <a:lvl3pPr lvl="2">
              <a:spcBef>
                <a:spcPts val="0"/>
              </a:spcBef>
              <a:spcAft>
                <a:spcPts val="0"/>
              </a:spcAft>
              <a:buSzPts val="2100"/>
              <a:buNone/>
              <a:defRPr sz="2100">
                <a:latin typeface="Nunito Medium"/>
                <a:ea typeface="Nunito Medium"/>
                <a:cs typeface="Nunito Medium"/>
                <a:sym typeface="Nunito Medium"/>
              </a:defRPr>
            </a:lvl3pPr>
            <a:lvl4pPr lvl="3">
              <a:spcBef>
                <a:spcPts val="0"/>
              </a:spcBef>
              <a:spcAft>
                <a:spcPts val="0"/>
              </a:spcAft>
              <a:buSzPts val="2100"/>
              <a:buNone/>
              <a:defRPr sz="2100">
                <a:latin typeface="Nunito Medium"/>
                <a:ea typeface="Nunito Medium"/>
                <a:cs typeface="Nunito Medium"/>
                <a:sym typeface="Nunito Medium"/>
              </a:defRPr>
            </a:lvl4pPr>
            <a:lvl5pPr lvl="4">
              <a:spcBef>
                <a:spcPts val="0"/>
              </a:spcBef>
              <a:spcAft>
                <a:spcPts val="0"/>
              </a:spcAft>
              <a:buSzPts val="2100"/>
              <a:buNone/>
              <a:defRPr sz="2100">
                <a:latin typeface="Nunito Medium"/>
                <a:ea typeface="Nunito Medium"/>
                <a:cs typeface="Nunito Medium"/>
                <a:sym typeface="Nunito Medium"/>
              </a:defRPr>
            </a:lvl5pPr>
            <a:lvl6pPr lvl="5">
              <a:spcBef>
                <a:spcPts val="0"/>
              </a:spcBef>
              <a:spcAft>
                <a:spcPts val="0"/>
              </a:spcAft>
              <a:buSzPts val="2100"/>
              <a:buNone/>
              <a:defRPr sz="2100">
                <a:latin typeface="Nunito Medium"/>
                <a:ea typeface="Nunito Medium"/>
                <a:cs typeface="Nunito Medium"/>
                <a:sym typeface="Nunito Medium"/>
              </a:defRPr>
            </a:lvl6pPr>
            <a:lvl7pPr lvl="6">
              <a:spcBef>
                <a:spcPts val="0"/>
              </a:spcBef>
              <a:spcAft>
                <a:spcPts val="0"/>
              </a:spcAft>
              <a:buSzPts val="2100"/>
              <a:buNone/>
              <a:defRPr sz="2100">
                <a:latin typeface="Nunito Medium"/>
                <a:ea typeface="Nunito Medium"/>
                <a:cs typeface="Nunito Medium"/>
                <a:sym typeface="Nunito Medium"/>
              </a:defRPr>
            </a:lvl7pPr>
            <a:lvl8pPr lvl="7">
              <a:spcBef>
                <a:spcPts val="0"/>
              </a:spcBef>
              <a:spcAft>
                <a:spcPts val="0"/>
              </a:spcAft>
              <a:buSzPts val="2100"/>
              <a:buNone/>
              <a:defRPr sz="2100">
                <a:latin typeface="Nunito Medium"/>
                <a:ea typeface="Nunito Medium"/>
                <a:cs typeface="Nunito Medium"/>
                <a:sym typeface="Nunito Medium"/>
              </a:defRPr>
            </a:lvl8pPr>
            <a:lvl9pPr lvl="8">
              <a:spcBef>
                <a:spcPts val="0"/>
              </a:spcBef>
              <a:spcAft>
                <a:spcPts val="0"/>
              </a:spcAft>
              <a:buSzPts val="2100"/>
              <a:buNone/>
              <a:defRPr sz="2100">
                <a:latin typeface="Nunito Medium"/>
                <a:ea typeface="Nunito Medium"/>
                <a:cs typeface="Nunito Medium"/>
                <a:sym typeface="Nunito Medium"/>
              </a:defRPr>
            </a:lvl9pPr>
          </a:lstStyle>
          <a:p>
            <a:endParaRPr/>
          </a:p>
        </p:txBody>
      </p:sp>
      <p:sp>
        <p:nvSpPr>
          <p:cNvPr id="293" name="Google Shape;293;p17"/>
          <p:cNvSpPr txBox="1">
            <a:spLocks noGrp="1"/>
          </p:cNvSpPr>
          <p:nvPr>
            <p:ph type="title" idx="2"/>
          </p:nvPr>
        </p:nvSpPr>
        <p:spPr>
          <a:xfrm>
            <a:off x="1783050" y="3036545"/>
            <a:ext cx="5577900" cy="621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Nunito"/>
              <a:buNone/>
              <a:defRPr/>
            </a:lvl1pPr>
            <a:lvl2pPr lvl="1" rtl="0">
              <a:spcBef>
                <a:spcPts val="0"/>
              </a:spcBef>
              <a:spcAft>
                <a:spcPts val="0"/>
              </a:spcAft>
              <a:buSzPts val="2800"/>
              <a:buNone/>
              <a:defRPr>
                <a:latin typeface="Nunito Medium"/>
                <a:ea typeface="Nunito Medium"/>
                <a:cs typeface="Nunito Medium"/>
                <a:sym typeface="Nunito Medium"/>
              </a:defRPr>
            </a:lvl2pPr>
            <a:lvl3pPr lvl="2" rtl="0">
              <a:spcBef>
                <a:spcPts val="0"/>
              </a:spcBef>
              <a:spcAft>
                <a:spcPts val="0"/>
              </a:spcAft>
              <a:buSzPts val="2800"/>
              <a:buNone/>
              <a:defRPr>
                <a:latin typeface="Nunito Medium"/>
                <a:ea typeface="Nunito Medium"/>
                <a:cs typeface="Nunito Medium"/>
                <a:sym typeface="Nunito Medium"/>
              </a:defRPr>
            </a:lvl3pPr>
            <a:lvl4pPr lvl="3" rtl="0">
              <a:spcBef>
                <a:spcPts val="0"/>
              </a:spcBef>
              <a:spcAft>
                <a:spcPts val="0"/>
              </a:spcAft>
              <a:buSzPts val="2800"/>
              <a:buNone/>
              <a:defRPr>
                <a:latin typeface="Nunito Medium"/>
                <a:ea typeface="Nunito Medium"/>
                <a:cs typeface="Nunito Medium"/>
                <a:sym typeface="Nunito Medium"/>
              </a:defRPr>
            </a:lvl4pPr>
            <a:lvl5pPr lvl="4" rtl="0">
              <a:spcBef>
                <a:spcPts val="0"/>
              </a:spcBef>
              <a:spcAft>
                <a:spcPts val="0"/>
              </a:spcAft>
              <a:buSzPts val="2800"/>
              <a:buNone/>
              <a:defRPr>
                <a:latin typeface="Nunito Medium"/>
                <a:ea typeface="Nunito Medium"/>
                <a:cs typeface="Nunito Medium"/>
                <a:sym typeface="Nunito Medium"/>
              </a:defRPr>
            </a:lvl5pPr>
            <a:lvl6pPr lvl="5" rtl="0">
              <a:spcBef>
                <a:spcPts val="0"/>
              </a:spcBef>
              <a:spcAft>
                <a:spcPts val="0"/>
              </a:spcAft>
              <a:buSzPts val="2800"/>
              <a:buNone/>
              <a:defRPr>
                <a:latin typeface="Nunito Medium"/>
                <a:ea typeface="Nunito Medium"/>
                <a:cs typeface="Nunito Medium"/>
                <a:sym typeface="Nunito Medium"/>
              </a:defRPr>
            </a:lvl6pPr>
            <a:lvl7pPr lvl="6" rtl="0">
              <a:spcBef>
                <a:spcPts val="0"/>
              </a:spcBef>
              <a:spcAft>
                <a:spcPts val="0"/>
              </a:spcAft>
              <a:buSzPts val="2800"/>
              <a:buNone/>
              <a:defRPr>
                <a:latin typeface="Nunito Medium"/>
                <a:ea typeface="Nunito Medium"/>
                <a:cs typeface="Nunito Medium"/>
                <a:sym typeface="Nunito Medium"/>
              </a:defRPr>
            </a:lvl7pPr>
            <a:lvl8pPr lvl="7" rtl="0">
              <a:spcBef>
                <a:spcPts val="0"/>
              </a:spcBef>
              <a:spcAft>
                <a:spcPts val="0"/>
              </a:spcAft>
              <a:buSzPts val="2800"/>
              <a:buNone/>
              <a:defRPr>
                <a:latin typeface="Nunito Medium"/>
                <a:ea typeface="Nunito Medium"/>
                <a:cs typeface="Nunito Medium"/>
                <a:sym typeface="Nunito Medium"/>
              </a:defRPr>
            </a:lvl8pPr>
            <a:lvl9pPr lvl="8" rtl="0">
              <a:spcBef>
                <a:spcPts val="0"/>
              </a:spcBef>
              <a:spcAft>
                <a:spcPts val="0"/>
              </a:spcAft>
              <a:buSzPts val="2800"/>
              <a:buNone/>
              <a:defRPr>
                <a:latin typeface="Nunito Medium"/>
                <a:ea typeface="Nunito Medium"/>
                <a:cs typeface="Nunito Medium"/>
                <a:sym typeface="Nunito Medium"/>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1">
  <p:cSld name="CUSTOM_21">
    <p:spTree>
      <p:nvGrpSpPr>
        <p:cNvPr id="1" name="Shape 294"/>
        <p:cNvGrpSpPr/>
        <p:nvPr/>
      </p:nvGrpSpPr>
      <p:grpSpPr>
        <a:xfrm>
          <a:off x="0" y="0"/>
          <a:ext cx="0" cy="0"/>
          <a:chOff x="0" y="0"/>
          <a:chExt cx="0" cy="0"/>
        </a:xfrm>
      </p:grpSpPr>
      <p:sp>
        <p:nvSpPr>
          <p:cNvPr id="295" name="Google Shape;295;p18"/>
          <p:cNvSpPr/>
          <p:nvPr/>
        </p:nvSpPr>
        <p:spPr>
          <a:xfrm rot="-5399847">
            <a:off x="3221331" y="3970246"/>
            <a:ext cx="857667" cy="1129304"/>
          </a:xfrm>
          <a:custGeom>
            <a:avLst/>
            <a:gdLst/>
            <a:ahLst/>
            <a:cxnLst/>
            <a:rect l="l" t="t" r="r" b="b"/>
            <a:pathLst>
              <a:path w="15219" h="20040" extrusionOk="0">
                <a:moveTo>
                  <a:pt x="13216" y="0"/>
                </a:moveTo>
                <a:cubicBezTo>
                  <a:pt x="12979" y="0"/>
                  <a:pt x="12735" y="81"/>
                  <a:pt x="12542" y="221"/>
                </a:cubicBezTo>
                <a:cubicBezTo>
                  <a:pt x="12186" y="483"/>
                  <a:pt x="11979" y="905"/>
                  <a:pt x="11863" y="1331"/>
                </a:cubicBezTo>
                <a:cubicBezTo>
                  <a:pt x="11722" y="1850"/>
                  <a:pt x="11696" y="2399"/>
                  <a:pt x="11780" y="2932"/>
                </a:cubicBezTo>
                <a:cubicBezTo>
                  <a:pt x="11824" y="3209"/>
                  <a:pt x="11955" y="3991"/>
                  <a:pt x="12240" y="4246"/>
                </a:cubicBezTo>
                <a:cubicBezTo>
                  <a:pt x="11998" y="4886"/>
                  <a:pt x="11710" y="5506"/>
                  <a:pt x="11350" y="6110"/>
                </a:cubicBezTo>
                <a:cubicBezTo>
                  <a:pt x="11165" y="6417"/>
                  <a:pt x="10967" y="6713"/>
                  <a:pt x="10758" y="6998"/>
                </a:cubicBezTo>
                <a:cubicBezTo>
                  <a:pt x="10751" y="6786"/>
                  <a:pt x="10703" y="6511"/>
                  <a:pt x="10713" y="6377"/>
                </a:cubicBezTo>
                <a:cubicBezTo>
                  <a:pt x="10736" y="6089"/>
                  <a:pt x="10787" y="5803"/>
                  <a:pt x="10867" y="5527"/>
                </a:cubicBezTo>
                <a:cubicBezTo>
                  <a:pt x="10957" y="5214"/>
                  <a:pt x="11081" y="4912"/>
                  <a:pt x="11146" y="4595"/>
                </a:cubicBezTo>
                <a:cubicBezTo>
                  <a:pt x="11222" y="4221"/>
                  <a:pt x="11213" y="3818"/>
                  <a:pt x="11039" y="3478"/>
                </a:cubicBezTo>
                <a:cubicBezTo>
                  <a:pt x="10872" y="3153"/>
                  <a:pt x="10533" y="2901"/>
                  <a:pt x="10166" y="2901"/>
                </a:cubicBezTo>
                <a:cubicBezTo>
                  <a:pt x="10152" y="2901"/>
                  <a:pt x="10138" y="2902"/>
                  <a:pt x="10124" y="2902"/>
                </a:cubicBezTo>
                <a:cubicBezTo>
                  <a:pt x="9826" y="2918"/>
                  <a:pt x="9556" y="3099"/>
                  <a:pt x="9380" y="3339"/>
                </a:cubicBezTo>
                <a:cubicBezTo>
                  <a:pt x="9202" y="3579"/>
                  <a:pt x="9114" y="3872"/>
                  <a:pt x="9070" y="4167"/>
                </a:cubicBezTo>
                <a:cubicBezTo>
                  <a:pt x="8938" y="5054"/>
                  <a:pt x="9227" y="5983"/>
                  <a:pt x="9796" y="6670"/>
                </a:cubicBezTo>
                <a:cubicBezTo>
                  <a:pt x="9913" y="6813"/>
                  <a:pt x="10274" y="7228"/>
                  <a:pt x="10521" y="7308"/>
                </a:cubicBezTo>
                <a:cubicBezTo>
                  <a:pt x="9919" y="8070"/>
                  <a:pt x="9224" y="8753"/>
                  <a:pt x="8456" y="9356"/>
                </a:cubicBezTo>
                <a:lnTo>
                  <a:pt x="8467" y="9317"/>
                </a:lnTo>
                <a:cubicBezTo>
                  <a:pt x="8519" y="9127"/>
                  <a:pt x="8536" y="8930"/>
                  <a:pt x="8580" y="8738"/>
                </a:cubicBezTo>
                <a:cubicBezTo>
                  <a:pt x="8672" y="8318"/>
                  <a:pt x="8885" y="7936"/>
                  <a:pt x="9032" y="7532"/>
                </a:cubicBezTo>
                <a:cubicBezTo>
                  <a:pt x="9179" y="7128"/>
                  <a:pt x="9259" y="6668"/>
                  <a:pt x="9089" y="6274"/>
                </a:cubicBezTo>
                <a:cubicBezTo>
                  <a:pt x="9012" y="6100"/>
                  <a:pt x="8888" y="5947"/>
                  <a:pt x="8741" y="5826"/>
                </a:cubicBezTo>
                <a:cubicBezTo>
                  <a:pt x="8529" y="5653"/>
                  <a:pt x="8249" y="5555"/>
                  <a:pt x="7976" y="5555"/>
                </a:cubicBezTo>
                <a:cubicBezTo>
                  <a:pt x="7753" y="5555"/>
                  <a:pt x="7536" y="5621"/>
                  <a:pt x="7363" y="5764"/>
                </a:cubicBezTo>
                <a:cubicBezTo>
                  <a:pt x="7149" y="5941"/>
                  <a:pt x="7029" y="6209"/>
                  <a:pt x="6955" y="6475"/>
                </a:cubicBezTo>
                <a:cubicBezTo>
                  <a:pt x="6786" y="7077"/>
                  <a:pt x="6809" y="7731"/>
                  <a:pt x="7024" y="8318"/>
                </a:cubicBezTo>
                <a:cubicBezTo>
                  <a:pt x="7170" y="8720"/>
                  <a:pt x="7404" y="9089"/>
                  <a:pt x="7702" y="9394"/>
                </a:cubicBezTo>
                <a:cubicBezTo>
                  <a:pt x="7763" y="9455"/>
                  <a:pt x="7891" y="9608"/>
                  <a:pt x="8010" y="9698"/>
                </a:cubicBezTo>
                <a:cubicBezTo>
                  <a:pt x="7193" y="10306"/>
                  <a:pt x="6343" y="10871"/>
                  <a:pt x="5544" y="11504"/>
                </a:cubicBezTo>
                <a:cubicBezTo>
                  <a:pt x="5566" y="11447"/>
                  <a:pt x="5586" y="11395"/>
                  <a:pt x="5604" y="11358"/>
                </a:cubicBezTo>
                <a:cubicBezTo>
                  <a:pt x="5761" y="11030"/>
                  <a:pt x="5917" y="10698"/>
                  <a:pt x="6075" y="10370"/>
                </a:cubicBezTo>
                <a:cubicBezTo>
                  <a:pt x="6226" y="10054"/>
                  <a:pt x="6377" y="9736"/>
                  <a:pt x="6453" y="9394"/>
                </a:cubicBezTo>
                <a:cubicBezTo>
                  <a:pt x="6530" y="9052"/>
                  <a:pt x="6523" y="8682"/>
                  <a:pt x="6367" y="8369"/>
                </a:cubicBezTo>
                <a:cubicBezTo>
                  <a:pt x="6229" y="8091"/>
                  <a:pt x="5972" y="7869"/>
                  <a:pt x="5669" y="7795"/>
                </a:cubicBezTo>
                <a:cubicBezTo>
                  <a:pt x="5595" y="7776"/>
                  <a:pt x="5518" y="7767"/>
                  <a:pt x="5440" y="7767"/>
                </a:cubicBezTo>
                <a:cubicBezTo>
                  <a:pt x="5207" y="7767"/>
                  <a:pt x="4972" y="7851"/>
                  <a:pt x="4801" y="8011"/>
                </a:cubicBezTo>
                <a:cubicBezTo>
                  <a:pt x="4300" y="8478"/>
                  <a:pt x="4192" y="9438"/>
                  <a:pt x="4245" y="10080"/>
                </a:cubicBezTo>
                <a:cubicBezTo>
                  <a:pt x="4252" y="10171"/>
                  <a:pt x="4263" y="10268"/>
                  <a:pt x="4279" y="10370"/>
                </a:cubicBezTo>
                <a:cubicBezTo>
                  <a:pt x="4368" y="10931"/>
                  <a:pt x="4599" y="11635"/>
                  <a:pt x="5069" y="11901"/>
                </a:cubicBezTo>
                <a:cubicBezTo>
                  <a:pt x="4992" y="11966"/>
                  <a:pt x="4918" y="12033"/>
                  <a:pt x="4844" y="12100"/>
                </a:cubicBezTo>
                <a:cubicBezTo>
                  <a:pt x="4247" y="12639"/>
                  <a:pt x="3691" y="13224"/>
                  <a:pt x="3179" y="13845"/>
                </a:cubicBezTo>
                <a:cubicBezTo>
                  <a:pt x="3346" y="13336"/>
                  <a:pt x="3448" y="12804"/>
                  <a:pt x="3477" y="12267"/>
                </a:cubicBezTo>
                <a:cubicBezTo>
                  <a:pt x="3502" y="11821"/>
                  <a:pt x="3474" y="11360"/>
                  <a:pt x="3310" y="10943"/>
                </a:cubicBezTo>
                <a:cubicBezTo>
                  <a:pt x="3144" y="10524"/>
                  <a:pt x="2824" y="10153"/>
                  <a:pt x="2401" y="10006"/>
                </a:cubicBezTo>
                <a:cubicBezTo>
                  <a:pt x="2282" y="9965"/>
                  <a:pt x="2155" y="9945"/>
                  <a:pt x="2028" y="9945"/>
                </a:cubicBezTo>
                <a:cubicBezTo>
                  <a:pt x="1703" y="9945"/>
                  <a:pt x="1379" y="10079"/>
                  <a:pt x="1191" y="10341"/>
                </a:cubicBezTo>
                <a:cubicBezTo>
                  <a:pt x="991" y="10623"/>
                  <a:pt x="969" y="11002"/>
                  <a:pt x="1053" y="11338"/>
                </a:cubicBezTo>
                <a:cubicBezTo>
                  <a:pt x="1139" y="11675"/>
                  <a:pt x="1319" y="11978"/>
                  <a:pt x="1495" y="12276"/>
                </a:cubicBezTo>
                <a:cubicBezTo>
                  <a:pt x="1837" y="12850"/>
                  <a:pt x="2180" y="13427"/>
                  <a:pt x="2522" y="14002"/>
                </a:cubicBezTo>
                <a:cubicBezTo>
                  <a:pt x="2558" y="14063"/>
                  <a:pt x="2645" y="14271"/>
                  <a:pt x="2728" y="14417"/>
                </a:cubicBezTo>
                <a:cubicBezTo>
                  <a:pt x="2490" y="14733"/>
                  <a:pt x="2264" y="15057"/>
                  <a:pt x="2049" y="15387"/>
                </a:cubicBezTo>
                <a:cubicBezTo>
                  <a:pt x="1907" y="15610"/>
                  <a:pt x="1770" y="15833"/>
                  <a:pt x="1638" y="16060"/>
                </a:cubicBezTo>
                <a:cubicBezTo>
                  <a:pt x="1500" y="16289"/>
                  <a:pt x="1444" y="16393"/>
                  <a:pt x="1299" y="16669"/>
                </a:cubicBezTo>
                <a:cubicBezTo>
                  <a:pt x="777" y="17660"/>
                  <a:pt x="358" y="18701"/>
                  <a:pt x="46" y="19776"/>
                </a:cubicBezTo>
                <a:cubicBezTo>
                  <a:pt x="1" y="19932"/>
                  <a:pt x="131" y="20039"/>
                  <a:pt x="254" y="20039"/>
                </a:cubicBezTo>
                <a:cubicBezTo>
                  <a:pt x="330" y="20039"/>
                  <a:pt x="404" y="19998"/>
                  <a:pt x="432" y="19901"/>
                </a:cubicBezTo>
                <a:cubicBezTo>
                  <a:pt x="736" y="18858"/>
                  <a:pt x="1145" y="17844"/>
                  <a:pt x="1649" y="16883"/>
                </a:cubicBezTo>
                <a:cubicBezTo>
                  <a:pt x="1779" y="17005"/>
                  <a:pt x="1975" y="17139"/>
                  <a:pt x="2040" y="17187"/>
                </a:cubicBezTo>
                <a:cubicBezTo>
                  <a:pt x="2413" y="17457"/>
                  <a:pt x="2853" y="17639"/>
                  <a:pt x="3311" y="17694"/>
                </a:cubicBezTo>
                <a:cubicBezTo>
                  <a:pt x="3407" y="17706"/>
                  <a:pt x="3504" y="17711"/>
                  <a:pt x="3600" y="17711"/>
                </a:cubicBezTo>
                <a:cubicBezTo>
                  <a:pt x="4318" y="17711"/>
                  <a:pt x="5038" y="17402"/>
                  <a:pt x="5501" y="16853"/>
                </a:cubicBezTo>
                <a:cubicBezTo>
                  <a:pt x="5789" y="16512"/>
                  <a:pt x="5975" y="16025"/>
                  <a:pt x="5786" y="15624"/>
                </a:cubicBezTo>
                <a:cubicBezTo>
                  <a:pt x="5631" y="15293"/>
                  <a:pt x="5248" y="15108"/>
                  <a:pt x="4882" y="15108"/>
                </a:cubicBezTo>
                <a:cubicBezTo>
                  <a:pt x="4877" y="15108"/>
                  <a:pt x="4871" y="15108"/>
                  <a:pt x="4865" y="15108"/>
                </a:cubicBezTo>
                <a:cubicBezTo>
                  <a:pt x="4492" y="15111"/>
                  <a:pt x="4140" y="15275"/>
                  <a:pt x="3826" y="15477"/>
                </a:cubicBezTo>
                <a:cubicBezTo>
                  <a:pt x="3513" y="15678"/>
                  <a:pt x="3230" y="15924"/>
                  <a:pt x="2913" y="16120"/>
                </a:cubicBezTo>
                <a:cubicBezTo>
                  <a:pt x="2642" y="16289"/>
                  <a:pt x="2347" y="16422"/>
                  <a:pt x="2040" y="16514"/>
                </a:cubicBezTo>
                <a:cubicBezTo>
                  <a:pt x="1987" y="16531"/>
                  <a:pt x="1910" y="16539"/>
                  <a:pt x="1831" y="16549"/>
                </a:cubicBezTo>
                <a:cubicBezTo>
                  <a:pt x="2344" y="15624"/>
                  <a:pt x="2948" y="14750"/>
                  <a:pt x="3630" y="13940"/>
                </a:cubicBezTo>
                <a:cubicBezTo>
                  <a:pt x="3797" y="13977"/>
                  <a:pt x="4041" y="13996"/>
                  <a:pt x="4117" y="14012"/>
                </a:cubicBezTo>
                <a:cubicBezTo>
                  <a:pt x="4768" y="14157"/>
                  <a:pt x="5422" y="14303"/>
                  <a:pt x="6075" y="14448"/>
                </a:cubicBezTo>
                <a:cubicBezTo>
                  <a:pt x="6372" y="14513"/>
                  <a:pt x="6673" y="14580"/>
                  <a:pt x="6976" y="14580"/>
                </a:cubicBezTo>
                <a:cubicBezTo>
                  <a:pt x="7019" y="14580"/>
                  <a:pt x="7062" y="14579"/>
                  <a:pt x="7104" y="14576"/>
                </a:cubicBezTo>
                <a:cubicBezTo>
                  <a:pt x="7449" y="14551"/>
                  <a:pt x="7804" y="14412"/>
                  <a:pt x="8009" y="14132"/>
                </a:cubicBezTo>
                <a:cubicBezTo>
                  <a:pt x="8275" y="13770"/>
                  <a:pt x="8221" y="13234"/>
                  <a:pt x="7949" y="12878"/>
                </a:cubicBezTo>
                <a:cubicBezTo>
                  <a:pt x="7676" y="12521"/>
                  <a:pt x="7224" y="12334"/>
                  <a:pt x="6774" y="12308"/>
                </a:cubicBezTo>
                <a:cubicBezTo>
                  <a:pt x="6731" y="12305"/>
                  <a:pt x="6687" y="12304"/>
                  <a:pt x="6644" y="12304"/>
                </a:cubicBezTo>
                <a:cubicBezTo>
                  <a:pt x="6242" y="12304"/>
                  <a:pt x="5842" y="12415"/>
                  <a:pt x="5464" y="12564"/>
                </a:cubicBezTo>
                <a:cubicBezTo>
                  <a:pt x="5079" y="12715"/>
                  <a:pt x="4710" y="12905"/>
                  <a:pt x="4364" y="13129"/>
                </a:cubicBezTo>
                <a:cubicBezTo>
                  <a:pt x="4582" y="12904"/>
                  <a:pt x="4807" y="12683"/>
                  <a:pt x="5040" y="12471"/>
                </a:cubicBezTo>
                <a:cubicBezTo>
                  <a:pt x="5573" y="11982"/>
                  <a:pt x="6148" y="11546"/>
                  <a:pt x="6731" y="11123"/>
                </a:cubicBezTo>
                <a:cubicBezTo>
                  <a:pt x="6869" y="11220"/>
                  <a:pt x="7119" y="11338"/>
                  <a:pt x="7186" y="11385"/>
                </a:cubicBezTo>
                <a:cubicBezTo>
                  <a:pt x="7741" y="11757"/>
                  <a:pt x="8297" y="12129"/>
                  <a:pt x="8852" y="12501"/>
                </a:cubicBezTo>
                <a:cubicBezTo>
                  <a:pt x="9140" y="12694"/>
                  <a:pt x="9434" y="12891"/>
                  <a:pt x="9765" y="12994"/>
                </a:cubicBezTo>
                <a:cubicBezTo>
                  <a:pt x="9905" y="13038"/>
                  <a:pt x="10055" y="13063"/>
                  <a:pt x="10202" y="13063"/>
                </a:cubicBezTo>
                <a:cubicBezTo>
                  <a:pt x="10402" y="13063"/>
                  <a:pt x="10599" y="13017"/>
                  <a:pt x="10768" y="12911"/>
                </a:cubicBezTo>
                <a:cubicBezTo>
                  <a:pt x="11146" y="12668"/>
                  <a:pt x="11293" y="12152"/>
                  <a:pt x="11168" y="11722"/>
                </a:cubicBezTo>
                <a:cubicBezTo>
                  <a:pt x="11042" y="11291"/>
                  <a:pt x="10690" y="10951"/>
                  <a:pt x="10281" y="10764"/>
                </a:cubicBezTo>
                <a:cubicBezTo>
                  <a:pt x="9874" y="10578"/>
                  <a:pt x="9416" y="10527"/>
                  <a:pt x="8967" y="10527"/>
                </a:cubicBezTo>
                <a:cubicBezTo>
                  <a:pt x="8391" y="10527"/>
                  <a:pt x="7817" y="10610"/>
                  <a:pt x="7264" y="10770"/>
                </a:cubicBezTo>
                <a:cubicBezTo>
                  <a:pt x="7250" y="10774"/>
                  <a:pt x="7228" y="10778"/>
                  <a:pt x="7202" y="10786"/>
                </a:cubicBezTo>
                <a:cubicBezTo>
                  <a:pt x="7680" y="10444"/>
                  <a:pt x="8160" y="10105"/>
                  <a:pt x="8627" y="9745"/>
                </a:cubicBezTo>
                <a:cubicBezTo>
                  <a:pt x="8880" y="9550"/>
                  <a:pt x="9122" y="9346"/>
                  <a:pt x="9358" y="9134"/>
                </a:cubicBezTo>
                <a:cubicBezTo>
                  <a:pt x="9464" y="9178"/>
                  <a:pt x="9641" y="9214"/>
                  <a:pt x="9701" y="9240"/>
                </a:cubicBezTo>
                <a:cubicBezTo>
                  <a:pt x="9857" y="9305"/>
                  <a:pt x="10008" y="9383"/>
                  <a:pt x="10155" y="9465"/>
                </a:cubicBezTo>
                <a:cubicBezTo>
                  <a:pt x="10443" y="9627"/>
                  <a:pt x="10717" y="9808"/>
                  <a:pt x="11001" y="9976"/>
                </a:cubicBezTo>
                <a:cubicBezTo>
                  <a:pt x="11448" y="10238"/>
                  <a:pt x="11959" y="10463"/>
                  <a:pt x="12466" y="10463"/>
                </a:cubicBezTo>
                <a:cubicBezTo>
                  <a:pt x="12580" y="10463"/>
                  <a:pt x="12695" y="10452"/>
                  <a:pt x="12808" y="10426"/>
                </a:cubicBezTo>
                <a:cubicBezTo>
                  <a:pt x="13009" y="10383"/>
                  <a:pt x="13201" y="10294"/>
                  <a:pt x="13346" y="10156"/>
                </a:cubicBezTo>
                <a:cubicBezTo>
                  <a:pt x="13702" y="9816"/>
                  <a:pt x="13702" y="9218"/>
                  <a:pt x="13419" y="8805"/>
                </a:cubicBezTo>
                <a:cubicBezTo>
                  <a:pt x="13135" y="8392"/>
                  <a:pt x="12629" y="8157"/>
                  <a:pt x="12123" y="8100"/>
                </a:cubicBezTo>
                <a:cubicBezTo>
                  <a:pt x="12027" y="8089"/>
                  <a:pt x="11930" y="8084"/>
                  <a:pt x="11834" y="8084"/>
                </a:cubicBezTo>
                <a:cubicBezTo>
                  <a:pt x="11426" y="8084"/>
                  <a:pt x="11021" y="8174"/>
                  <a:pt x="10632" y="8289"/>
                </a:cubicBezTo>
                <a:cubicBezTo>
                  <a:pt x="10553" y="8312"/>
                  <a:pt x="10277" y="8404"/>
                  <a:pt x="9992" y="8522"/>
                </a:cubicBezTo>
                <a:cubicBezTo>
                  <a:pt x="10473" y="8022"/>
                  <a:pt x="10911" y="7478"/>
                  <a:pt x="11299" y="6896"/>
                </a:cubicBezTo>
                <a:cubicBezTo>
                  <a:pt x="11443" y="6986"/>
                  <a:pt x="11744" y="7074"/>
                  <a:pt x="11835" y="7103"/>
                </a:cubicBezTo>
                <a:cubicBezTo>
                  <a:pt x="12114" y="7193"/>
                  <a:pt x="12408" y="7241"/>
                  <a:pt x="12702" y="7241"/>
                </a:cubicBezTo>
                <a:cubicBezTo>
                  <a:pt x="12869" y="7241"/>
                  <a:pt x="13037" y="7225"/>
                  <a:pt x="13202" y="7193"/>
                </a:cubicBezTo>
                <a:cubicBezTo>
                  <a:pt x="14002" y="7036"/>
                  <a:pt x="14717" y="6472"/>
                  <a:pt x="15024" y="5717"/>
                </a:cubicBezTo>
                <a:cubicBezTo>
                  <a:pt x="15191" y="5306"/>
                  <a:pt x="15219" y="4785"/>
                  <a:pt x="14915" y="4461"/>
                </a:cubicBezTo>
                <a:cubicBezTo>
                  <a:pt x="14744" y="4280"/>
                  <a:pt x="14495" y="4196"/>
                  <a:pt x="14243" y="4196"/>
                </a:cubicBezTo>
                <a:cubicBezTo>
                  <a:pt x="14119" y="4196"/>
                  <a:pt x="13995" y="4216"/>
                  <a:pt x="13880" y="4255"/>
                </a:cubicBezTo>
                <a:cubicBezTo>
                  <a:pt x="13526" y="4372"/>
                  <a:pt x="13240" y="4637"/>
                  <a:pt x="13006" y="4925"/>
                </a:cubicBezTo>
                <a:cubicBezTo>
                  <a:pt x="12770" y="5214"/>
                  <a:pt x="12574" y="5534"/>
                  <a:pt x="12334" y="5819"/>
                </a:cubicBezTo>
                <a:cubicBezTo>
                  <a:pt x="12129" y="6065"/>
                  <a:pt x="11889" y="6281"/>
                  <a:pt x="11627" y="6463"/>
                </a:cubicBezTo>
                <a:cubicBezTo>
                  <a:pt x="11603" y="6481"/>
                  <a:pt x="11569" y="6497"/>
                  <a:pt x="11534" y="6515"/>
                </a:cubicBezTo>
                <a:cubicBezTo>
                  <a:pt x="11955" y="5826"/>
                  <a:pt x="12322" y="5070"/>
                  <a:pt x="12591" y="4285"/>
                </a:cubicBezTo>
                <a:cubicBezTo>
                  <a:pt x="12945" y="4111"/>
                  <a:pt x="13321" y="3426"/>
                  <a:pt x="13459" y="3189"/>
                </a:cubicBezTo>
                <a:cubicBezTo>
                  <a:pt x="13749" y="2695"/>
                  <a:pt x="13958" y="2154"/>
                  <a:pt x="14070" y="1590"/>
                </a:cubicBezTo>
                <a:cubicBezTo>
                  <a:pt x="14169" y="1098"/>
                  <a:pt x="14162" y="506"/>
                  <a:pt x="13772" y="187"/>
                </a:cubicBezTo>
                <a:cubicBezTo>
                  <a:pt x="13615" y="58"/>
                  <a:pt x="13418" y="0"/>
                  <a:pt x="132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8"/>
          <p:cNvSpPr/>
          <p:nvPr/>
        </p:nvSpPr>
        <p:spPr>
          <a:xfrm rot="5399847" flipH="1">
            <a:off x="5155526" y="3970246"/>
            <a:ext cx="857667" cy="1129304"/>
          </a:xfrm>
          <a:custGeom>
            <a:avLst/>
            <a:gdLst/>
            <a:ahLst/>
            <a:cxnLst/>
            <a:rect l="l" t="t" r="r" b="b"/>
            <a:pathLst>
              <a:path w="15219" h="20040" extrusionOk="0">
                <a:moveTo>
                  <a:pt x="13216" y="0"/>
                </a:moveTo>
                <a:cubicBezTo>
                  <a:pt x="12979" y="0"/>
                  <a:pt x="12735" y="81"/>
                  <a:pt x="12542" y="221"/>
                </a:cubicBezTo>
                <a:cubicBezTo>
                  <a:pt x="12186" y="483"/>
                  <a:pt x="11979" y="905"/>
                  <a:pt x="11863" y="1331"/>
                </a:cubicBezTo>
                <a:cubicBezTo>
                  <a:pt x="11722" y="1850"/>
                  <a:pt x="11696" y="2399"/>
                  <a:pt x="11780" y="2932"/>
                </a:cubicBezTo>
                <a:cubicBezTo>
                  <a:pt x="11824" y="3209"/>
                  <a:pt x="11955" y="3991"/>
                  <a:pt x="12240" y="4246"/>
                </a:cubicBezTo>
                <a:cubicBezTo>
                  <a:pt x="11998" y="4886"/>
                  <a:pt x="11710" y="5506"/>
                  <a:pt x="11350" y="6110"/>
                </a:cubicBezTo>
                <a:cubicBezTo>
                  <a:pt x="11165" y="6417"/>
                  <a:pt x="10967" y="6713"/>
                  <a:pt x="10758" y="6998"/>
                </a:cubicBezTo>
                <a:cubicBezTo>
                  <a:pt x="10751" y="6786"/>
                  <a:pt x="10703" y="6511"/>
                  <a:pt x="10713" y="6377"/>
                </a:cubicBezTo>
                <a:cubicBezTo>
                  <a:pt x="10736" y="6089"/>
                  <a:pt x="10787" y="5803"/>
                  <a:pt x="10867" y="5527"/>
                </a:cubicBezTo>
                <a:cubicBezTo>
                  <a:pt x="10957" y="5214"/>
                  <a:pt x="11081" y="4912"/>
                  <a:pt x="11146" y="4595"/>
                </a:cubicBezTo>
                <a:cubicBezTo>
                  <a:pt x="11222" y="4221"/>
                  <a:pt x="11213" y="3818"/>
                  <a:pt x="11039" y="3478"/>
                </a:cubicBezTo>
                <a:cubicBezTo>
                  <a:pt x="10872" y="3153"/>
                  <a:pt x="10533" y="2901"/>
                  <a:pt x="10166" y="2901"/>
                </a:cubicBezTo>
                <a:cubicBezTo>
                  <a:pt x="10152" y="2901"/>
                  <a:pt x="10138" y="2902"/>
                  <a:pt x="10124" y="2902"/>
                </a:cubicBezTo>
                <a:cubicBezTo>
                  <a:pt x="9826" y="2918"/>
                  <a:pt x="9556" y="3099"/>
                  <a:pt x="9380" y="3339"/>
                </a:cubicBezTo>
                <a:cubicBezTo>
                  <a:pt x="9202" y="3579"/>
                  <a:pt x="9114" y="3872"/>
                  <a:pt x="9070" y="4167"/>
                </a:cubicBezTo>
                <a:cubicBezTo>
                  <a:pt x="8938" y="5054"/>
                  <a:pt x="9227" y="5983"/>
                  <a:pt x="9796" y="6670"/>
                </a:cubicBezTo>
                <a:cubicBezTo>
                  <a:pt x="9913" y="6813"/>
                  <a:pt x="10274" y="7228"/>
                  <a:pt x="10521" y="7308"/>
                </a:cubicBezTo>
                <a:cubicBezTo>
                  <a:pt x="9919" y="8070"/>
                  <a:pt x="9224" y="8753"/>
                  <a:pt x="8456" y="9356"/>
                </a:cubicBezTo>
                <a:lnTo>
                  <a:pt x="8467" y="9317"/>
                </a:lnTo>
                <a:cubicBezTo>
                  <a:pt x="8519" y="9127"/>
                  <a:pt x="8536" y="8930"/>
                  <a:pt x="8580" y="8738"/>
                </a:cubicBezTo>
                <a:cubicBezTo>
                  <a:pt x="8672" y="8318"/>
                  <a:pt x="8885" y="7936"/>
                  <a:pt x="9032" y="7532"/>
                </a:cubicBezTo>
                <a:cubicBezTo>
                  <a:pt x="9179" y="7128"/>
                  <a:pt x="9259" y="6668"/>
                  <a:pt x="9089" y="6274"/>
                </a:cubicBezTo>
                <a:cubicBezTo>
                  <a:pt x="9012" y="6100"/>
                  <a:pt x="8888" y="5947"/>
                  <a:pt x="8741" y="5826"/>
                </a:cubicBezTo>
                <a:cubicBezTo>
                  <a:pt x="8529" y="5653"/>
                  <a:pt x="8249" y="5555"/>
                  <a:pt x="7976" y="5555"/>
                </a:cubicBezTo>
                <a:cubicBezTo>
                  <a:pt x="7753" y="5555"/>
                  <a:pt x="7536" y="5621"/>
                  <a:pt x="7363" y="5764"/>
                </a:cubicBezTo>
                <a:cubicBezTo>
                  <a:pt x="7149" y="5941"/>
                  <a:pt x="7029" y="6209"/>
                  <a:pt x="6955" y="6475"/>
                </a:cubicBezTo>
                <a:cubicBezTo>
                  <a:pt x="6786" y="7077"/>
                  <a:pt x="6809" y="7731"/>
                  <a:pt x="7024" y="8318"/>
                </a:cubicBezTo>
                <a:cubicBezTo>
                  <a:pt x="7170" y="8720"/>
                  <a:pt x="7404" y="9089"/>
                  <a:pt x="7702" y="9394"/>
                </a:cubicBezTo>
                <a:cubicBezTo>
                  <a:pt x="7763" y="9455"/>
                  <a:pt x="7891" y="9608"/>
                  <a:pt x="8010" y="9698"/>
                </a:cubicBezTo>
                <a:cubicBezTo>
                  <a:pt x="7193" y="10306"/>
                  <a:pt x="6343" y="10871"/>
                  <a:pt x="5544" y="11504"/>
                </a:cubicBezTo>
                <a:cubicBezTo>
                  <a:pt x="5566" y="11447"/>
                  <a:pt x="5586" y="11395"/>
                  <a:pt x="5604" y="11358"/>
                </a:cubicBezTo>
                <a:cubicBezTo>
                  <a:pt x="5761" y="11030"/>
                  <a:pt x="5917" y="10698"/>
                  <a:pt x="6075" y="10370"/>
                </a:cubicBezTo>
                <a:cubicBezTo>
                  <a:pt x="6226" y="10054"/>
                  <a:pt x="6377" y="9736"/>
                  <a:pt x="6453" y="9394"/>
                </a:cubicBezTo>
                <a:cubicBezTo>
                  <a:pt x="6530" y="9052"/>
                  <a:pt x="6523" y="8682"/>
                  <a:pt x="6367" y="8369"/>
                </a:cubicBezTo>
                <a:cubicBezTo>
                  <a:pt x="6229" y="8091"/>
                  <a:pt x="5972" y="7869"/>
                  <a:pt x="5669" y="7795"/>
                </a:cubicBezTo>
                <a:cubicBezTo>
                  <a:pt x="5595" y="7776"/>
                  <a:pt x="5518" y="7767"/>
                  <a:pt x="5440" y="7767"/>
                </a:cubicBezTo>
                <a:cubicBezTo>
                  <a:pt x="5207" y="7767"/>
                  <a:pt x="4972" y="7851"/>
                  <a:pt x="4801" y="8011"/>
                </a:cubicBezTo>
                <a:cubicBezTo>
                  <a:pt x="4300" y="8478"/>
                  <a:pt x="4192" y="9438"/>
                  <a:pt x="4245" y="10080"/>
                </a:cubicBezTo>
                <a:cubicBezTo>
                  <a:pt x="4252" y="10171"/>
                  <a:pt x="4263" y="10268"/>
                  <a:pt x="4279" y="10370"/>
                </a:cubicBezTo>
                <a:cubicBezTo>
                  <a:pt x="4368" y="10931"/>
                  <a:pt x="4599" y="11635"/>
                  <a:pt x="5069" y="11901"/>
                </a:cubicBezTo>
                <a:cubicBezTo>
                  <a:pt x="4992" y="11966"/>
                  <a:pt x="4918" y="12033"/>
                  <a:pt x="4844" y="12100"/>
                </a:cubicBezTo>
                <a:cubicBezTo>
                  <a:pt x="4247" y="12639"/>
                  <a:pt x="3691" y="13224"/>
                  <a:pt x="3179" y="13845"/>
                </a:cubicBezTo>
                <a:cubicBezTo>
                  <a:pt x="3346" y="13336"/>
                  <a:pt x="3448" y="12804"/>
                  <a:pt x="3477" y="12267"/>
                </a:cubicBezTo>
                <a:cubicBezTo>
                  <a:pt x="3502" y="11821"/>
                  <a:pt x="3474" y="11360"/>
                  <a:pt x="3310" y="10943"/>
                </a:cubicBezTo>
                <a:cubicBezTo>
                  <a:pt x="3144" y="10524"/>
                  <a:pt x="2824" y="10153"/>
                  <a:pt x="2401" y="10006"/>
                </a:cubicBezTo>
                <a:cubicBezTo>
                  <a:pt x="2282" y="9965"/>
                  <a:pt x="2155" y="9945"/>
                  <a:pt x="2028" y="9945"/>
                </a:cubicBezTo>
                <a:cubicBezTo>
                  <a:pt x="1703" y="9945"/>
                  <a:pt x="1379" y="10079"/>
                  <a:pt x="1191" y="10341"/>
                </a:cubicBezTo>
                <a:cubicBezTo>
                  <a:pt x="991" y="10623"/>
                  <a:pt x="969" y="11002"/>
                  <a:pt x="1053" y="11338"/>
                </a:cubicBezTo>
                <a:cubicBezTo>
                  <a:pt x="1139" y="11675"/>
                  <a:pt x="1319" y="11978"/>
                  <a:pt x="1495" y="12276"/>
                </a:cubicBezTo>
                <a:cubicBezTo>
                  <a:pt x="1837" y="12850"/>
                  <a:pt x="2180" y="13427"/>
                  <a:pt x="2522" y="14002"/>
                </a:cubicBezTo>
                <a:cubicBezTo>
                  <a:pt x="2558" y="14063"/>
                  <a:pt x="2645" y="14271"/>
                  <a:pt x="2728" y="14417"/>
                </a:cubicBezTo>
                <a:cubicBezTo>
                  <a:pt x="2490" y="14733"/>
                  <a:pt x="2264" y="15057"/>
                  <a:pt x="2049" y="15387"/>
                </a:cubicBezTo>
                <a:cubicBezTo>
                  <a:pt x="1907" y="15610"/>
                  <a:pt x="1770" y="15833"/>
                  <a:pt x="1638" y="16060"/>
                </a:cubicBezTo>
                <a:cubicBezTo>
                  <a:pt x="1500" y="16289"/>
                  <a:pt x="1444" y="16393"/>
                  <a:pt x="1299" y="16669"/>
                </a:cubicBezTo>
                <a:cubicBezTo>
                  <a:pt x="777" y="17660"/>
                  <a:pt x="358" y="18701"/>
                  <a:pt x="46" y="19776"/>
                </a:cubicBezTo>
                <a:cubicBezTo>
                  <a:pt x="1" y="19932"/>
                  <a:pt x="131" y="20039"/>
                  <a:pt x="254" y="20039"/>
                </a:cubicBezTo>
                <a:cubicBezTo>
                  <a:pt x="330" y="20039"/>
                  <a:pt x="404" y="19998"/>
                  <a:pt x="432" y="19901"/>
                </a:cubicBezTo>
                <a:cubicBezTo>
                  <a:pt x="736" y="18858"/>
                  <a:pt x="1145" y="17844"/>
                  <a:pt x="1649" y="16883"/>
                </a:cubicBezTo>
                <a:cubicBezTo>
                  <a:pt x="1779" y="17005"/>
                  <a:pt x="1975" y="17139"/>
                  <a:pt x="2040" y="17187"/>
                </a:cubicBezTo>
                <a:cubicBezTo>
                  <a:pt x="2413" y="17457"/>
                  <a:pt x="2853" y="17639"/>
                  <a:pt x="3311" y="17694"/>
                </a:cubicBezTo>
                <a:cubicBezTo>
                  <a:pt x="3407" y="17706"/>
                  <a:pt x="3504" y="17711"/>
                  <a:pt x="3600" y="17711"/>
                </a:cubicBezTo>
                <a:cubicBezTo>
                  <a:pt x="4318" y="17711"/>
                  <a:pt x="5038" y="17402"/>
                  <a:pt x="5501" y="16853"/>
                </a:cubicBezTo>
                <a:cubicBezTo>
                  <a:pt x="5789" y="16512"/>
                  <a:pt x="5975" y="16025"/>
                  <a:pt x="5786" y="15624"/>
                </a:cubicBezTo>
                <a:cubicBezTo>
                  <a:pt x="5631" y="15293"/>
                  <a:pt x="5248" y="15108"/>
                  <a:pt x="4882" y="15108"/>
                </a:cubicBezTo>
                <a:cubicBezTo>
                  <a:pt x="4877" y="15108"/>
                  <a:pt x="4871" y="15108"/>
                  <a:pt x="4865" y="15108"/>
                </a:cubicBezTo>
                <a:cubicBezTo>
                  <a:pt x="4492" y="15111"/>
                  <a:pt x="4140" y="15275"/>
                  <a:pt x="3826" y="15477"/>
                </a:cubicBezTo>
                <a:cubicBezTo>
                  <a:pt x="3513" y="15678"/>
                  <a:pt x="3230" y="15924"/>
                  <a:pt x="2913" y="16120"/>
                </a:cubicBezTo>
                <a:cubicBezTo>
                  <a:pt x="2642" y="16289"/>
                  <a:pt x="2347" y="16422"/>
                  <a:pt x="2040" y="16514"/>
                </a:cubicBezTo>
                <a:cubicBezTo>
                  <a:pt x="1987" y="16531"/>
                  <a:pt x="1910" y="16539"/>
                  <a:pt x="1831" y="16549"/>
                </a:cubicBezTo>
                <a:cubicBezTo>
                  <a:pt x="2344" y="15624"/>
                  <a:pt x="2948" y="14750"/>
                  <a:pt x="3630" y="13940"/>
                </a:cubicBezTo>
                <a:cubicBezTo>
                  <a:pt x="3797" y="13977"/>
                  <a:pt x="4041" y="13996"/>
                  <a:pt x="4117" y="14012"/>
                </a:cubicBezTo>
                <a:cubicBezTo>
                  <a:pt x="4768" y="14157"/>
                  <a:pt x="5422" y="14303"/>
                  <a:pt x="6075" y="14448"/>
                </a:cubicBezTo>
                <a:cubicBezTo>
                  <a:pt x="6372" y="14513"/>
                  <a:pt x="6673" y="14580"/>
                  <a:pt x="6976" y="14580"/>
                </a:cubicBezTo>
                <a:cubicBezTo>
                  <a:pt x="7019" y="14580"/>
                  <a:pt x="7062" y="14579"/>
                  <a:pt x="7104" y="14576"/>
                </a:cubicBezTo>
                <a:cubicBezTo>
                  <a:pt x="7449" y="14551"/>
                  <a:pt x="7804" y="14412"/>
                  <a:pt x="8009" y="14132"/>
                </a:cubicBezTo>
                <a:cubicBezTo>
                  <a:pt x="8275" y="13770"/>
                  <a:pt x="8221" y="13234"/>
                  <a:pt x="7949" y="12878"/>
                </a:cubicBezTo>
                <a:cubicBezTo>
                  <a:pt x="7676" y="12521"/>
                  <a:pt x="7224" y="12334"/>
                  <a:pt x="6774" y="12308"/>
                </a:cubicBezTo>
                <a:cubicBezTo>
                  <a:pt x="6731" y="12305"/>
                  <a:pt x="6687" y="12304"/>
                  <a:pt x="6644" y="12304"/>
                </a:cubicBezTo>
                <a:cubicBezTo>
                  <a:pt x="6242" y="12304"/>
                  <a:pt x="5842" y="12415"/>
                  <a:pt x="5464" y="12564"/>
                </a:cubicBezTo>
                <a:cubicBezTo>
                  <a:pt x="5079" y="12715"/>
                  <a:pt x="4710" y="12905"/>
                  <a:pt x="4364" y="13129"/>
                </a:cubicBezTo>
                <a:cubicBezTo>
                  <a:pt x="4582" y="12904"/>
                  <a:pt x="4807" y="12683"/>
                  <a:pt x="5040" y="12471"/>
                </a:cubicBezTo>
                <a:cubicBezTo>
                  <a:pt x="5573" y="11982"/>
                  <a:pt x="6148" y="11546"/>
                  <a:pt x="6731" y="11123"/>
                </a:cubicBezTo>
                <a:cubicBezTo>
                  <a:pt x="6869" y="11220"/>
                  <a:pt x="7119" y="11338"/>
                  <a:pt x="7186" y="11385"/>
                </a:cubicBezTo>
                <a:cubicBezTo>
                  <a:pt x="7741" y="11757"/>
                  <a:pt x="8297" y="12129"/>
                  <a:pt x="8852" y="12501"/>
                </a:cubicBezTo>
                <a:cubicBezTo>
                  <a:pt x="9140" y="12694"/>
                  <a:pt x="9434" y="12891"/>
                  <a:pt x="9765" y="12994"/>
                </a:cubicBezTo>
                <a:cubicBezTo>
                  <a:pt x="9905" y="13038"/>
                  <a:pt x="10055" y="13063"/>
                  <a:pt x="10202" y="13063"/>
                </a:cubicBezTo>
                <a:cubicBezTo>
                  <a:pt x="10402" y="13063"/>
                  <a:pt x="10599" y="13017"/>
                  <a:pt x="10768" y="12911"/>
                </a:cubicBezTo>
                <a:cubicBezTo>
                  <a:pt x="11146" y="12668"/>
                  <a:pt x="11293" y="12152"/>
                  <a:pt x="11168" y="11722"/>
                </a:cubicBezTo>
                <a:cubicBezTo>
                  <a:pt x="11042" y="11291"/>
                  <a:pt x="10690" y="10951"/>
                  <a:pt x="10281" y="10764"/>
                </a:cubicBezTo>
                <a:cubicBezTo>
                  <a:pt x="9874" y="10578"/>
                  <a:pt x="9416" y="10527"/>
                  <a:pt x="8967" y="10527"/>
                </a:cubicBezTo>
                <a:cubicBezTo>
                  <a:pt x="8391" y="10527"/>
                  <a:pt x="7817" y="10610"/>
                  <a:pt x="7264" y="10770"/>
                </a:cubicBezTo>
                <a:cubicBezTo>
                  <a:pt x="7250" y="10774"/>
                  <a:pt x="7228" y="10778"/>
                  <a:pt x="7202" y="10786"/>
                </a:cubicBezTo>
                <a:cubicBezTo>
                  <a:pt x="7680" y="10444"/>
                  <a:pt x="8160" y="10105"/>
                  <a:pt x="8627" y="9745"/>
                </a:cubicBezTo>
                <a:cubicBezTo>
                  <a:pt x="8880" y="9550"/>
                  <a:pt x="9122" y="9346"/>
                  <a:pt x="9358" y="9134"/>
                </a:cubicBezTo>
                <a:cubicBezTo>
                  <a:pt x="9464" y="9178"/>
                  <a:pt x="9641" y="9214"/>
                  <a:pt x="9701" y="9240"/>
                </a:cubicBezTo>
                <a:cubicBezTo>
                  <a:pt x="9857" y="9305"/>
                  <a:pt x="10008" y="9383"/>
                  <a:pt x="10155" y="9465"/>
                </a:cubicBezTo>
                <a:cubicBezTo>
                  <a:pt x="10443" y="9627"/>
                  <a:pt x="10717" y="9808"/>
                  <a:pt x="11001" y="9976"/>
                </a:cubicBezTo>
                <a:cubicBezTo>
                  <a:pt x="11448" y="10238"/>
                  <a:pt x="11959" y="10463"/>
                  <a:pt x="12466" y="10463"/>
                </a:cubicBezTo>
                <a:cubicBezTo>
                  <a:pt x="12580" y="10463"/>
                  <a:pt x="12695" y="10452"/>
                  <a:pt x="12808" y="10426"/>
                </a:cubicBezTo>
                <a:cubicBezTo>
                  <a:pt x="13009" y="10383"/>
                  <a:pt x="13201" y="10294"/>
                  <a:pt x="13346" y="10156"/>
                </a:cubicBezTo>
                <a:cubicBezTo>
                  <a:pt x="13702" y="9816"/>
                  <a:pt x="13702" y="9218"/>
                  <a:pt x="13419" y="8805"/>
                </a:cubicBezTo>
                <a:cubicBezTo>
                  <a:pt x="13135" y="8392"/>
                  <a:pt x="12629" y="8157"/>
                  <a:pt x="12123" y="8100"/>
                </a:cubicBezTo>
                <a:cubicBezTo>
                  <a:pt x="12027" y="8089"/>
                  <a:pt x="11930" y="8084"/>
                  <a:pt x="11834" y="8084"/>
                </a:cubicBezTo>
                <a:cubicBezTo>
                  <a:pt x="11426" y="8084"/>
                  <a:pt x="11021" y="8174"/>
                  <a:pt x="10632" y="8289"/>
                </a:cubicBezTo>
                <a:cubicBezTo>
                  <a:pt x="10553" y="8312"/>
                  <a:pt x="10277" y="8404"/>
                  <a:pt x="9992" y="8522"/>
                </a:cubicBezTo>
                <a:cubicBezTo>
                  <a:pt x="10473" y="8022"/>
                  <a:pt x="10911" y="7478"/>
                  <a:pt x="11299" y="6896"/>
                </a:cubicBezTo>
                <a:cubicBezTo>
                  <a:pt x="11443" y="6986"/>
                  <a:pt x="11744" y="7074"/>
                  <a:pt x="11835" y="7103"/>
                </a:cubicBezTo>
                <a:cubicBezTo>
                  <a:pt x="12114" y="7193"/>
                  <a:pt x="12408" y="7241"/>
                  <a:pt x="12702" y="7241"/>
                </a:cubicBezTo>
                <a:cubicBezTo>
                  <a:pt x="12869" y="7241"/>
                  <a:pt x="13037" y="7225"/>
                  <a:pt x="13202" y="7193"/>
                </a:cubicBezTo>
                <a:cubicBezTo>
                  <a:pt x="14002" y="7036"/>
                  <a:pt x="14717" y="6472"/>
                  <a:pt x="15024" y="5717"/>
                </a:cubicBezTo>
                <a:cubicBezTo>
                  <a:pt x="15191" y="5306"/>
                  <a:pt x="15219" y="4785"/>
                  <a:pt x="14915" y="4461"/>
                </a:cubicBezTo>
                <a:cubicBezTo>
                  <a:pt x="14744" y="4280"/>
                  <a:pt x="14495" y="4196"/>
                  <a:pt x="14243" y="4196"/>
                </a:cubicBezTo>
                <a:cubicBezTo>
                  <a:pt x="14119" y="4196"/>
                  <a:pt x="13995" y="4216"/>
                  <a:pt x="13880" y="4255"/>
                </a:cubicBezTo>
                <a:cubicBezTo>
                  <a:pt x="13526" y="4372"/>
                  <a:pt x="13240" y="4637"/>
                  <a:pt x="13006" y="4925"/>
                </a:cubicBezTo>
                <a:cubicBezTo>
                  <a:pt x="12770" y="5214"/>
                  <a:pt x="12574" y="5534"/>
                  <a:pt x="12334" y="5819"/>
                </a:cubicBezTo>
                <a:cubicBezTo>
                  <a:pt x="12129" y="6065"/>
                  <a:pt x="11889" y="6281"/>
                  <a:pt x="11627" y="6463"/>
                </a:cubicBezTo>
                <a:cubicBezTo>
                  <a:pt x="11603" y="6481"/>
                  <a:pt x="11569" y="6497"/>
                  <a:pt x="11534" y="6515"/>
                </a:cubicBezTo>
                <a:cubicBezTo>
                  <a:pt x="11955" y="5826"/>
                  <a:pt x="12322" y="5070"/>
                  <a:pt x="12591" y="4285"/>
                </a:cubicBezTo>
                <a:cubicBezTo>
                  <a:pt x="12945" y="4111"/>
                  <a:pt x="13321" y="3426"/>
                  <a:pt x="13459" y="3189"/>
                </a:cubicBezTo>
                <a:cubicBezTo>
                  <a:pt x="13749" y="2695"/>
                  <a:pt x="13958" y="2154"/>
                  <a:pt x="14070" y="1590"/>
                </a:cubicBezTo>
                <a:cubicBezTo>
                  <a:pt x="14169" y="1098"/>
                  <a:pt x="14162" y="506"/>
                  <a:pt x="13772" y="187"/>
                </a:cubicBezTo>
                <a:cubicBezTo>
                  <a:pt x="13615" y="58"/>
                  <a:pt x="13418" y="0"/>
                  <a:pt x="132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7" name="Google Shape;297;p18"/>
          <p:cNvGrpSpPr/>
          <p:nvPr/>
        </p:nvGrpSpPr>
        <p:grpSpPr>
          <a:xfrm>
            <a:off x="2798021" y="4617730"/>
            <a:ext cx="3547947" cy="640196"/>
            <a:chOff x="1096425" y="1385101"/>
            <a:chExt cx="5135254" cy="926611"/>
          </a:xfrm>
        </p:grpSpPr>
        <p:sp>
          <p:nvSpPr>
            <p:cNvPr id="298" name="Google Shape;298;p18"/>
            <p:cNvSpPr/>
            <p:nvPr/>
          </p:nvSpPr>
          <p:spPr>
            <a:xfrm>
              <a:off x="1096425" y="1385101"/>
              <a:ext cx="5135254" cy="924623"/>
            </a:xfrm>
            <a:custGeom>
              <a:avLst/>
              <a:gdLst/>
              <a:ahLst/>
              <a:cxnLst/>
              <a:rect l="l" t="t" r="r" b="b"/>
              <a:pathLst>
                <a:path w="69718" h="12553" extrusionOk="0">
                  <a:moveTo>
                    <a:pt x="69717" y="11029"/>
                  </a:moveTo>
                  <a:lnTo>
                    <a:pt x="69717" y="11029"/>
                  </a:lnTo>
                  <a:cubicBezTo>
                    <a:pt x="69717" y="11029"/>
                    <a:pt x="69717" y="11029"/>
                    <a:pt x="69717" y="11029"/>
                  </a:cubicBezTo>
                  <a:lnTo>
                    <a:pt x="69717" y="11029"/>
                  </a:lnTo>
                  <a:cubicBezTo>
                    <a:pt x="69717" y="11029"/>
                    <a:pt x="69717" y="11029"/>
                    <a:pt x="69717" y="11029"/>
                  </a:cubicBezTo>
                  <a:close/>
                  <a:moveTo>
                    <a:pt x="31124" y="1"/>
                  </a:moveTo>
                  <a:cubicBezTo>
                    <a:pt x="26625" y="1"/>
                    <a:pt x="22143" y="517"/>
                    <a:pt x="17840" y="1555"/>
                  </a:cubicBezTo>
                  <a:cubicBezTo>
                    <a:pt x="12531" y="2836"/>
                    <a:pt x="7494" y="4909"/>
                    <a:pt x="3038" y="7787"/>
                  </a:cubicBezTo>
                  <a:cubicBezTo>
                    <a:pt x="2474" y="8149"/>
                    <a:pt x="1" y="9450"/>
                    <a:pt x="61" y="10085"/>
                  </a:cubicBezTo>
                  <a:cubicBezTo>
                    <a:pt x="143" y="10936"/>
                    <a:pt x="2473" y="11118"/>
                    <a:pt x="3258" y="11238"/>
                  </a:cubicBezTo>
                  <a:cubicBezTo>
                    <a:pt x="4982" y="11501"/>
                    <a:pt x="6734" y="11563"/>
                    <a:pt x="8487" y="11563"/>
                  </a:cubicBezTo>
                  <a:cubicBezTo>
                    <a:pt x="9607" y="11563"/>
                    <a:pt x="10728" y="11537"/>
                    <a:pt x="11842" y="11523"/>
                  </a:cubicBezTo>
                  <a:cubicBezTo>
                    <a:pt x="12610" y="11514"/>
                    <a:pt x="13380" y="11509"/>
                    <a:pt x="14149" y="11509"/>
                  </a:cubicBezTo>
                  <a:cubicBezTo>
                    <a:pt x="25833" y="11509"/>
                    <a:pt x="37595" y="12553"/>
                    <a:pt x="49240" y="12553"/>
                  </a:cubicBezTo>
                  <a:cubicBezTo>
                    <a:pt x="56120" y="12553"/>
                    <a:pt x="62959" y="12188"/>
                    <a:pt x="69717" y="11029"/>
                  </a:cubicBezTo>
                  <a:lnTo>
                    <a:pt x="69717" y="11029"/>
                  </a:lnTo>
                  <a:cubicBezTo>
                    <a:pt x="69712" y="11030"/>
                    <a:pt x="69706" y="11030"/>
                    <a:pt x="69700" y="11030"/>
                  </a:cubicBezTo>
                  <a:cubicBezTo>
                    <a:pt x="69304" y="11030"/>
                    <a:pt x="67098" y="9184"/>
                    <a:pt x="66689" y="8935"/>
                  </a:cubicBezTo>
                  <a:cubicBezTo>
                    <a:pt x="65549" y="8243"/>
                    <a:pt x="64357" y="7612"/>
                    <a:pt x="63129" y="7035"/>
                  </a:cubicBezTo>
                  <a:cubicBezTo>
                    <a:pt x="60848" y="5961"/>
                    <a:pt x="58461" y="5077"/>
                    <a:pt x="55995" y="4353"/>
                  </a:cubicBezTo>
                  <a:cubicBezTo>
                    <a:pt x="50114" y="2622"/>
                    <a:pt x="44105" y="1112"/>
                    <a:pt x="37919" y="394"/>
                  </a:cubicBezTo>
                  <a:cubicBezTo>
                    <a:pt x="35663" y="132"/>
                    <a:pt x="33391" y="1"/>
                    <a:pt x="31124" y="1"/>
                  </a:cubicBezTo>
                  <a:close/>
                </a:path>
              </a:pathLst>
            </a:custGeom>
            <a:gradFill>
              <a:gsLst>
                <a:gs pos="0">
                  <a:schemeClr val="lt2"/>
                </a:gs>
                <a:gs pos="100000">
                  <a:schemeClr val="accen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18"/>
            <p:cNvSpPr/>
            <p:nvPr/>
          </p:nvSpPr>
          <p:spPr>
            <a:xfrm>
              <a:off x="1360854" y="1401748"/>
              <a:ext cx="4522129" cy="909965"/>
            </a:xfrm>
            <a:custGeom>
              <a:avLst/>
              <a:gdLst/>
              <a:ahLst/>
              <a:cxnLst/>
              <a:rect l="l" t="t" r="r" b="b"/>
              <a:pathLst>
                <a:path w="61394" h="12354" extrusionOk="0">
                  <a:moveTo>
                    <a:pt x="28689" y="0"/>
                  </a:moveTo>
                  <a:cubicBezTo>
                    <a:pt x="28507" y="0"/>
                    <a:pt x="28388" y="78"/>
                    <a:pt x="28323" y="175"/>
                  </a:cubicBezTo>
                  <a:cubicBezTo>
                    <a:pt x="28193" y="370"/>
                    <a:pt x="28221" y="610"/>
                    <a:pt x="28222" y="815"/>
                  </a:cubicBezTo>
                  <a:cubicBezTo>
                    <a:pt x="28222" y="937"/>
                    <a:pt x="28374" y="1041"/>
                    <a:pt x="28565" y="1056"/>
                  </a:cubicBezTo>
                  <a:cubicBezTo>
                    <a:pt x="28580" y="1057"/>
                    <a:pt x="28595" y="1058"/>
                    <a:pt x="28610" y="1058"/>
                  </a:cubicBezTo>
                  <a:cubicBezTo>
                    <a:pt x="28779" y="1058"/>
                    <a:pt x="28972" y="992"/>
                    <a:pt x="29000" y="880"/>
                  </a:cubicBezTo>
                  <a:cubicBezTo>
                    <a:pt x="29057" y="652"/>
                    <a:pt x="29147" y="406"/>
                    <a:pt x="29057" y="175"/>
                  </a:cubicBezTo>
                  <a:cubicBezTo>
                    <a:pt x="29016" y="75"/>
                    <a:pt x="28853" y="0"/>
                    <a:pt x="28689" y="0"/>
                  </a:cubicBezTo>
                  <a:close/>
                  <a:moveTo>
                    <a:pt x="21757" y="676"/>
                  </a:moveTo>
                  <a:cubicBezTo>
                    <a:pt x="21723" y="676"/>
                    <a:pt x="21687" y="681"/>
                    <a:pt x="21651" y="691"/>
                  </a:cubicBezTo>
                  <a:cubicBezTo>
                    <a:pt x="21473" y="740"/>
                    <a:pt x="21367" y="861"/>
                    <a:pt x="21354" y="1017"/>
                  </a:cubicBezTo>
                  <a:cubicBezTo>
                    <a:pt x="21351" y="1071"/>
                    <a:pt x="21358" y="1123"/>
                    <a:pt x="21354" y="1178"/>
                  </a:cubicBezTo>
                  <a:cubicBezTo>
                    <a:pt x="21354" y="1180"/>
                    <a:pt x="21353" y="1184"/>
                    <a:pt x="21351" y="1188"/>
                  </a:cubicBezTo>
                  <a:cubicBezTo>
                    <a:pt x="21338" y="1212"/>
                    <a:pt x="21336" y="1220"/>
                    <a:pt x="21337" y="1220"/>
                  </a:cubicBezTo>
                  <a:cubicBezTo>
                    <a:pt x="21337" y="1220"/>
                    <a:pt x="21338" y="1218"/>
                    <a:pt x="21340" y="1216"/>
                  </a:cubicBezTo>
                  <a:lnTo>
                    <a:pt x="21340" y="1216"/>
                  </a:lnTo>
                  <a:cubicBezTo>
                    <a:pt x="21241" y="1380"/>
                    <a:pt x="21287" y="1606"/>
                    <a:pt x="21492" y="1696"/>
                  </a:cubicBezTo>
                  <a:cubicBezTo>
                    <a:pt x="21562" y="1727"/>
                    <a:pt x="21634" y="1741"/>
                    <a:pt x="21705" y="1741"/>
                  </a:cubicBezTo>
                  <a:cubicBezTo>
                    <a:pt x="21848" y="1741"/>
                    <a:pt x="21984" y="1681"/>
                    <a:pt x="22069" y="1569"/>
                  </a:cubicBezTo>
                  <a:cubicBezTo>
                    <a:pt x="22224" y="1370"/>
                    <a:pt x="22290" y="1046"/>
                    <a:pt x="22106" y="845"/>
                  </a:cubicBezTo>
                  <a:cubicBezTo>
                    <a:pt x="22020" y="752"/>
                    <a:pt x="21897" y="676"/>
                    <a:pt x="21757" y="676"/>
                  </a:cubicBezTo>
                  <a:close/>
                  <a:moveTo>
                    <a:pt x="26536" y="739"/>
                  </a:moveTo>
                  <a:cubicBezTo>
                    <a:pt x="26356" y="739"/>
                    <a:pt x="26180" y="822"/>
                    <a:pt x="26143" y="993"/>
                  </a:cubicBezTo>
                  <a:cubicBezTo>
                    <a:pt x="26101" y="1185"/>
                    <a:pt x="26100" y="1364"/>
                    <a:pt x="26055" y="1540"/>
                  </a:cubicBezTo>
                  <a:cubicBezTo>
                    <a:pt x="26004" y="1731"/>
                    <a:pt x="26123" y="1934"/>
                    <a:pt x="26358" y="1986"/>
                  </a:cubicBezTo>
                  <a:cubicBezTo>
                    <a:pt x="26396" y="1995"/>
                    <a:pt x="26434" y="1999"/>
                    <a:pt x="26472" y="1999"/>
                  </a:cubicBezTo>
                  <a:cubicBezTo>
                    <a:pt x="26662" y="1999"/>
                    <a:pt x="26832" y="1890"/>
                    <a:pt x="26891" y="1732"/>
                  </a:cubicBezTo>
                  <a:cubicBezTo>
                    <a:pt x="26978" y="1491"/>
                    <a:pt x="27023" y="1242"/>
                    <a:pt x="26956" y="993"/>
                  </a:cubicBezTo>
                  <a:cubicBezTo>
                    <a:pt x="26910" y="826"/>
                    <a:pt x="26721" y="739"/>
                    <a:pt x="26536" y="739"/>
                  </a:cubicBezTo>
                  <a:close/>
                  <a:moveTo>
                    <a:pt x="33642" y="1483"/>
                  </a:moveTo>
                  <a:cubicBezTo>
                    <a:pt x="33504" y="1483"/>
                    <a:pt x="33365" y="1548"/>
                    <a:pt x="33327" y="1678"/>
                  </a:cubicBezTo>
                  <a:cubicBezTo>
                    <a:pt x="33266" y="1898"/>
                    <a:pt x="33244" y="2085"/>
                    <a:pt x="33307" y="2306"/>
                  </a:cubicBezTo>
                  <a:cubicBezTo>
                    <a:pt x="33348" y="2444"/>
                    <a:pt x="33495" y="2514"/>
                    <a:pt x="33641" y="2514"/>
                  </a:cubicBezTo>
                  <a:cubicBezTo>
                    <a:pt x="33787" y="2514"/>
                    <a:pt x="33933" y="2444"/>
                    <a:pt x="33974" y="2306"/>
                  </a:cubicBezTo>
                  <a:cubicBezTo>
                    <a:pt x="34039" y="2085"/>
                    <a:pt x="34018" y="1896"/>
                    <a:pt x="33957" y="1678"/>
                  </a:cubicBezTo>
                  <a:cubicBezTo>
                    <a:pt x="33919" y="1548"/>
                    <a:pt x="33781" y="1483"/>
                    <a:pt x="33642" y="1483"/>
                  </a:cubicBezTo>
                  <a:close/>
                  <a:moveTo>
                    <a:pt x="38876" y="1555"/>
                  </a:moveTo>
                  <a:cubicBezTo>
                    <a:pt x="38773" y="1555"/>
                    <a:pt x="38670" y="1597"/>
                    <a:pt x="38605" y="1681"/>
                  </a:cubicBezTo>
                  <a:cubicBezTo>
                    <a:pt x="38384" y="1970"/>
                    <a:pt x="38467" y="2412"/>
                    <a:pt x="38615" y="2712"/>
                  </a:cubicBezTo>
                  <a:cubicBezTo>
                    <a:pt x="38667" y="2820"/>
                    <a:pt x="38771" y="2873"/>
                    <a:pt x="38875" y="2873"/>
                  </a:cubicBezTo>
                  <a:cubicBezTo>
                    <a:pt x="38979" y="2873"/>
                    <a:pt x="39083" y="2820"/>
                    <a:pt x="39135" y="2712"/>
                  </a:cubicBezTo>
                  <a:cubicBezTo>
                    <a:pt x="39285" y="2412"/>
                    <a:pt x="39368" y="1972"/>
                    <a:pt x="39147" y="1681"/>
                  </a:cubicBezTo>
                  <a:cubicBezTo>
                    <a:pt x="39082" y="1597"/>
                    <a:pt x="38979" y="1555"/>
                    <a:pt x="38876" y="1555"/>
                  </a:cubicBezTo>
                  <a:close/>
                  <a:moveTo>
                    <a:pt x="19131" y="1460"/>
                  </a:moveTo>
                  <a:cubicBezTo>
                    <a:pt x="18931" y="1460"/>
                    <a:pt x="18732" y="1552"/>
                    <a:pt x="18686" y="1738"/>
                  </a:cubicBezTo>
                  <a:cubicBezTo>
                    <a:pt x="18611" y="2049"/>
                    <a:pt x="18567" y="2389"/>
                    <a:pt x="18580" y="2706"/>
                  </a:cubicBezTo>
                  <a:cubicBezTo>
                    <a:pt x="18586" y="2884"/>
                    <a:pt x="18789" y="3033"/>
                    <a:pt x="18989" y="3033"/>
                  </a:cubicBezTo>
                  <a:cubicBezTo>
                    <a:pt x="19077" y="3033"/>
                    <a:pt x="19165" y="3004"/>
                    <a:pt x="19234" y="2934"/>
                  </a:cubicBezTo>
                  <a:cubicBezTo>
                    <a:pt x="19566" y="2600"/>
                    <a:pt x="19689" y="2165"/>
                    <a:pt x="19580" y="1738"/>
                  </a:cubicBezTo>
                  <a:cubicBezTo>
                    <a:pt x="19533" y="1553"/>
                    <a:pt x="19332" y="1460"/>
                    <a:pt x="19131" y="1460"/>
                  </a:cubicBezTo>
                  <a:close/>
                  <a:moveTo>
                    <a:pt x="12069" y="2343"/>
                  </a:moveTo>
                  <a:cubicBezTo>
                    <a:pt x="11939" y="2343"/>
                    <a:pt x="11809" y="2394"/>
                    <a:pt x="11750" y="2495"/>
                  </a:cubicBezTo>
                  <a:cubicBezTo>
                    <a:pt x="11725" y="2539"/>
                    <a:pt x="11699" y="2585"/>
                    <a:pt x="11684" y="2632"/>
                  </a:cubicBezTo>
                  <a:cubicBezTo>
                    <a:pt x="11661" y="2713"/>
                    <a:pt x="11675" y="2775"/>
                    <a:pt x="11690" y="2856"/>
                  </a:cubicBezTo>
                  <a:cubicBezTo>
                    <a:pt x="11699" y="2916"/>
                    <a:pt x="11710" y="2974"/>
                    <a:pt x="11721" y="3032"/>
                  </a:cubicBezTo>
                  <a:cubicBezTo>
                    <a:pt x="11742" y="3154"/>
                    <a:pt x="11919" y="3256"/>
                    <a:pt x="12059" y="3256"/>
                  </a:cubicBezTo>
                  <a:cubicBezTo>
                    <a:pt x="12063" y="3256"/>
                    <a:pt x="12067" y="3256"/>
                    <a:pt x="12071" y="3256"/>
                  </a:cubicBezTo>
                  <a:cubicBezTo>
                    <a:pt x="12136" y="3254"/>
                    <a:pt x="12199" y="3240"/>
                    <a:pt x="12256" y="3214"/>
                  </a:cubicBezTo>
                  <a:cubicBezTo>
                    <a:pt x="12324" y="3183"/>
                    <a:pt x="12411" y="3099"/>
                    <a:pt x="12423" y="3032"/>
                  </a:cubicBezTo>
                  <a:cubicBezTo>
                    <a:pt x="12433" y="2974"/>
                    <a:pt x="12442" y="2914"/>
                    <a:pt x="12453" y="2856"/>
                  </a:cubicBezTo>
                  <a:cubicBezTo>
                    <a:pt x="12464" y="2775"/>
                    <a:pt x="12478" y="2713"/>
                    <a:pt x="12455" y="2632"/>
                  </a:cubicBezTo>
                  <a:cubicBezTo>
                    <a:pt x="12442" y="2583"/>
                    <a:pt x="12417" y="2539"/>
                    <a:pt x="12389" y="2495"/>
                  </a:cubicBezTo>
                  <a:cubicBezTo>
                    <a:pt x="12330" y="2394"/>
                    <a:pt x="12199" y="2343"/>
                    <a:pt x="12069" y="2343"/>
                  </a:cubicBezTo>
                  <a:close/>
                  <a:moveTo>
                    <a:pt x="35553" y="2031"/>
                  </a:moveTo>
                  <a:cubicBezTo>
                    <a:pt x="35390" y="2031"/>
                    <a:pt x="35229" y="2128"/>
                    <a:pt x="35185" y="2263"/>
                  </a:cubicBezTo>
                  <a:cubicBezTo>
                    <a:pt x="35120" y="2459"/>
                    <a:pt x="35203" y="2696"/>
                    <a:pt x="35152" y="2866"/>
                  </a:cubicBezTo>
                  <a:cubicBezTo>
                    <a:pt x="35080" y="3104"/>
                    <a:pt x="35307" y="3275"/>
                    <a:pt x="35540" y="3275"/>
                  </a:cubicBezTo>
                  <a:cubicBezTo>
                    <a:pt x="35662" y="3275"/>
                    <a:pt x="35785" y="3228"/>
                    <a:pt x="35867" y="3119"/>
                  </a:cubicBezTo>
                  <a:cubicBezTo>
                    <a:pt x="36104" y="2805"/>
                    <a:pt x="36148" y="2303"/>
                    <a:pt x="35733" y="2077"/>
                  </a:cubicBezTo>
                  <a:cubicBezTo>
                    <a:pt x="35677" y="2045"/>
                    <a:pt x="35615" y="2031"/>
                    <a:pt x="35553" y="2031"/>
                  </a:cubicBezTo>
                  <a:close/>
                  <a:moveTo>
                    <a:pt x="42154" y="2093"/>
                  </a:moveTo>
                  <a:cubicBezTo>
                    <a:pt x="41990" y="2093"/>
                    <a:pt x="41825" y="2170"/>
                    <a:pt x="41781" y="2325"/>
                  </a:cubicBezTo>
                  <a:cubicBezTo>
                    <a:pt x="41687" y="2661"/>
                    <a:pt x="41733" y="2994"/>
                    <a:pt x="41809" y="3328"/>
                  </a:cubicBezTo>
                  <a:cubicBezTo>
                    <a:pt x="41842" y="3472"/>
                    <a:pt x="41998" y="3543"/>
                    <a:pt x="42155" y="3543"/>
                  </a:cubicBezTo>
                  <a:cubicBezTo>
                    <a:pt x="42311" y="3543"/>
                    <a:pt x="42468" y="3472"/>
                    <a:pt x="42500" y="3328"/>
                  </a:cubicBezTo>
                  <a:cubicBezTo>
                    <a:pt x="42577" y="2995"/>
                    <a:pt x="42622" y="2663"/>
                    <a:pt x="42527" y="2325"/>
                  </a:cubicBezTo>
                  <a:cubicBezTo>
                    <a:pt x="42484" y="2170"/>
                    <a:pt x="42319" y="2093"/>
                    <a:pt x="42154" y="2093"/>
                  </a:cubicBezTo>
                  <a:close/>
                  <a:moveTo>
                    <a:pt x="30854" y="2309"/>
                  </a:moveTo>
                  <a:cubicBezTo>
                    <a:pt x="30672" y="2309"/>
                    <a:pt x="30552" y="2412"/>
                    <a:pt x="30486" y="2543"/>
                  </a:cubicBezTo>
                  <a:cubicBezTo>
                    <a:pt x="30358" y="2805"/>
                    <a:pt x="30384" y="3128"/>
                    <a:pt x="30387" y="3407"/>
                  </a:cubicBezTo>
                  <a:cubicBezTo>
                    <a:pt x="30387" y="3570"/>
                    <a:pt x="30537" y="3714"/>
                    <a:pt x="30730" y="3734"/>
                  </a:cubicBezTo>
                  <a:cubicBezTo>
                    <a:pt x="30745" y="3736"/>
                    <a:pt x="30760" y="3736"/>
                    <a:pt x="30775" y="3736"/>
                  </a:cubicBezTo>
                  <a:cubicBezTo>
                    <a:pt x="30942" y="3736"/>
                    <a:pt x="31136" y="3648"/>
                    <a:pt x="31165" y="3496"/>
                  </a:cubicBezTo>
                  <a:cubicBezTo>
                    <a:pt x="31222" y="3185"/>
                    <a:pt x="31312" y="2856"/>
                    <a:pt x="31222" y="2543"/>
                  </a:cubicBezTo>
                  <a:cubicBezTo>
                    <a:pt x="31181" y="2407"/>
                    <a:pt x="31017" y="2309"/>
                    <a:pt x="30854" y="2309"/>
                  </a:cubicBezTo>
                  <a:close/>
                  <a:moveTo>
                    <a:pt x="14779" y="2418"/>
                  </a:moveTo>
                  <a:cubicBezTo>
                    <a:pt x="14600" y="2418"/>
                    <a:pt x="14429" y="2499"/>
                    <a:pt x="14393" y="2680"/>
                  </a:cubicBezTo>
                  <a:cubicBezTo>
                    <a:pt x="14338" y="2952"/>
                    <a:pt x="14265" y="3215"/>
                    <a:pt x="14263" y="3494"/>
                  </a:cubicBezTo>
                  <a:cubicBezTo>
                    <a:pt x="14261" y="3692"/>
                    <a:pt x="14453" y="3807"/>
                    <a:pt x="14648" y="3807"/>
                  </a:cubicBezTo>
                  <a:cubicBezTo>
                    <a:pt x="14773" y="3807"/>
                    <a:pt x="14900" y="3759"/>
                    <a:pt x="14977" y="3656"/>
                  </a:cubicBezTo>
                  <a:cubicBezTo>
                    <a:pt x="15178" y="3385"/>
                    <a:pt x="15233" y="3091"/>
                    <a:pt x="15245" y="2776"/>
                  </a:cubicBezTo>
                  <a:cubicBezTo>
                    <a:pt x="15253" y="2551"/>
                    <a:pt x="15009" y="2418"/>
                    <a:pt x="14779" y="2418"/>
                  </a:cubicBezTo>
                  <a:close/>
                  <a:moveTo>
                    <a:pt x="45205" y="2793"/>
                  </a:moveTo>
                  <a:cubicBezTo>
                    <a:pt x="45094" y="2793"/>
                    <a:pt x="44986" y="2836"/>
                    <a:pt x="44934" y="2930"/>
                  </a:cubicBezTo>
                  <a:cubicBezTo>
                    <a:pt x="44752" y="3259"/>
                    <a:pt x="44784" y="3686"/>
                    <a:pt x="44848" y="4039"/>
                  </a:cubicBezTo>
                  <a:cubicBezTo>
                    <a:pt x="44871" y="4165"/>
                    <a:pt x="45003" y="4226"/>
                    <a:pt x="45139" y="4226"/>
                  </a:cubicBezTo>
                  <a:cubicBezTo>
                    <a:pt x="45251" y="4226"/>
                    <a:pt x="45365" y="4184"/>
                    <a:pt x="45421" y="4102"/>
                  </a:cubicBezTo>
                  <a:cubicBezTo>
                    <a:pt x="45642" y="3772"/>
                    <a:pt x="45749" y="3273"/>
                    <a:pt x="45509" y="2930"/>
                  </a:cubicBezTo>
                  <a:cubicBezTo>
                    <a:pt x="45448" y="2843"/>
                    <a:pt x="45325" y="2793"/>
                    <a:pt x="45205" y="2793"/>
                  </a:cubicBezTo>
                  <a:close/>
                  <a:moveTo>
                    <a:pt x="27509" y="3309"/>
                  </a:moveTo>
                  <a:cubicBezTo>
                    <a:pt x="27393" y="3309"/>
                    <a:pt x="27268" y="3368"/>
                    <a:pt x="27228" y="3467"/>
                  </a:cubicBezTo>
                  <a:cubicBezTo>
                    <a:pt x="27097" y="3782"/>
                    <a:pt x="26907" y="4144"/>
                    <a:pt x="27016" y="4483"/>
                  </a:cubicBezTo>
                  <a:cubicBezTo>
                    <a:pt x="27050" y="4588"/>
                    <a:pt x="27150" y="4637"/>
                    <a:pt x="27256" y="4637"/>
                  </a:cubicBezTo>
                  <a:cubicBezTo>
                    <a:pt x="27324" y="4637"/>
                    <a:pt x="27394" y="4617"/>
                    <a:pt x="27452" y="4579"/>
                  </a:cubicBezTo>
                  <a:cubicBezTo>
                    <a:pt x="27831" y="4324"/>
                    <a:pt x="27814" y="3829"/>
                    <a:pt x="27735" y="3467"/>
                  </a:cubicBezTo>
                  <a:cubicBezTo>
                    <a:pt x="27712" y="3357"/>
                    <a:pt x="27614" y="3309"/>
                    <a:pt x="27509" y="3309"/>
                  </a:cubicBezTo>
                  <a:close/>
                  <a:moveTo>
                    <a:pt x="48928" y="3715"/>
                  </a:moveTo>
                  <a:cubicBezTo>
                    <a:pt x="48779" y="3715"/>
                    <a:pt x="48631" y="3784"/>
                    <a:pt x="48597" y="3920"/>
                  </a:cubicBezTo>
                  <a:cubicBezTo>
                    <a:pt x="48503" y="4304"/>
                    <a:pt x="48419" y="4800"/>
                    <a:pt x="48727" y="5124"/>
                  </a:cubicBezTo>
                  <a:cubicBezTo>
                    <a:pt x="48771" y="5171"/>
                    <a:pt x="48849" y="5194"/>
                    <a:pt x="48928" y="5194"/>
                  </a:cubicBezTo>
                  <a:cubicBezTo>
                    <a:pt x="49007" y="5194"/>
                    <a:pt x="49086" y="5171"/>
                    <a:pt x="49129" y="5124"/>
                  </a:cubicBezTo>
                  <a:cubicBezTo>
                    <a:pt x="49436" y="4800"/>
                    <a:pt x="49353" y="4304"/>
                    <a:pt x="49259" y="3920"/>
                  </a:cubicBezTo>
                  <a:cubicBezTo>
                    <a:pt x="49225" y="3784"/>
                    <a:pt x="49076" y="3715"/>
                    <a:pt x="48928" y="3715"/>
                  </a:cubicBezTo>
                  <a:close/>
                  <a:moveTo>
                    <a:pt x="37614" y="4214"/>
                  </a:moveTo>
                  <a:cubicBezTo>
                    <a:pt x="37514" y="4214"/>
                    <a:pt x="37416" y="4255"/>
                    <a:pt x="37357" y="4337"/>
                  </a:cubicBezTo>
                  <a:cubicBezTo>
                    <a:pt x="37280" y="4442"/>
                    <a:pt x="37279" y="4563"/>
                    <a:pt x="37260" y="4682"/>
                  </a:cubicBezTo>
                  <a:cubicBezTo>
                    <a:pt x="37241" y="4810"/>
                    <a:pt x="37228" y="4938"/>
                    <a:pt x="37209" y="5066"/>
                  </a:cubicBezTo>
                  <a:cubicBezTo>
                    <a:pt x="37185" y="5248"/>
                    <a:pt x="37381" y="5358"/>
                    <a:pt x="37573" y="5358"/>
                  </a:cubicBezTo>
                  <a:cubicBezTo>
                    <a:pt x="37694" y="5358"/>
                    <a:pt x="37813" y="5314"/>
                    <a:pt x="37873" y="5217"/>
                  </a:cubicBezTo>
                  <a:cubicBezTo>
                    <a:pt x="38035" y="4955"/>
                    <a:pt x="38132" y="4513"/>
                    <a:pt x="37833" y="4287"/>
                  </a:cubicBezTo>
                  <a:cubicBezTo>
                    <a:pt x="37770" y="4238"/>
                    <a:pt x="37691" y="4214"/>
                    <a:pt x="37614" y="4214"/>
                  </a:cubicBezTo>
                  <a:close/>
                  <a:moveTo>
                    <a:pt x="24197" y="4099"/>
                  </a:moveTo>
                  <a:cubicBezTo>
                    <a:pt x="24094" y="4099"/>
                    <a:pt x="23994" y="4145"/>
                    <a:pt x="23926" y="4223"/>
                  </a:cubicBezTo>
                  <a:cubicBezTo>
                    <a:pt x="23817" y="4349"/>
                    <a:pt x="23823" y="4516"/>
                    <a:pt x="23801" y="4667"/>
                  </a:cubicBezTo>
                  <a:cubicBezTo>
                    <a:pt x="23778" y="4825"/>
                    <a:pt x="23766" y="4974"/>
                    <a:pt x="23760" y="5131"/>
                  </a:cubicBezTo>
                  <a:cubicBezTo>
                    <a:pt x="23754" y="5311"/>
                    <a:pt x="23963" y="5438"/>
                    <a:pt x="24157" y="5438"/>
                  </a:cubicBezTo>
                  <a:cubicBezTo>
                    <a:pt x="24274" y="5438"/>
                    <a:pt x="24386" y="5392"/>
                    <a:pt x="24442" y="5285"/>
                  </a:cubicBezTo>
                  <a:cubicBezTo>
                    <a:pt x="24609" y="4971"/>
                    <a:pt x="24745" y="4444"/>
                    <a:pt x="24403" y="4172"/>
                  </a:cubicBezTo>
                  <a:cubicBezTo>
                    <a:pt x="24341" y="4121"/>
                    <a:pt x="24268" y="4099"/>
                    <a:pt x="24197" y="4099"/>
                  </a:cubicBezTo>
                  <a:close/>
                  <a:moveTo>
                    <a:pt x="33430" y="4074"/>
                  </a:moveTo>
                  <a:cubicBezTo>
                    <a:pt x="33364" y="4074"/>
                    <a:pt x="33298" y="4095"/>
                    <a:pt x="33243" y="4138"/>
                  </a:cubicBezTo>
                  <a:cubicBezTo>
                    <a:pt x="33090" y="4259"/>
                    <a:pt x="33087" y="4415"/>
                    <a:pt x="33061" y="4579"/>
                  </a:cubicBezTo>
                  <a:cubicBezTo>
                    <a:pt x="33033" y="4737"/>
                    <a:pt x="32993" y="4897"/>
                    <a:pt x="32946" y="5051"/>
                  </a:cubicBezTo>
                  <a:cubicBezTo>
                    <a:pt x="32871" y="5291"/>
                    <a:pt x="33105" y="5448"/>
                    <a:pt x="33332" y="5448"/>
                  </a:cubicBezTo>
                  <a:cubicBezTo>
                    <a:pt x="33482" y="5448"/>
                    <a:pt x="33628" y="5379"/>
                    <a:pt x="33680" y="5221"/>
                  </a:cubicBezTo>
                  <a:cubicBezTo>
                    <a:pt x="33778" y="4929"/>
                    <a:pt x="33948" y="4369"/>
                    <a:pt x="33625" y="4138"/>
                  </a:cubicBezTo>
                  <a:cubicBezTo>
                    <a:pt x="33567" y="4097"/>
                    <a:pt x="33498" y="4074"/>
                    <a:pt x="33430" y="4074"/>
                  </a:cubicBezTo>
                  <a:close/>
                  <a:moveTo>
                    <a:pt x="17247" y="3637"/>
                  </a:moveTo>
                  <a:cubicBezTo>
                    <a:pt x="17085" y="3637"/>
                    <a:pt x="16929" y="3712"/>
                    <a:pt x="16886" y="3879"/>
                  </a:cubicBezTo>
                  <a:cubicBezTo>
                    <a:pt x="16782" y="4276"/>
                    <a:pt x="16716" y="4759"/>
                    <a:pt x="16742" y="5165"/>
                  </a:cubicBezTo>
                  <a:cubicBezTo>
                    <a:pt x="16755" y="5364"/>
                    <a:pt x="16949" y="5488"/>
                    <a:pt x="17145" y="5488"/>
                  </a:cubicBezTo>
                  <a:cubicBezTo>
                    <a:pt x="17267" y="5488"/>
                    <a:pt x="17390" y="5440"/>
                    <a:pt x="17471" y="5330"/>
                  </a:cubicBezTo>
                  <a:cubicBezTo>
                    <a:pt x="17766" y="4926"/>
                    <a:pt x="17839" y="4333"/>
                    <a:pt x="17664" y="3879"/>
                  </a:cubicBezTo>
                  <a:cubicBezTo>
                    <a:pt x="17604" y="3724"/>
                    <a:pt x="17422" y="3637"/>
                    <a:pt x="17247" y="3637"/>
                  </a:cubicBezTo>
                  <a:close/>
                  <a:moveTo>
                    <a:pt x="41147" y="4396"/>
                  </a:moveTo>
                  <a:cubicBezTo>
                    <a:pt x="41047" y="4396"/>
                    <a:pt x="40949" y="4437"/>
                    <a:pt x="40890" y="4519"/>
                  </a:cubicBezTo>
                  <a:cubicBezTo>
                    <a:pt x="40813" y="4624"/>
                    <a:pt x="40812" y="4745"/>
                    <a:pt x="40793" y="4864"/>
                  </a:cubicBezTo>
                  <a:cubicBezTo>
                    <a:pt x="40774" y="4992"/>
                    <a:pt x="40761" y="5120"/>
                    <a:pt x="40742" y="5248"/>
                  </a:cubicBezTo>
                  <a:cubicBezTo>
                    <a:pt x="40718" y="5430"/>
                    <a:pt x="40914" y="5540"/>
                    <a:pt x="41106" y="5540"/>
                  </a:cubicBezTo>
                  <a:cubicBezTo>
                    <a:pt x="41227" y="5540"/>
                    <a:pt x="41346" y="5496"/>
                    <a:pt x="41406" y="5399"/>
                  </a:cubicBezTo>
                  <a:cubicBezTo>
                    <a:pt x="41566" y="5137"/>
                    <a:pt x="41665" y="4697"/>
                    <a:pt x="41366" y="4468"/>
                  </a:cubicBezTo>
                  <a:cubicBezTo>
                    <a:pt x="41303" y="4420"/>
                    <a:pt x="41224" y="4396"/>
                    <a:pt x="41147" y="4396"/>
                  </a:cubicBezTo>
                  <a:close/>
                  <a:moveTo>
                    <a:pt x="20772" y="4209"/>
                  </a:moveTo>
                  <a:cubicBezTo>
                    <a:pt x="20661" y="4209"/>
                    <a:pt x="20553" y="4253"/>
                    <a:pt x="20493" y="4353"/>
                  </a:cubicBezTo>
                  <a:cubicBezTo>
                    <a:pt x="20303" y="4673"/>
                    <a:pt x="20320" y="5016"/>
                    <a:pt x="20379" y="5362"/>
                  </a:cubicBezTo>
                  <a:cubicBezTo>
                    <a:pt x="20400" y="5490"/>
                    <a:pt x="20584" y="5583"/>
                    <a:pt x="20727" y="5583"/>
                  </a:cubicBezTo>
                  <a:cubicBezTo>
                    <a:pt x="20889" y="5583"/>
                    <a:pt x="21030" y="5489"/>
                    <a:pt x="21075" y="5362"/>
                  </a:cubicBezTo>
                  <a:cubicBezTo>
                    <a:pt x="21183" y="5061"/>
                    <a:pt x="21255" y="4727"/>
                    <a:pt x="21139" y="4425"/>
                  </a:cubicBezTo>
                  <a:cubicBezTo>
                    <a:pt x="21088" y="4292"/>
                    <a:pt x="20927" y="4209"/>
                    <a:pt x="20772" y="4209"/>
                  </a:cubicBezTo>
                  <a:close/>
                  <a:moveTo>
                    <a:pt x="43296" y="4493"/>
                  </a:moveTo>
                  <a:cubicBezTo>
                    <a:pt x="43096" y="4493"/>
                    <a:pt x="42981" y="4624"/>
                    <a:pt x="42959" y="4775"/>
                  </a:cubicBezTo>
                  <a:cubicBezTo>
                    <a:pt x="42930" y="4986"/>
                    <a:pt x="42911" y="5184"/>
                    <a:pt x="42952" y="5393"/>
                  </a:cubicBezTo>
                  <a:cubicBezTo>
                    <a:pt x="42980" y="5535"/>
                    <a:pt x="43138" y="5607"/>
                    <a:pt x="43296" y="5607"/>
                  </a:cubicBezTo>
                  <a:cubicBezTo>
                    <a:pt x="43453" y="5607"/>
                    <a:pt x="43611" y="5535"/>
                    <a:pt x="43640" y="5393"/>
                  </a:cubicBezTo>
                  <a:cubicBezTo>
                    <a:pt x="43682" y="5184"/>
                    <a:pt x="43661" y="4986"/>
                    <a:pt x="43632" y="4775"/>
                  </a:cubicBezTo>
                  <a:cubicBezTo>
                    <a:pt x="43610" y="4624"/>
                    <a:pt x="43493" y="4493"/>
                    <a:pt x="43296" y="4493"/>
                  </a:cubicBezTo>
                  <a:close/>
                  <a:moveTo>
                    <a:pt x="12067" y="4320"/>
                  </a:moveTo>
                  <a:cubicBezTo>
                    <a:pt x="11994" y="4320"/>
                    <a:pt x="11922" y="4342"/>
                    <a:pt x="11870" y="4384"/>
                  </a:cubicBezTo>
                  <a:cubicBezTo>
                    <a:pt x="11721" y="4512"/>
                    <a:pt x="11689" y="4682"/>
                    <a:pt x="11641" y="4851"/>
                  </a:cubicBezTo>
                  <a:cubicBezTo>
                    <a:pt x="11591" y="5030"/>
                    <a:pt x="11558" y="5200"/>
                    <a:pt x="11566" y="5381"/>
                  </a:cubicBezTo>
                  <a:cubicBezTo>
                    <a:pt x="11575" y="5564"/>
                    <a:pt x="11736" y="5659"/>
                    <a:pt x="11900" y="5659"/>
                  </a:cubicBezTo>
                  <a:cubicBezTo>
                    <a:pt x="12037" y="5659"/>
                    <a:pt x="12176" y="5594"/>
                    <a:pt x="12235" y="5458"/>
                  </a:cubicBezTo>
                  <a:cubicBezTo>
                    <a:pt x="12309" y="5285"/>
                    <a:pt x="12334" y="5115"/>
                    <a:pt x="12353" y="4931"/>
                  </a:cubicBezTo>
                  <a:cubicBezTo>
                    <a:pt x="12372" y="4756"/>
                    <a:pt x="12398" y="4595"/>
                    <a:pt x="12299" y="4432"/>
                  </a:cubicBezTo>
                  <a:cubicBezTo>
                    <a:pt x="12254" y="4356"/>
                    <a:pt x="12161" y="4320"/>
                    <a:pt x="12067" y="4320"/>
                  </a:cubicBezTo>
                  <a:close/>
                  <a:moveTo>
                    <a:pt x="8875" y="4572"/>
                  </a:moveTo>
                  <a:cubicBezTo>
                    <a:pt x="8716" y="4572"/>
                    <a:pt x="8586" y="4656"/>
                    <a:pt x="8535" y="4785"/>
                  </a:cubicBezTo>
                  <a:cubicBezTo>
                    <a:pt x="8449" y="5006"/>
                    <a:pt x="8393" y="5255"/>
                    <a:pt x="8471" y="5479"/>
                  </a:cubicBezTo>
                  <a:cubicBezTo>
                    <a:pt x="8517" y="5609"/>
                    <a:pt x="8665" y="5684"/>
                    <a:pt x="8811" y="5684"/>
                  </a:cubicBezTo>
                  <a:cubicBezTo>
                    <a:pt x="8922" y="5684"/>
                    <a:pt x="9031" y="5641"/>
                    <a:pt x="9095" y="5547"/>
                  </a:cubicBezTo>
                  <a:cubicBezTo>
                    <a:pt x="9233" y="5341"/>
                    <a:pt x="9249" y="5096"/>
                    <a:pt x="9224" y="4864"/>
                  </a:cubicBezTo>
                  <a:cubicBezTo>
                    <a:pt x="9207" y="4718"/>
                    <a:pt x="9102" y="4593"/>
                    <a:pt x="8920" y="4574"/>
                  </a:cubicBezTo>
                  <a:cubicBezTo>
                    <a:pt x="8905" y="4573"/>
                    <a:pt x="8890" y="4572"/>
                    <a:pt x="8875" y="4572"/>
                  </a:cubicBezTo>
                  <a:close/>
                  <a:moveTo>
                    <a:pt x="30109" y="4705"/>
                  </a:moveTo>
                  <a:cubicBezTo>
                    <a:pt x="30004" y="4705"/>
                    <a:pt x="29899" y="4747"/>
                    <a:pt x="29830" y="4836"/>
                  </a:cubicBezTo>
                  <a:cubicBezTo>
                    <a:pt x="29714" y="4987"/>
                    <a:pt x="29697" y="5205"/>
                    <a:pt x="29720" y="5381"/>
                  </a:cubicBezTo>
                  <a:cubicBezTo>
                    <a:pt x="29745" y="5567"/>
                    <a:pt x="29836" y="5714"/>
                    <a:pt x="29982" y="5852"/>
                  </a:cubicBezTo>
                  <a:cubicBezTo>
                    <a:pt x="30028" y="5897"/>
                    <a:pt x="30093" y="5917"/>
                    <a:pt x="30158" y="5917"/>
                  </a:cubicBezTo>
                  <a:cubicBezTo>
                    <a:pt x="30274" y="5917"/>
                    <a:pt x="30393" y="5854"/>
                    <a:pt x="30422" y="5755"/>
                  </a:cubicBezTo>
                  <a:cubicBezTo>
                    <a:pt x="30460" y="5617"/>
                    <a:pt x="30489" y="5480"/>
                    <a:pt x="30485" y="5338"/>
                  </a:cubicBezTo>
                  <a:cubicBezTo>
                    <a:pt x="30480" y="5200"/>
                    <a:pt x="30483" y="5032"/>
                    <a:pt x="30431" y="4902"/>
                  </a:cubicBezTo>
                  <a:cubicBezTo>
                    <a:pt x="30378" y="4775"/>
                    <a:pt x="30244" y="4705"/>
                    <a:pt x="30109" y="4705"/>
                  </a:cubicBezTo>
                  <a:close/>
                  <a:moveTo>
                    <a:pt x="52778" y="4685"/>
                  </a:moveTo>
                  <a:cubicBezTo>
                    <a:pt x="52630" y="4685"/>
                    <a:pt x="52484" y="4758"/>
                    <a:pt x="52428" y="4904"/>
                  </a:cubicBezTo>
                  <a:cubicBezTo>
                    <a:pt x="52348" y="5111"/>
                    <a:pt x="52337" y="5349"/>
                    <a:pt x="52290" y="5563"/>
                  </a:cubicBezTo>
                  <a:cubicBezTo>
                    <a:pt x="52242" y="5779"/>
                    <a:pt x="52445" y="5942"/>
                    <a:pt x="52652" y="5942"/>
                  </a:cubicBezTo>
                  <a:cubicBezTo>
                    <a:pt x="52759" y="5942"/>
                    <a:pt x="52868" y="5898"/>
                    <a:pt x="52945" y="5796"/>
                  </a:cubicBezTo>
                  <a:cubicBezTo>
                    <a:pt x="53132" y="5546"/>
                    <a:pt x="53250" y="5198"/>
                    <a:pt x="53134" y="4904"/>
                  </a:cubicBezTo>
                  <a:cubicBezTo>
                    <a:pt x="53076" y="4759"/>
                    <a:pt x="52926" y="4685"/>
                    <a:pt x="52778" y="4685"/>
                  </a:cubicBezTo>
                  <a:close/>
                  <a:moveTo>
                    <a:pt x="46090" y="4882"/>
                  </a:moveTo>
                  <a:cubicBezTo>
                    <a:pt x="46004" y="4882"/>
                    <a:pt x="45916" y="4913"/>
                    <a:pt x="45855" y="4960"/>
                  </a:cubicBezTo>
                  <a:cubicBezTo>
                    <a:pt x="45618" y="5139"/>
                    <a:pt x="45681" y="5502"/>
                    <a:pt x="45652" y="5745"/>
                  </a:cubicBezTo>
                  <a:cubicBezTo>
                    <a:pt x="45630" y="5922"/>
                    <a:pt x="45834" y="6039"/>
                    <a:pt x="46026" y="6039"/>
                  </a:cubicBezTo>
                  <a:cubicBezTo>
                    <a:pt x="46143" y="6039"/>
                    <a:pt x="46256" y="5995"/>
                    <a:pt x="46309" y="5895"/>
                  </a:cubicBezTo>
                  <a:cubicBezTo>
                    <a:pt x="46469" y="5595"/>
                    <a:pt x="46616" y="5146"/>
                    <a:pt x="46235" y="4919"/>
                  </a:cubicBezTo>
                  <a:cubicBezTo>
                    <a:pt x="46191" y="4893"/>
                    <a:pt x="46141" y="4882"/>
                    <a:pt x="46090" y="4882"/>
                  </a:cubicBezTo>
                  <a:close/>
                  <a:moveTo>
                    <a:pt x="5970" y="4858"/>
                  </a:moveTo>
                  <a:cubicBezTo>
                    <a:pt x="5924" y="4858"/>
                    <a:pt x="5878" y="4868"/>
                    <a:pt x="5840" y="4887"/>
                  </a:cubicBezTo>
                  <a:cubicBezTo>
                    <a:pt x="5664" y="4977"/>
                    <a:pt x="5636" y="5147"/>
                    <a:pt x="5587" y="5304"/>
                  </a:cubicBezTo>
                  <a:cubicBezTo>
                    <a:pt x="5536" y="5466"/>
                    <a:pt x="5460" y="5626"/>
                    <a:pt x="5483" y="5796"/>
                  </a:cubicBezTo>
                  <a:cubicBezTo>
                    <a:pt x="5499" y="5916"/>
                    <a:pt x="5560" y="6021"/>
                    <a:pt x="5701" y="6069"/>
                  </a:cubicBezTo>
                  <a:cubicBezTo>
                    <a:pt x="5745" y="6084"/>
                    <a:pt x="5795" y="6091"/>
                    <a:pt x="5846" y="6091"/>
                  </a:cubicBezTo>
                  <a:cubicBezTo>
                    <a:pt x="5937" y="6091"/>
                    <a:pt x="6030" y="6066"/>
                    <a:pt x="6090" y="6007"/>
                  </a:cubicBezTo>
                  <a:cubicBezTo>
                    <a:pt x="6268" y="5835"/>
                    <a:pt x="6315" y="5639"/>
                    <a:pt x="6319" y="5413"/>
                  </a:cubicBezTo>
                  <a:cubicBezTo>
                    <a:pt x="6324" y="5224"/>
                    <a:pt x="6309" y="4995"/>
                    <a:pt x="6098" y="4887"/>
                  </a:cubicBezTo>
                  <a:cubicBezTo>
                    <a:pt x="6060" y="4868"/>
                    <a:pt x="6015" y="4858"/>
                    <a:pt x="5970" y="4858"/>
                  </a:cubicBezTo>
                  <a:close/>
                  <a:moveTo>
                    <a:pt x="47645" y="6792"/>
                  </a:moveTo>
                  <a:cubicBezTo>
                    <a:pt x="47509" y="6792"/>
                    <a:pt x="47375" y="6846"/>
                    <a:pt x="47303" y="6954"/>
                  </a:cubicBezTo>
                  <a:cubicBezTo>
                    <a:pt x="47212" y="7093"/>
                    <a:pt x="47212" y="7238"/>
                    <a:pt x="47203" y="7391"/>
                  </a:cubicBezTo>
                  <a:cubicBezTo>
                    <a:pt x="47194" y="7545"/>
                    <a:pt x="47219" y="7686"/>
                    <a:pt x="47327" y="7815"/>
                  </a:cubicBezTo>
                  <a:cubicBezTo>
                    <a:pt x="47410" y="7914"/>
                    <a:pt x="47527" y="7963"/>
                    <a:pt x="47645" y="7963"/>
                  </a:cubicBezTo>
                  <a:cubicBezTo>
                    <a:pt x="47762" y="7963"/>
                    <a:pt x="47880" y="7914"/>
                    <a:pt x="47962" y="7815"/>
                  </a:cubicBezTo>
                  <a:cubicBezTo>
                    <a:pt x="48072" y="7686"/>
                    <a:pt x="48096" y="7545"/>
                    <a:pt x="48087" y="7391"/>
                  </a:cubicBezTo>
                  <a:cubicBezTo>
                    <a:pt x="48077" y="7238"/>
                    <a:pt x="48077" y="7090"/>
                    <a:pt x="47987" y="6954"/>
                  </a:cubicBezTo>
                  <a:cubicBezTo>
                    <a:pt x="47915" y="6846"/>
                    <a:pt x="47780" y="6792"/>
                    <a:pt x="47645" y="6792"/>
                  </a:cubicBezTo>
                  <a:close/>
                  <a:moveTo>
                    <a:pt x="8220" y="6647"/>
                  </a:moveTo>
                  <a:cubicBezTo>
                    <a:pt x="8123" y="6647"/>
                    <a:pt x="8025" y="6688"/>
                    <a:pt x="7954" y="6770"/>
                  </a:cubicBezTo>
                  <a:cubicBezTo>
                    <a:pt x="7741" y="7016"/>
                    <a:pt x="7788" y="7394"/>
                    <a:pt x="7799" y="7679"/>
                  </a:cubicBezTo>
                  <a:cubicBezTo>
                    <a:pt x="7807" y="7906"/>
                    <a:pt x="8013" y="8020"/>
                    <a:pt x="8220" y="8020"/>
                  </a:cubicBezTo>
                  <a:cubicBezTo>
                    <a:pt x="8426" y="8020"/>
                    <a:pt x="8632" y="7907"/>
                    <a:pt x="8640" y="7679"/>
                  </a:cubicBezTo>
                  <a:cubicBezTo>
                    <a:pt x="8651" y="7394"/>
                    <a:pt x="8698" y="7016"/>
                    <a:pt x="8486" y="6770"/>
                  </a:cubicBezTo>
                  <a:cubicBezTo>
                    <a:pt x="8414" y="6688"/>
                    <a:pt x="8317" y="6647"/>
                    <a:pt x="8220" y="6647"/>
                  </a:cubicBezTo>
                  <a:close/>
                  <a:moveTo>
                    <a:pt x="43454" y="6950"/>
                  </a:moveTo>
                  <a:cubicBezTo>
                    <a:pt x="43368" y="6950"/>
                    <a:pt x="43279" y="6982"/>
                    <a:pt x="43218" y="7029"/>
                  </a:cubicBezTo>
                  <a:cubicBezTo>
                    <a:pt x="42981" y="7206"/>
                    <a:pt x="43043" y="7569"/>
                    <a:pt x="43014" y="7814"/>
                  </a:cubicBezTo>
                  <a:cubicBezTo>
                    <a:pt x="42993" y="7990"/>
                    <a:pt x="43197" y="8107"/>
                    <a:pt x="43388" y="8107"/>
                  </a:cubicBezTo>
                  <a:cubicBezTo>
                    <a:pt x="43506" y="8107"/>
                    <a:pt x="43618" y="8063"/>
                    <a:pt x="43672" y="7962"/>
                  </a:cubicBezTo>
                  <a:cubicBezTo>
                    <a:pt x="43831" y="7663"/>
                    <a:pt x="43980" y="7213"/>
                    <a:pt x="43597" y="6986"/>
                  </a:cubicBezTo>
                  <a:cubicBezTo>
                    <a:pt x="43554" y="6961"/>
                    <a:pt x="43504" y="6950"/>
                    <a:pt x="43454" y="6950"/>
                  </a:cubicBezTo>
                  <a:close/>
                  <a:moveTo>
                    <a:pt x="32602" y="7015"/>
                  </a:moveTo>
                  <a:cubicBezTo>
                    <a:pt x="32498" y="7015"/>
                    <a:pt x="32392" y="7057"/>
                    <a:pt x="32324" y="7146"/>
                  </a:cubicBezTo>
                  <a:cubicBezTo>
                    <a:pt x="32208" y="7298"/>
                    <a:pt x="32190" y="7516"/>
                    <a:pt x="32213" y="7692"/>
                  </a:cubicBezTo>
                  <a:cubicBezTo>
                    <a:pt x="32239" y="7878"/>
                    <a:pt x="32330" y="8025"/>
                    <a:pt x="32475" y="8163"/>
                  </a:cubicBezTo>
                  <a:cubicBezTo>
                    <a:pt x="32522" y="8207"/>
                    <a:pt x="32586" y="8227"/>
                    <a:pt x="32651" y="8227"/>
                  </a:cubicBezTo>
                  <a:cubicBezTo>
                    <a:pt x="32767" y="8227"/>
                    <a:pt x="32887" y="8164"/>
                    <a:pt x="32916" y="8064"/>
                  </a:cubicBezTo>
                  <a:cubicBezTo>
                    <a:pt x="32953" y="7926"/>
                    <a:pt x="32982" y="7790"/>
                    <a:pt x="32978" y="7648"/>
                  </a:cubicBezTo>
                  <a:cubicBezTo>
                    <a:pt x="32974" y="7508"/>
                    <a:pt x="32977" y="7343"/>
                    <a:pt x="32924" y="7212"/>
                  </a:cubicBezTo>
                  <a:cubicBezTo>
                    <a:pt x="32872" y="7085"/>
                    <a:pt x="32738" y="7015"/>
                    <a:pt x="32602" y="7015"/>
                  </a:cubicBezTo>
                  <a:close/>
                  <a:moveTo>
                    <a:pt x="19413" y="6749"/>
                  </a:moveTo>
                  <a:cubicBezTo>
                    <a:pt x="19297" y="6749"/>
                    <a:pt x="19182" y="6794"/>
                    <a:pt x="19134" y="6883"/>
                  </a:cubicBezTo>
                  <a:cubicBezTo>
                    <a:pt x="18936" y="7247"/>
                    <a:pt x="18996" y="7732"/>
                    <a:pt x="19071" y="8118"/>
                  </a:cubicBezTo>
                  <a:cubicBezTo>
                    <a:pt x="19100" y="8259"/>
                    <a:pt x="19256" y="8330"/>
                    <a:pt x="19412" y="8330"/>
                  </a:cubicBezTo>
                  <a:cubicBezTo>
                    <a:pt x="19569" y="8330"/>
                    <a:pt x="19725" y="8259"/>
                    <a:pt x="19753" y="8118"/>
                  </a:cubicBezTo>
                  <a:cubicBezTo>
                    <a:pt x="19832" y="7734"/>
                    <a:pt x="19890" y="7247"/>
                    <a:pt x="19692" y="6883"/>
                  </a:cubicBezTo>
                  <a:cubicBezTo>
                    <a:pt x="19644" y="6794"/>
                    <a:pt x="19528" y="6749"/>
                    <a:pt x="19413" y="6749"/>
                  </a:cubicBezTo>
                  <a:close/>
                  <a:moveTo>
                    <a:pt x="55565" y="6893"/>
                  </a:moveTo>
                  <a:cubicBezTo>
                    <a:pt x="55508" y="6893"/>
                    <a:pt x="55452" y="6910"/>
                    <a:pt x="55412" y="6949"/>
                  </a:cubicBezTo>
                  <a:cubicBezTo>
                    <a:pt x="55227" y="7127"/>
                    <a:pt x="55189" y="7369"/>
                    <a:pt x="55138" y="7596"/>
                  </a:cubicBezTo>
                  <a:cubicBezTo>
                    <a:pt x="55079" y="7850"/>
                    <a:pt x="55032" y="8097"/>
                    <a:pt x="55134" y="8347"/>
                  </a:cubicBezTo>
                  <a:cubicBezTo>
                    <a:pt x="55182" y="8467"/>
                    <a:pt x="55317" y="8537"/>
                    <a:pt x="55450" y="8537"/>
                  </a:cubicBezTo>
                  <a:cubicBezTo>
                    <a:pt x="55549" y="8537"/>
                    <a:pt x="55647" y="8498"/>
                    <a:pt x="55707" y="8411"/>
                  </a:cubicBezTo>
                  <a:cubicBezTo>
                    <a:pt x="55863" y="8182"/>
                    <a:pt x="55883" y="7939"/>
                    <a:pt x="55884" y="7680"/>
                  </a:cubicBezTo>
                  <a:cubicBezTo>
                    <a:pt x="55884" y="7450"/>
                    <a:pt x="55906" y="7190"/>
                    <a:pt x="55767" y="6986"/>
                  </a:cubicBezTo>
                  <a:cubicBezTo>
                    <a:pt x="55726" y="6928"/>
                    <a:pt x="55645" y="6893"/>
                    <a:pt x="55565" y="6893"/>
                  </a:cubicBezTo>
                  <a:close/>
                  <a:moveTo>
                    <a:pt x="40824" y="7433"/>
                  </a:moveTo>
                  <a:cubicBezTo>
                    <a:pt x="40666" y="7433"/>
                    <a:pt x="40509" y="7505"/>
                    <a:pt x="40479" y="7648"/>
                  </a:cubicBezTo>
                  <a:cubicBezTo>
                    <a:pt x="40421" y="7923"/>
                    <a:pt x="40442" y="8186"/>
                    <a:pt x="40528" y="8455"/>
                  </a:cubicBezTo>
                  <a:cubicBezTo>
                    <a:pt x="40568" y="8578"/>
                    <a:pt x="40697" y="8640"/>
                    <a:pt x="40826" y="8640"/>
                  </a:cubicBezTo>
                  <a:cubicBezTo>
                    <a:pt x="40955" y="8640"/>
                    <a:pt x="41084" y="8578"/>
                    <a:pt x="41123" y="8455"/>
                  </a:cubicBezTo>
                  <a:cubicBezTo>
                    <a:pt x="41206" y="8187"/>
                    <a:pt x="41228" y="7923"/>
                    <a:pt x="41169" y="7648"/>
                  </a:cubicBezTo>
                  <a:cubicBezTo>
                    <a:pt x="41140" y="7505"/>
                    <a:pt x="40982" y="7433"/>
                    <a:pt x="40824" y="7433"/>
                  </a:cubicBezTo>
                  <a:close/>
                  <a:moveTo>
                    <a:pt x="6509" y="7502"/>
                  </a:moveTo>
                  <a:cubicBezTo>
                    <a:pt x="6412" y="7502"/>
                    <a:pt x="6315" y="7543"/>
                    <a:pt x="6244" y="7626"/>
                  </a:cubicBezTo>
                  <a:cubicBezTo>
                    <a:pt x="6030" y="7872"/>
                    <a:pt x="6078" y="8250"/>
                    <a:pt x="6088" y="8535"/>
                  </a:cubicBezTo>
                  <a:cubicBezTo>
                    <a:pt x="6095" y="8763"/>
                    <a:pt x="6303" y="8877"/>
                    <a:pt x="6510" y="8877"/>
                  </a:cubicBezTo>
                  <a:cubicBezTo>
                    <a:pt x="6716" y="8877"/>
                    <a:pt x="6923" y="8763"/>
                    <a:pt x="6930" y="8535"/>
                  </a:cubicBezTo>
                  <a:cubicBezTo>
                    <a:pt x="6939" y="8250"/>
                    <a:pt x="6988" y="7872"/>
                    <a:pt x="6776" y="7626"/>
                  </a:cubicBezTo>
                  <a:cubicBezTo>
                    <a:pt x="6704" y="7543"/>
                    <a:pt x="6606" y="7502"/>
                    <a:pt x="6509" y="7502"/>
                  </a:cubicBezTo>
                  <a:close/>
                  <a:moveTo>
                    <a:pt x="58909" y="7631"/>
                  </a:moveTo>
                  <a:cubicBezTo>
                    <a:pt x="58762" y="7631"/>
                    <a:pt x="58614" y="7701"/>
                    <a:pt x="58571" y="7841"/>
                  </a:cubicBezTo>
                  <a:cubicBezTo>
                    <a:pt x="58498" y="8078"/>
                    <a:pt x="58500" y="8333"/>
                    <a:pt x="58500" y="8577"/>
                  </a:cubicBezTo>
                  <a:cubicBezTo>
                    <a:pt x="58500" y="8797"/>
                    <a:pt x="58705" y="8907"/>
                    <a:pt x="58909" y="8907"/>
                  </a:cubicBezTo>
                  <a:cubicBezTo>
                    <a:pt x="59114" y="8907"/>
                    <a:pt x="59318" y="8797"/>
                    <a:pt x="59318" y="8577"/>
                  </a:cubicBezTo>
                  <a:cubicBezTo>
                    <a:pt x="59318" y="8331"/>
                    <a:pt x="59320" y="8078"/>
                    <a:pt x="59247" y="7841"/>
                  </a:cubicBezTo>
                  <a:cubicBezTo>
                    <a:pt x="59204" y="7701"/>
                    <a:pt x="59057" y="7631"/>
                    <a:pt x="58909" y="7631"/>
                  </a:cubicBezTo>
                  <a:close/>
                  <a:moveTo>
                    <a:pt x="49196" y="7891"/>
                  </a:moveTo>
                  <a:cubicBezTo>
                    <a:pt x="49179" y="7891"/>
                    <a:pt x="49162" y="7892"/>
                    <a:pt x="49145" y="7894"/>
                  </a:cubicBezTo>
                  <a:cubicBezTo>
                    <a:pt x="48955" y="7917"/>
                    <a:pt x="48861" y="8035"/>
                    <a:pt x="48836" y="8187"/>
                  </a:cubicBezTo>
                  <a:cubicBezTo>
                    <a:pt x="48818" y="8288"/>
                    <a:pt x="48808" y="8388"/>
                    <a:pt x="48815" y="8488"/>
                  </a:cubicBezTo>
                  <a:cubicBezTo>
                    <a:pt x="48823" y="8621"/>
                    <a:pt x="48868" y="8721"/>
                    <a:pt x="48932" y="8839"/>
                  </a:cubicBezTo>
                  <a:cubicBezTo>
                    <a:pt x="48985" y="8937"/>
                    <a:pt x="49085" y="8979"/>
                    <a:pt x="49190" y="8979"/>
                  </a:cubicBezTo>
                  <a:cubicBezTo>
                    <a:pt x="49340" y="8979"/>
                    <a:pt x="49500" y="8894"/>
                    <a:pt x="49550" y="8772"/>
                  </a:cubicBezTo>
                  <a:cubicBezTo>
                    <a:pt x="49638" y="8551"/>
                    <a:pt x="49602" y="8331"/>
                    <a:pt x="49538" y="8107"/>
                  </a:cubicBezTo>
                  <a:cubicBezTo>
                    <a:pt x="49501" y="7979"/>
                    <a:pt x="49350" y="7891"/>
                    <a:pt x="49196" y="7891"/>
                  </a:cubicBezTo>
                  <a:close/>
                  <a:moveTo>
                    <a:pt x="45362" y="7833"/>
                  </a:moveTo>
                  <a:cubicBezTo>
                    <a:pt x="45219" y="7833"/>
                    <a:pt x="45070" y="7905"/>
                    <a:pt x="45015" y="8033"/>
                  </a:cubicBezTo>
                  <a:cubicBezTo>
                    <a:pt x="44897" y="8308"/>
                    <a:pt x="44883" y="8645"/>
                    <a:pt x="44922" y="8935"/>
                  </a:cubicBezTo>
                  <a:cubicBezTo>
                    <a:pt x="44944" y="9086"/>
                    <a:pt x="45044" y="9215"/>
                    <a:pt x="45236" y="9234"/>
                  </a:cubicBezTo>
                  <a:cubicBezTo>
                    <a:pt x="45251" y="9236"/>
                    <a:pt x="45266" y="9236"/>
                    <a:pt x="45281" y="9236"/>
                  </a:cubicBezTo>
                  <a:cubicBezTo>
                    <a:pt x="45439" y="9236"/>
                    <a:pt x="45598" y="9154"/>
                    <a:pt x="45634" y="9016"/>
                  </a:cubicBezTo>
                  <a:cubicBezTo>
                    <a:pt x="45722" y="8704"/>
                    <a:pt x="45755" y="8347"/>
                    <a:pt x="45662" y="8033"/>
                  </a:cubicBezTo>
                  <a:cubicBezTo>
                    <a:pt x="45622" y="7895"/>
                    <a:pt x="45495" y="7833"/>
                    <a:pt x="45362" y="7833"/>
                  </a:cubicBezTo>
                  <a:close/>
                  <a:moveTo>
                    <a:pt x="27035" y="8082"/>
                  </a:moveTo>
                  <a:cubicBezTo>
                    <a:pt x="26855" y="8082"/>
                    <a:pt x="26679" y="8164"/>
                    <a:pt x="26642" y="8336"/>
                  </a:cubicBezTo>
                  <a:cubicBezTo>
                    <a:pt x="26600" y="8528"/>
                    <a:pt x="26598" y="8706"/>
                    <a:pt x="26552" y="8882"/>
                  </a:cubicBezTo>
                  <a:cubicBezTo>
                    <a:pt x="26501" y="9073"/>
                    <a:pt x="26622" y="9276"/>
                    <a:pt x="26856" y="9329"/>
                  </a:cubicBezTo>
                  <a:cubicBezTo>
                    <a:pt x="26893" y="9337"/>
                    <a:pt x="26931" y="9341"/>
                    <a:pt x="26968" y="9341"/>
                  </a:cubicBezTo>
                  <a:cubicBezTo>
                    <a:pt x="27159" y="9341"/>
                    <a:pt x="27331" y="9233"/>
                    <a:pt x="27388" y="9074"/>
                  </a:cubicBezTo>
                  <a:cubicBezTo>
                    <a:pt x="27478" y="8833"/>
                    <a:pt x="27523" y="8584"/>
                    <a:pt x="27453" y="8336"/>
                  </a:cubicBezTo>
                  <a:cubicBezTo>
                    <a:pt x="27408" y="8169"/>
                    <a:pt x="27219" y="8082"/>
                    <a:pt x="27035" y="8082"/>
                  </a:cubicBezTo>
                  <a:close/>
                  <a:moveTo>
                    <a:pt x="30647" y="7977"/>
                  </a:moveTo>
                  <a:cubicBezTo>
                    <a:pt x="30537" y="7977"/>
                    <a:pt x="30429" y="8021"/>
                    <a:pt x="30371" y="8119"/>
                  </a:cubicBezTo>
                  <a:cubicBezTo>
                    <a:pt x="30287" y="8260"/>
                    <a:pt x="30272" y="8410"/>
                    <a:pt x="30243" y="8564"/>
                  </a:cubicBezTo>
                  <a:cubicBezTo>
                    <a:pt x="30214" y="8722"/>
                    <a:pt x="30184" y="8882"/>
                    <a:pt x="30205" y="9042"/>
                  </a:cubicBezTo>
                  <a:cubicBezTo>
                    <a:pt x="30227" y="9202"/>
                    <a:pt x="30335" y="9340"/>
                    <a:pt x="30540" y="9361"/>
                  </a:cubicBezTo>
                  <a:cubicBezTo>
                    <a:pt x="30555" y="9362"/>
                    <a:pt x="30570" y="9363"/>
                    <a:pt x="30585" y="9363"/>
                  </a:cubicBezTo>
                  <a:cubicBezTo>
                    <a:pt x="30758" y="9363"/>
                    <a:pt x="30911" y="9272"/>
                    <a:pt x="30963" y="9128"/>
                  </a:cubicBezTo>
                  <a:cubicBezTo>
                    <a:pt x="31017" y="8975"/>
                    <a:pt x="31028" y="8811"/>
                    <a:pt x="31031" y="8653"/>
                  </a:cubicBezTo>
                  <a:cubicBezTo>
                    <a:pt x="31034" y="8500"/>
                    <a:pt x="31056" y="8337"/>
                    <a:pt x="31004" y="8187"/>
                  </a:cubicBezTo>
                  <a:cubicBezTo>
                    <a:pt x="30956" y="8057"/>
                    <a:pt x="30798" y="7977"/>
                    <a:pt x="30647" y="7977"/>
                  </a:cubicBezTo>
                  <a:close/>
                  <a:moveTo>
                    <a:pt x="51712" y="8381"/>
                  </a:moveTo>
                  <a:cubicBezTo>
                    <a:pt x="51575" y="8381"/>
                    <a:pt x="51438" y="8451"/>
                    <a:pt x="51395" y="8577"/>
                  </a:cubicBezTo>
                  <a:cubicBezTo>
                    <a:pt x="51322" y="8782"/>
                    <a:pt x="51338" y="9035"/>
                    <a:pt x="51339" y="9249"/>
                  </a:cubicBezTo>
                  <a:cubicBezTo>
                    <a:pt x="51340" y="9409"/>
                    <a:pt x="51485" y="9497"/>
                    <a:pt x="51637" y="9497"/>
                  </a:cubicBezTo>
                  <a:cubicBezTo>
                    <a:pt x="51736" y="9497"/>
                    <a:pt x="51839" y="9458"/>
                    <a:pt x="51905" y="9378"/>
                  </a:cubicBezTo>
                  <a:cubicBezTo>
                    <a:pt x="52103" y="9135"/>
                    <a:pt x="52168" y="8773"/>
                    <a:pt x="51985" y="8512"/>
                  </a:cubicBezTo>
                  <a:cubicBezTo>
                    <a:pt x="51923" y="8423"/>
                    <a:pt x="51817" y="8381"/>
                    <a:pt x="51712" y="8381"/>
                  </a:cubicBezTo>
                  <a:close/>
                  <a:moveTo>
                    <a:pt x="21730" y="8183"/>
                  </a:moveTo>
                  <a:cubicBezTo>
                    <a:pt x="21614" y="8183"/>
                    <a:pt x="21489" y="8242"/>
                    <a:pt x="21449" y="8340"/>
                  </a:cubicBezTo>
                  <a:cubicBezTo>
                    <a:pt x="21318" y="8657"/>
                    <a:pt x="21127" y="9018"/>
                    <a:pt x="21236" y="9356"/>
                  </a:cubicBezTo>
                  <a:cubicBezTo>
                    <a:pt x="21271" y="9462"/>
                    <a:pt x="21370" y="9511"/>
                    <a:pt x="21476" y="9511"/>
                  </a:cubicBezTo>
                  <a:cubicBezTo>
                    <a:pt x="21544" y="9511"/>
                    <a:pt x="21615" y="9491"/>
                    <a:pt x="21673" y="9452"/>
                  </a:cubicBezTo>
                  <a:cubicBezTo>
                    <a:pt x="22052" y="9198"/>
                    <a:pt x="22033" y="8702"/>
                    <a:pt x="21956" y="8340"/>
                  </a:cubicBezTo>
                  <a:cubicBezTo>
                    <a:pt x="21933" y="8231"/>
                    <a:pt x="21835" y="8183"/>
                    <a:pt x="21730" y="8183"/>
                  </a:cubicBezTo>
                  <a:close/>
                  <a:moveTo>
                    <a:pt x="11428" y="8239"/>
                  </a:moveTo>
                  <a:cubicBezTo>
                    <a:pt x="11293" y="8239"/>
                    <a:pt x="11159" y="8306"/>
                    <a:pt x="11101" y="8440"/>
                  </a:cubicBezTo>
                  <a:cubicBezTo>
                    <a:pt x="10979" y="8724"/>
                    <a:pt x="11030" y="9082"/>
                    <a:pt x="11095" y="9371"/>
                  </a:cubicBezTo>
                  <a:cubicBezTo>
                    <a:pt x="11127" y="9508"/>
                    <a:pt x="11277" y="9577"/>
                    <a:pt x="11427" y="9577"/>
                  </a:cubicBezTo>
                  <a:cubicBezTo>
                    <a:pt x="11577" y="9577"/>
                    <a:pt x="11726" y="9508"/>
                    <a:pt x="11757" y="9371"/>
                  </a:cubicBezTo>
                  <a:cubicBezTo>
                    <a:pt x="11824" y="9082"/>
                    <a:pt x="11878" y="8725"/>
                    <a:pt x="11754" y="8440"/>
                  </a:cubicBezTo>
                  <a:cubicBezTo>
                    <a:pt x="11697" y="8306"/>
                    <a:pt x="11562" y="8239"/>
                    <a:pt x="11428" y="8239"/>
                  </a:cubicBezTo>
                  <a:close/>
                  <a:moveTo>
                    <a:pt x="37806" y="8318"/>
                  </a:moveTo>
                  <a:cubicBezTo>
                    <a:pt x="37675" y="8318"/>
                    <a:pt x="37544" y="8368"/>
                    <a:pt x="37490" y="8469"/>
                  </a:cubicBezTo>
                  <a:cubicBezTo>
                    <a:pt x="37309" y="8804"/>
                    <a:pt x="37322" y="9259"/>
                    <a:pt x="37456" y="9603"/>
                  </a:cubicBezTo>
                  <a:cubicBezTo>
                    <a:pt x="37513" y="9747"/>
                    <a:pt x="37659" y="9818"/>
                    <a:pt x="37805" y="9818"/>
                  </a:cubicBezTo>
                  <a:cubicBezTo>
                    <a:pt x="37951" y="9818"/>
                    <a:pt x="38097" y="9747"/>
                    <a:pt x="38153" y="9603"/>
                  </a:cubicBezTo>
                  <a:cubicBezTo>
                    <a:pt x="38289" y="9256"/>
                    <a:pt x="38302" y="8802"/>
                    <a:pt x="38122" y="8469"/>
                  </a:cubicBezTo>
                  <a:cubicBezTo>
                    <a:pt x="38068" y="8368"/>
                    <a:pt x="37937" y="8318"/>
                    <a:pt x="37806" y="8318"/>
                  </a:cubicBezTo>
                  <a:close/>
                  <a:moveTo>
                    <a:pt x="545" y="8576"/>
                  </a:moveTo>
                  <a:cubicBezTo>
                    <a:pt x="468" y="8576"/>
                    <a:pt x="390" y="8600"/>
                    <a:pt x="329" y="8645"/>
                  </a:cubicBezTo>
                  <a:cubicBezTo>
                    <a:pt x="59" y="8847"/>
                    <a:pt x="1" y="9255"/>
                    <a:pt x="31" y="9537"/>
                  </a:cubicBezTo>
                  <a:cubicBezTo>
                    <a:pt x="46" y="9669"/>
                    <a:pt x="132" y="9787"/>
                    <a:pt x="293" y="9826"/>
                  </a:cubicBezTo>
                  <a:cubicBezTo>
                    <a:pt x="321" y="9832"/>
                    <a:pt x="351" y="9835"/>
                    <a:pt x="381" y="9835"/>
                  </a:cubicBezTo>
                  <a:cubicBezTo>
                    <a:pt x="506" y="9835"/>
                    <a:pt x="642" y="9784"/>
                    <a:pt x="694" y="9688"/>
                  </a:cubicBezTo>
                  <a:cubicBezTo>
                    <a:pt x="857" y="9397"/>
                    <a:pt x="988" y="8994"/>
                    <a:pt x="789" y="8695"/>
                  </a:cubicBezTo>
                  <a:cubicBezTo>
                    <a:pt x="735" y="8614"/>
                    <a:pt x="641" y="8576"/>
                    <a:pt x="545" y="8576"/>
                  </a:cubicBezTo>
                  <a:close/>
                  <a:moveTo>
                    <a:pt x="24268" y="8628"/>
                  </a:moveTo>
                  <a:cubicBezTo>
                    <a:pt x="24139" y="8628"/>
                    <a:pt x="24010" y="8684"/>
                    <a:pt x="23935" y="8782"/>
                  </a:cubicBezTo>
                  <a:cubicBezTo>
                    <a:pt x="23840" y="8907"/>
                    <a:pt x="23845" y="9057"/>
                    <a:pt x="23832" y="9199"/>
                  </a:cubicBezTo>
                  <a:cubicBezTo>
                    <a:pt x="23820" y="9307"/>
                    <a:pt x="23816" y="9410"/>
                    <a:pt x="23807" y="9540"/>
                  </a:cubicBezTo>
                  <a:cubicBezTo>
                    <a:pt x="23794" y="9741"/>
                    <a:pt x="23992" y="9856"/>
                    <a:pt x="24192" y="9856"/>
                  </a:cubicBezTo>
                  <a:cubicBezTo>
                    <a:pt x="24321" y="9856"/>
                    <a:pt x="24451" y="9808"/>
                    <a:pt x="24527" y="9704"/>
                  </a:cubicBezTo>
                  <a:cubicBezTo>
                    <a:pt x="24723" y="9429"/>
                    <a:pt x="24825" y="8971"/>
                    <a:pt x="24527" y="8718"/>
                  </a:cubicBezTo>
                  <a:cubicBezTo>
                    <a:pt x="24453" y="8656"/>
                    <a:pt x="24360" y="8628"/>
                    <a:pt x="24268" y="8628"/>
                  </a:cubicBezTo>
                  <a:close/>
                  <a:moveTo>
                    <a:pt x="60977" y="8673"/>
                  </a:moveTo>
                  <a:cubicBezTo>
                    <a:pt x="60869" y="8673"/>
                    <a:pt x="60761" y="8716"/>
                    <a:pt x="60704" y="8802"/>
                  </a:cubicBezTo>
                  <a:cubicBezTo>
                    <a:pt x="60602" y="8956"/>
                    <a:pt x="60594" y="9124"/>
                    <a:pt x="60578" y="9295"/>
                  </a:cubicBezTo>
                  <a:cubicBezTo>
                    <a:pt x="60562" y="9467"/>
                    <a:pt x="60594" y="9640"/>
                    <a:pt x="60701" y="9790"/>
                  </a:cubicBezTo>
                  <a:cubicBezTo>
                    <a:pt x="60763" y="9876"/>
                    <a:pt x="60870" y="9919"/>
                    <a:pt x="60978" y="9919"/>
                  </a:cubicBezTo>
                  <a:cubicBezTo>
                    <a:pt x="61086" y="9919"/>
                    <a:pt x="61193" y="9876"/>
                    <a:pt x="61255" y="9790"/>
                  </a:cubicBezTo>
                  <a:cubicBezTo>
                    <a:pt x="61361" y="9640"/>
                    <a:pt x="61393" y="9467"/>
                    <a:pt x="61377" y="9295"/>
                  </a:cubicBezTo>
                  <a:cubicBezTo>
                    <a:pt x="61361" y="9124"/>
                    <a:pt x="61351" y="8955"/>
                    <a:pt x="61249" y="8802"/>
                  </a:cubicBezTo>
                  <a:cubicBezTo>
                    <a:pt x="61193" y="8716"/>
                    <a:pt x="61085" y="8673"/>
                    <a:pt x="60977" y="8673"/>
                  </a:cubicBezTo>
                  <a:close/>
                  <a:moveTo>
                    <a:pt x="16347" y="8746"/>
                  </a:moveTo>
                  <a:cubicBezTo>
                    <a:pt x="16215" y="8746"/>
                    <a:pt x="16084" y="8797"/>
                    <a:pt x="16028" y="8898"/>
                  </a:cubicBezTo>
                  <a:cubicBezTo>
                    <a:pt x="15901" y="9131"/>
                    <a:pt x="15902" y="9404"/>
                    <a:pt x="15919" y="9654"/>
                  </a:cubicBezTo>
                  <a:cubicBezTo>
                    <a:pt x="15931" y="9837"/>
                    <a:pt x="16096" y="10014"/>
                    <a:pt x="16329" y="10014"/>
                  </a:cubicBezTo>
                  <a:cubicBezTo>
                    <a:pt x="16335" y="10014"/>
                    <a:pt x="16342" y="10014"/>
                    <a:pt x="16348" y="10013"/>
                  </a:cubicBezTo>
                  <a:cubicBezTo>
                    <a:pt x="16591" y="10005"/>
                    <a:pt x="16763" y="9856"/>
                    <a:pt x="16777" y="9654"/>
                  </a:cubicBezTo>
                  <a:cubicBezTo>
                    <a:pt x="16793" y="9404"/>
                    <a:pt x="16795" y="9130"/>
                    <a:pt x="16668" y="8898"/>
                  </a:cubicBezTo>
                  <a:cubicBezTo>
                    <a:pt x="16611" y="8797"/>
                    <a:pt x="16479" y="8746"/>
                    <a:pt x="16347" y="8746"/>
                  </a:cubicBezTo>
                  <a:close/>
                  <a:moveTo>
                    <a:pt x="34456" y="9051"/>
                  </a:moveTo>
                  <a:cubicBezTo>
                    <a:pt x="34293" y="9051"/>
                    <a:pt x="34131" y="9128"/>
                    <a:pt x="34086" y="9282"/>
                  </a:cubicBezTo>
                  <a:cubicBezTo>
                    <a:pt x="34028" y="9480"/>
                    <a:pt x="33973" y="9720"/>
                    <a:pt x="34116" y="9903"/>
                  </a:cubicBezTo>
                  <a:cubicBezTo>
                    <a:pt x="34200" y="10010"/>
                    <a:pt x="34328" y="10063"/>
                    <a:pt x="34456" y="10063"/>
                  </a:cubicBezTo>
                  <a:cubicBezTo>
                    <a:pt x="34584" y="10063"/>
                    <a:pt x="34712" y="10010"/>
                    <a:pt x="34795" y="9903"/>
                  </a:cubicBezTo>
                  <a:cubicBezTo>
                    <a:pt x="34939" y="9721"/>
                    <a:pt x="34886" y="9480"/>
                    <a:pt x="34827" y="9282"/>
                  </a:cubicBezTo>
                  <a:cubicBezTo>
                    <a:pt x="34782" y="9128"/>
                    <a:pt x="34619" y="9051"/>
                    <a:pt x="34456" y="9051"/>
                  </a:cubicBezTo>
                  <a:close/>
                  <a:moveTo>
                    <a:pt x="5205" y="9265"/>
                  </a:moveTo>
                  <a:cubicBezTo>
                    <a:pt x="5076" y="9265"/>
                    <a:pt x="4950" y="9315"/>
                    <a:pt x="4886" y="9426"/>
                  </a:cubicBezTo>
                  <a:cubicBezTo>
                    <a:pt x="4727" y="9698"/>
                    <a:pt x="4756" y="10009"/>
                    <a:pt x="4873" y="10291"/>
                  </a:cubicBezTo>
                  <a:cubicBezTo>
                    <a:pt x="4938" y="10447"/>
                    <a:pt x="5104" y="10561"/>
                    <a:pt x="5296" y="10561"/>
                  </a:cubicBezTo>
                  <a:cubicBezTo>
                    <a:pt x="5334" y="10561"/>
                    <a:pt x="5373" y="10556"/>
                    <a:pt x="5412" y="10547"/>
                  </a:cubicBezTo>
                  <a:cubicBezTo>
                    <a:pt x="5645" y="10495"/>
                    <a:pt x="5774" y="10288"/>
                    <a:pt x="5717" y="10095"/>
                  </a:cubicBezTo>
                  <a:cubicBezTo>
                    <a:pt x="5709" y="10067"/>
                    <a:pt x="5701" y="10038"/>
                    <a:pt x="5694" y="10011"/>
                  </a:cubicBezTo>
                  <a:cubicBezTo>
                    <a:pt x="5689" y="9981"/>
                    <a:pt x="5686" y="9966"/>
                    <a:pt x="5686" y="9966"/>
                  </a:cubicBezTo>
                  <a:lnTo>
                    <a:pt x="5686" y="9966"/>
                  </a:lnTo>
                  <a:cubicBezTo>
                    <a:pt x="5685" y="9966"/>
                    <a:pt x="5686" y="9971"/>
                    <a:pt x="5687" y="9981"/>
                  </a:cubicBezTo>
                  <a:cubicBezTo>
                    <a:pt x="5681" y="9950"/>
                    <a:pt x="5677" y="9915"/>
                    <a:pt x="5671" y="9881"/>
                  </a:cubicBezTo>
                  <a:cubicBezTo>
                    <a:pt x="5665" y="9852"/>
                    <a:pt x="5662" y="9838"/>
                    <a:pt x="5662" y="9838"/>
                  </a:cubicBezTo>
                  <a:lnTo>
                    <a:pt x="5662" y="9838"/>
                  </a:lnTo>
                  <a:cubicBezTo>
                    <a:pt x="5663" y="9838"/>
                    <a:pt x="5664" y="9842"/>
                    <a:pt x="5667" y="9852"/>
                  </a:cubicBezTo>
                  <a:cubicBezTo>
                    <a:pt x="5648" y="9726"/>
                    <a:pt x="5652" y="9641"/>
                    <a:pt x="5608" y="9506"/>
                  </a:cubicBezTo>
                  <a:cubicBezTo>
                    <a:pt x="5562" y="9356"/>
                    <a:pt x="5380" y="9265"/>
                    <a:pt x="5205" y="9265"/>
                  </a:cubicBezTo>
                  <a:close/>
                  <a:moveTo>
                    <a:pt x="57446" y="9823"/>
                  </a:moveTo>
                  <a:cubicBezTo>
                    <a:pt x="57357" y="9823"/>
                    <a:pt x="57267" y="9862"/>
                    <a:pt x="57197" y="9938"/>
                  </a:cubicBezTo>
                  <a:cubicBezTo>
                    <a:pt x="57085" y="10060"/>
                    <a:pt x="57061" y="10280"/>
                    <a:pt x="57066" y="10426"/>
                  </a:cubicBezTo>
                  <a:cubicBezTo>
                    <a:pt x="57074" y="10601"/>
                    <a:pt x="57197" y="10831"/>
                    <a:pt x="57440" y="10831"/>
                  </a:cubicBezTo>
                  <a:cubicBezTo>
                    <a:pt x="57674" y="10831"/>
                    <a:pt x="57799" y="10618"/>
                    <a:pt x="57812" y="10451"/>
                  </a:cubicBezTo>
                  <a:cubicBezTo>
                    <a:pt x="57828" y="10294"/>
                    <a:pt x="57806" y="10067"/>
                    <a:pt x="57692" y="9938"/>
                  </a:cubicBezTo>
                  <a:cubicBezTo>
                    <a:pt x="57624" y="9861"/>
                    <a:pt x="57535" y="9823"/>
                    <a:pt x="57446" y="9823"/>
                  </a:cubicBezTo>
                  <a:close/>
                  <a:moveTo>
                    <a:pt x="45364" y="10640"/>
                  </a:moveTo>
                  <a:cubicBezTo>
                    <a:pt x="45229" y="10640"/>
                    <a:pt x="45094" y="10695"/>
                    <a:pt x="45022" y="10803"/>
                  </a:cubicBezTo>
                  <a:cubicBezTo>
                    <a:pt x="44932" y="10941"/>
                    <a:pt x="44932" y="11086"/>
                    <a:pt x="44922" y="11239"/>
                  </a:cubicBezTo>
                  <a:cubicBezTo>
                    <a:pt x="44913" y="11393"/>
                    <a:pt x="44938" y="11536"/>
                    <a:pt x="45045" y="11665"/>
                  </a:cubicBezTo>
                  <a:cubicBezTo>
                    <a:pt x="45128" y="11764"/>
                    <a:pt x="45246" y="11813"/>
                    <a:pt x="45364" y="11813"/>
                  </a:cubicBezTo>
                  <a:cubicBezTo>
                    <a:pt x="45482" y="11813"/>
                    <a:pt x="45599" y="11764"/>
                    <a:pt x="45682" y="11665"/>
                  </a:cubicBezTo>
                  <a:cubicBezTo>
                    <a:pt x="45790" y="11536"/>
                    <a:pt x="45815" y="11396"/>
                    <a:pt x="45806" y="11239"/>
                  </a:cubicBezTo>
                  <a:cubicBezTo>
                    <a:pt x="45797" y="11086"/>
                    <a:pt x="45797" y="10940"/>
                    <a:pt x="45706" y="10803"/>
                  </a:cubicBezTo>
                  <a:cubicBezTo>
                    <a:pt x="45634" y="10695"/>
                    <a:pt x="45499" y="10640"/>
                    <a:pt x="45364" y="10640"/>
                  </a:cubicBezTo>
                  <a:close/>
                  <a:moveTo>
                    <a:pt x="48440" y="11229"/>
                  </a:moveTo>
                  <a:cubicBezTo>
                    <a:pt x="48332" y="11229"/>
                    <a:pt x="48220" y="11273"/>
                    <a:pt x="48142" y="11361"/>
                  </a:cubicBezTo>
                  <a:cubicBezTo>
                    <a:pt x="47942" y="11592"/>
                    <a:pt x="47982" y="11978"/>
                    <a:pt x="48171" y="12200"/>
                  </a:cubicBezTo>
                  <a:cubicBezTo>
                    <a:pt x="48250" y="12292"/>
                    <a:pt x="48364" y="12354"/>
                    <a:pt x="48494" y="12354"/>
                  </a:cubicBezTo>
                  <a:cubicBezTo>
                    <a:pt x="48525" y="12354"/>
                    <a:pt x="48556" y="12350"/>
                    <a:pt x="48589" y="12343"/>
                  </a:cubicBezTo>
                  <a:cubicBezTo>
                    <a:pt x="48741" y="12308"/>
                    <a:pt x="48865" y="12178"/>
                    <a:pt x="48859" y="12045"/>
                  </a:cubicBezTo>
                  <a:cubicBezTo>
                    <a:pt x="48855" y="11930"/>
                    <a:pt x="48840" y="11821"/>
                    <a:pt x="48815" y="11706"/>
                  </a:cubicBezTo>
                  <a:cubicBezTo>
                    <a:pt x="48792" y="11603"/>
                    <a:pt x="48799" y="11531"/>
                    <a:pt x="48757" y="11428"/>
                  </a:cubicBezTo>
                  <a:cubicBezTo>
                    <a:pt x="48702" y="11295"/>
                    <a:pt x="48574" y="11229"/>
                    <a:pt x="48440" y="1122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0" name="Google Shape;300;p18"/>
          <p:cNvGrpSpPr/>
          <p:nvPr/>
        </p:nvGrpSpPr>
        <p:grpSpPr>
          <a:xfrm>
            <a:off x="3817089" y="3623256"/>
            <a:ext cx="1508625" cy="1392659"/>
            <a:chOff x="3983926" y="3694601"/>
            <a:chExt cx="1176133" cy="1085725"/>
          </a:xfrm>
        </p:grpSpPr>
        <p:sp>
          <p:nvSpPr>
            <p:cNvPr id="301" name="Google Shape;301;p18"/>
            <p:cNvSpPr/>
            <p:nvPr/>
          </p:nvSpPr>
          <p:spPr>
            <a:xfrm>
              <a:off x="3983926" y="3694601"/>
              <a:ext cx="1175237" cy="1078671"/>
            </a:xfrm>
            <a:custGeom>
              <a:avLst/>
              <a:gdLst/>
              <a:ahLst/>
              <a:cxnLst/>
              <a:rect l="l" t="t" r="r" b="b"/>
              <a:pathLst>
                <a:path w="27651" h="25379" extrusionOk="0">
                  <a:moveTo>
                    <a:pt x="9814" y="3556"/>
                  </a:moveTo>
                  <a:cubicBezTo>
                    <a:pt x="10598" y="3556"/>
                    <a:pt x="11235" y="4191"/>
                    <a:pt x="11235" y="4975"/>
                  </a:cubicBezTo>
                  <a:cubicBezTo>
                    <a:pt x="11235" y="5308"/>
                    <a:pt x="11119" y="5614"/>
                    <a:pt x="10927" y="5856"/>
                  </a:cubicBezTo>
                  <a:lnTo>
                    <a:pt x="13030" y="5856"/>
                  </a:lnTo>
                  <a:lnTo>
                    <a:pt x="13030" y="7960"/>
                  </a:lnTo>
                  <a:cubicBezTo>
                    <a:pt x="13272" y="7766"/>
                    <a:pt x="13579" y="7651"/>
                    <a:pt x="13911" y="7651"/>
                  </a:cubicBezTo>
                  <a:cubicBezTo>
                    <a:pt x="14695" y="7651"/>
                    <a:pt x="15330" y="8288"/>
                    <a:pt x="15330" y="9072"/>
                  </a:cubicBezTo>
                  <a:cubicBezTo>
                    <a:pt x="15330" y="9854"/>
                    <a:pt x="14695" y="10491"/>
                    <a:pt x="13911" y="10491"/>
                  </a:cubicBezTo>
                  <a:cubicBezTo>
                    <a:pt x="13579" y="10491"/>
                    <a:pt x="13272" y="10374"/>
                    <a:pt x="13030" y="10184"/>
                  </a:cubicBezTo>
                  <a:lnTo>
                    <a:pt x="13030" y="12286"/>
                  </a:lnTo>
                  <a:lnTo>
                    <a:pt x="10927" y="12286"/>
                  </a:lnTo>
                  <a:cubicBezTo>
                    <a:pt x="11120" y="12045"/>
                    <a:pt x="11235" y="11737"/>
                    <a:pt x="11235" y="11405"/>
                  </a:cubicBezTo>
                  <a:cubicBezTo>
                    <a:pt x="11235" y="10622"/>
                    <a:pt x="10598" y="9985"/>
                    <a:pt x="9814" y="9985"/>
                  </a:cubicBezTo>
                  <a:cubicBezTo>
                    <a:pt x="9032" y="9985"/>
                    <a:pt x="8395" y="10622"/>
                    <a:pt x="8395" y="11405"/>
                  </a:cubicBezTo>
                  <a:cubicBezTo>
                    <a:pt x="8395" y="11737"/>
                    <a:pt x="8512" y="12045"/>
                    <a:pt x="8702" y="12286"/>
                  </a:cubicBezTo>
                  <a:lnTo>
                    <a:pt x="6600" y="12286"/>
                  </a:lnTo>
                  <a:lnTo>
                    <a:pt x="6600" y="10181"/>
                  </a:lnTo>
                  <a:cubicBezTo>
                    <a:pt x="6358" y="10374"/>
                    <a:pt x="6052" y="10489"/>
                    <a:pt x="5719" y="10489"/>
                  </a:cubicBezTo>
                  <a:cubicBezTo>
                    <a:pt x="5718" y="10489"/>
                    <a:pt x="5717" y="10489"/>
                    <a:pt x="5716" y="10489"/>
                  </a:cubicBezTo>
                  <a:cubicBezTo>
                    <a:pt x="4934" y="10489"/>
                    <a:pt x="4300" y="9853"/>
                    <a:pt x="4300" y="9069"/>
                  </a:cubicBezTo>
                  <a:cubicBezTo>
                    <a:pt x="4300" y="8285"/>
                    <a:pt x="4935" y="7650"/>
                    <a:pt x="5719" y="7650"/>
                  </a:cubicBezTo>
                  <a:cubicBezTo>
                    <a:pt x="6052" y="7650"/>
                    <a:pt x="6358" y="7766"/>
                    <a:pt x="6600" y="7957"/>
                  </a:cubicBezTo>
                  <a:lnTo>
                    <a:pt x="6600" y="5856"/>
                  </a:lnTo>
                  <a:lnTo>
                    <a:pt x="8702" y="5856"/>
                  </a:lnTo>
                  <a:cubicBezTo>
                    <a:pt x="8510" y="5614"/>
                    <a:pt x="8395" y="5308"/>
                    <a:pt x="8395" y="4975"/>
                  </a:cubicBezTo>
                  <a:cubicBezTo>
                    <a:pt x="8395" y="4191"/>
                    <a:pt x="9032" y="3556"/>
                    <a:pt x="9814" y="3556"/>
                  </a:cubicBezTo>
                  <a:close/>
                  <a:moveTo>
                    <a:pt x="13712" y="1"/>
                  </a:moveTo>
                  <a:cubicBezTo>
                    <a:pt x="13706" y="1"/>
                    <a:pt x="13700" y="1"/>
                    <a:pt x="13693" y="1"/>
                  </a:cubicBezTo>
                  <a:cubicBezTo>
                    <a:pt x="12434" y="8"/>
                    <a:pt x="11187" y="598"/>
                    <a:pt x="10387" y="1573"/>
                  </a:cubicBezTo>
                  <a:cubicBezTo>
                    <a:pt x="10080" y="1469"/>
                    <a:pt x="9767" y="1422"/>
                    <a:pt x="9454" y="1422"/>
                  </a:cubicBezTo>
                  <a:cubicBezTo>
                    <a:pt x="8748" y="1422"/>
                    <a:pt x="8045" y="1662"/>
                    <a:pt x="7423" y="2045"/>
                  </a:cubicBezTo>
                  <a:cubicBezTo>
                    <a:pt x="6526" y="2598"/>
                    <a:pt x="5892" y="3563"/>
                    <a:pt x="5742" y="4605"/>
                  </a:cubicBezTo>
                  <a:cubicBezTo>
                    <a:pt x="5664" y="4601"/>
                    <a:pt x="5587" y="4598"/>
                    <a:pt x="5509" y="4598"/>
                  </a:cubicBezTo>
                  <a:cubicBezTo>
                    <a:pt x="4264" y="4598"/>
                    <a:pt x="2983" y="5194"/>
                    <a:pt x="2276" y="6213"/>
                  </a:cubicBezTo>
                  <a:cubicBezTo>
                    <a:pt x="1526" y="7299"/>
                    <a:pt x="1389" y="8781"/>
                    <a:pt x="1927" y="9983"/>
                  </a:cubicBezTo>
                  <a:cubicBezTo>
                    <a:pt x="1103" y="10149"/>
                    <a:pt x="403" y="10800"/>
                    <a:pt x="201" y="11619"/>
                  </a:cubicBezTo>
                  <a:cubicBezTo>
                    <a:pt x="1" y="12439"/>
                    <a:pt x="309" y="13361"/>
                    <a:pt x="963" y="13891"/>
                  </a:cubicBezTo>
                  <a:cubicBezTo>
                    <a:pt x="640" y="14834"/>
                    <a:pt x="855" y="16021"/>
                    <a:pt x="1454" y="16817"/>
                  </a:cubicBezTo>
                  <a:cubicBezTo>
                    <a:pt x="2055" y="17613"/>
                    <a:pt x="2977" y="18132"/>
                    <a:pt x="3946" y="18356"/>
                  </a:cubicBezTo>
                  <a:cubicBezTo>
                    <a:pt x="4360" y="18452"/>
                    <a:pt x="4788" y="18493"/>
                    <a:pt x="5219" y="18493"/>
                  </a:cubicBezTo>
                  <a:cubicBezTo>
                    <a:pt x="5801" y="18493"/>
                    <a:pt x="6387" y="18419"/>
                    <a:pt x="6949" y="18307"/>
                  </a:cubicBezTo>
                  <a:cubicBezTo>
                    <a:pt x="7045" y="19399"/>
                    <a:pt x="7760" y="20383"/>
                    <a:pt x="8698" y="20953"/>
                  </a:cubicBezTo>
                  <a:cubicBezTo>
                    <a:pt x="9525" y="21457"/>
                    <a:pt x="10503" y="21665"/>
                    <a:pt x="11473" y="21665"/>
                  </a:cubicBezTo>
                  <a:cubicBezTo>
                    <a:pt x="11603" y="21665"/>
                    <a:pt x="11732" y="21661"/>
                    <a:pt x="11861" y="21654"/>
                  </a:cubicBezTo>
                  <a:cubicBezTo>
                    <a:pt x="12958" y="21594"/>
                    <a:pt x="14026" y="21296"/>
                    <a:pt x="15066" y="20949"/>
                  </a:cubicBezTo>
                  <a:cubicBezTo>
                    <a:pt x="15335" y="22045"/>
                    <a:pt x="16434" y="22631"/>
                    <a:pt x="17404" y="23205"/>
                  </a:cubicBezTo>
                  <a:cubicBezTo>
                    <a:pt x="18375" y="23779"/>
                    <a:pt x="19436" y="24364"/>
                    <a:pt x="19932" y="25379"/>
                  </a:cubicBezTo>
                  <a:cubicBezTo>
                    <a:pt x="20348" y="25287"/>
                    <a:pt x="20841" y="25182"/>
                    <a:pt x="21257" y="25091"/>
                  </a:cubicBezTo>
                  <a:cubicBezTo>
                    <a:pt x="21017" y="24201"/>
                    <a:pt x="20549" y="23246"/>
                    <a:pt x="19865" y="22627"/>
                  </a:cubicBezTo>
                  <a:lnTo>
                    <a:pt x="19865" y="22627"/>
                  </a:lnTo>
                  <a:cubicBezTo>
                    <a:pt x="20467" y="23035"/>
                    <a:pt x="21189" y="23237"/>
                    <a:pt x="21909" y="23237"/>
                  </a:cubicBezTo>
                  <a:cubicBezTo>
                    <a:pt x="22800" y="23237"/>
                    <a:pt x="23688" y="22928"/>
                    <a:pt x="24345" y="22317"/>
                  </a:cubicBezTo>
                  <a:cubicBezTo>
                    <a:pt x="25535" y="21209"/>
                    <a:pt x="25828" y="19258"/>
                    <a:pt x="25015" y="17850"/>
                  </a:cubicBezTo>
                  <a:cubicBezTo>
                    <a:pt x="26073" y="17531"/>
                    <a:pt x="27119" y="16561"/>
                    <a:pt x="27383" y="15488"/>
                  </a:cubicBezTo>
                  <a:cubicBezTo>
                    <a:pt x="27651" y="14416"/>
                    <a:pt x="27312" y="13212"/>
                    <a:pt x="26527" y="12438"/>
                  </a:cubicBezTo>
                  <a:cubicBezTo>
                    <a:pt x="27151" y="11916"/>
                    <a:pt x="27507" y="11087"/>
                    <a:pt x="27318" y="10296"/>
                  </a:cubicBezTo>
                  <a:cubicBezTo>
                    <a:pt x="27129" y="9505"/>
                    <a:pt x="26469" y="8848"/>
                    <a:pt x="25678" y="8665"/>
                  </a:cubicBezTo>
                  <a:cubicBezTo>
                    <a:pt x="25973" y="7459"/>
                    <a:pt x="25623" y="6117"/>
                    <a:pt x="24846" y="5151"/>
                  </a:cubicBezTo>
                  <a:cubicBezTo>
                    <a:pt x="24088" y="4206"/>
                    <a:pt x="22888" y="3633"/>
                    <a:pt x="21675" y="3633"/>
                  </a:cubicBezTo>
                  <a:cubicBezTo>
                    <a:pt x="21646" y="3633"/>
                    <a:pt x="21618" y="3634"/>
                    <a:pt x="21590" y="3634"/>
                  </a:cubicBezTo>
                  <a:cubicBezTo>
                    <a:pt x="21219" y="2781"/>
                    <a:pt x="20585" y="2064"/>
                    <a:pt x="19737" y="1683"/>
                  </a:cubicBezTo>
                  <a:cubicBezTo>
                    <a:pt x="19251" y="1466"/>
                    <a:pt x="18718" y="1356"/>
                    <a:pt x="18186" y="1356"/>
                  </a:cubicBezTo>
                  <a:cubicBezTo>
                    <a:pt x="17789" y="1356"/>
                    <a:pt x="17393" y="1417"/>
                    <a:pt x="17016" y="1541"/>
                  </a:cubicBezTo>
                  <a:cubicBezTo>
                    <a:pt x="16208" y="580"/>
                    <a:pt x="14966" y="1"/>
                    <a:pt x="1371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8"/>
            <p:cNvSpPr/>
            <p:nvPr/>
          </p:nvSpPr>
          <p:spPr>
            <a:xfrm>
              <a:off x="4272011" y="3936523"/>
              <a:ext cx="888047" cy="843802"/>
            </a:xfrm>
            <a:custGeom>
              <a:avLst/>
              <a:gdLst/>
              <a:ahLst/>
              <a:cxnLst/>
              <a:rect l="l" t="t" r="r" b="b"/>
              <a:pathLst>
                <a:path w="20894" h="19853" extrusionOk="0">
                  <a:moveTo>
                    <a:pt x="4149" y="1"/>
                  </a:moveTo>
                  <a:cubicBezTo>
                    <a:pt x="4060" y="1"/>
                    <a:pt x="3986" y="74"/>
                    <a:pt x="3986" y="164"/>
                  </a:cubicBezTo>
                  <a:cubicBezTo>
                    <a:pt x="3986" y="255"/>
                    <a:pt x="4058" y="328"/>
                    <a:pt x="4149" y="328"/>
                  </a:cubicBezTo>
                  <a:lnTo>
                    <a:pt x="6252" y="328"/>
                  </a:lnTo>
                  <a:cubicBezTo>
                    <a:pt x="6341" y="328"/>
                    <a:pt x="6415" y="255"/>
                    <a:pt x="6415" y="164"/>
                  </a:cubicBezTo>
                  <a:cubicBezTo>
                    <a:pt x="6415" y="74"/>
                    <a:pt x="6343" y="1"/>
                    <a:pt x="6252" y="1"/>
                  </a:cubicBezTo>
                  <a:close/>
                  <a:moveTo>
                    <a:pt x="7132" y="1796"/>
                  </a:moveTo>
                  <a:cubicBezTo>
                    <a:pt x="7042" y="1796"/>
                    <a:pt x="6968" y="1869"/>
                    <a:pt x="6968" y="1959"/>
                  </a:cubicBezTo>
                  <a:cubicBezTo>
                    <a:pt x="6968" y="2051"/>
                    <a:pt x="7040" y="2124"/>
                    <a:pt x="7132" y="2124"/>
                  </a:cubicBezTo>
                  <a:cubicBezTo>
                    <a:pt x="7824" y="2124"/>
                    <a:pt x="8390" y="2686"/>
                    <a:pt x="8390" y="3381"/>
                  </a:cubicBezTo>
                  <a:cubicBezTo>
                    <a:pt x="8390" y="4075"/>
                    <a:pt x="7826" y="4639"/>
                    <a:pt x="7132" y="4639"/>
                  </a:cubicBezTo>
                  <a:cubicBezTo>
                    <a:pt x="6846" y="4639"/>
                    <a:pt x="6575" y="4544"/>
                    <a:pt x="6351" y="4366"/>
                  </a:cubicBezTo>
                  <a:cubicBezTo>
                    <a:pt x="6322" y="4343"/>
                    <a:pt x="6286" y="4330"/>
                    <a:pt x="6249" y="4330"/>
                  </a:cubicBezTo>
                  <a:cubicBezTo>
                    <a:pt x="6225" y="4330"/>
                    <a:pt x="6202" y="4336"/>
                    <a:pt x="6180" y="4347"/>
                  </a:cubicBezTo>
                  <a:cubicBezTo>
                    <a:pt x="6123" y="4373"/>
                    <a:pt x="6087" y="4430"/>
                    <a:pt x="6087" y="4493"/>
                  </a:cubicBezTo>
                  <a:lnTo>
                    <a:pt x="6087" y="6433"/>
                  </a:lnTo>
                  <a:lnTo>
                    <a:pt x="4147" y="6433"/>
                  </a:lnTo>
                  <a:cubicBezTo>
                    <a:pt x="4058" y="6433"/>
                    <a:pt x="3984" y="6506"/>
                    <a:pt x="3984" y="6596"/>
                  </a:cubicBezTo>
                  <a:cubicBezTo>
                    <a:pt x="3984" y="6687"/>
                    <a:pt x="4057" y="6760"/>
                    <a:pt x="4147" y="6760"/>
                  </a:cubicBezTo>
                  <a:lnTo>
                    <a:pt x="6250" y="6760"/>
                  </a:lnTo>
                  <a:cubicBezTo>
                    <a:pt x="6340" y="6760"/>
                    <a:pt x="6414" y="6687"/>
                    <a:pt x="6414" y="6596"/>
                  </a:cubicBezTo>
                  <a:lnTo>
                    <a:pt x="6414" y="4792"/>
                  </a:lnTo>
                  <a:cubicBezTo>
                    <a:pt x="6633" y="4903"/>
                    <a:pt x="6879" y="4965"/>
                    <a:pt x="7132" y="4965"/>
                  </a:cubicBezTo>
                  <a:cubicBezTo>
                    <a:pt x="8004" y="4965"/>
                    <a:pt x="8714" y="4254"/>
                    <a:pt x="8714" y="3381"/>
                  </a:cubicBezTo>
                  <a:cubicBezTo>
                    <a:pt x="8714" y="2509"/>
                    <a:pt x="8004" y="1796"/>
                    <a:pt x="7132" y="1796"/>
                  </a:cubicBezTo>
                  <a:close/>
                  <a:moveTo>
                    <a:pt x="18901" y="2811"/>
                  </a:moveTo>
                  <a:cubicBezTo>
                    <a:pt x="18828" y="2811"/>
                    <a:pt x="18762" y="2863"/>
                    <a:pt x="18744" y="2938"/>
                  </a:cubicBezTo>
                  <a:cubicBezTo>
                    <a:pt x="18723" y="3025"/>
                    <a:pt x="18778" y="3112"/>
                    <a:pt x="18862" y="3133"/>
                  </a:cubicBezTo>
                  <a:cubicBezTo>
                    <a:pt x="19596" y="3303"/>
                    <a:pt x="20207" y="3912"/>
                    <a:pt x="20381" y="4645"/>
                  </a:cubicBezTo>
                  <a:cubicBezTo>
                    <a:pt x="20546" y="5335"/>
                    <a:pt x="20256" y="6110"/>
                    <a:pt x="19644" y="6623"/>
                  </a:cubicBezTo>
                  <a:cubicBezTo>
                    <a:pt x="19575" y="6682"/>
                    <a:pt x="19566" y="6783"/>
                    <a:pt x="19624" y="6852"/>
                  </a:cubicBezTo>
                  <a:cubicBezTo>
                    <a:pt x="19657" y="6891"/>
                    <a:pt x="19702" y="6910"/>
                    <a:pt x="19749" y="6910"/>
                  </a:cubicBezTo>
                  <a:cubicBezTo>
                    <a:pt x="19788" y="6910"/>
                    <a:pt x="19825" y="6898"/>
                    <a:pt x="19855" y="6872"/>
                  </a:cubicBezTo>
                  <a:cubicBezTo>
                    <a:pt x="20560" y="6282"/>
                    <a:pt x="20893" y="5379"/>
                    <a:pt x="20700" y="4569"/>
                  </a:cubicBezTo>
                  <a:cubicBezTo>
                    <a:pt x="20498" y="3719"/>
                    <a:pt x="19790" y="3013"/>
                    <a:pt x="18939" y="2816"/>
                  </a:cubicBezTo>
                  <a:cubicBezTo>
                    <a:pt x="18926" y="2812"/>
                    <a:pt x="18914" y="2811"/>
                    <a:pt x="18901" y="2811"/>
                  </a:cubicBezTo>
                  <a:close/>
                  <a:moveTo>
                    <a:pt x="174" y="12451"/>
                  </a:moveTo>
                  <a:cubicBezTo>
                    <a:pt x="168" y="12451"/>
                    <a:pt x="162" y="12451"/>
                    <a:pt x="156" y="12452"/>
                  </a:cubicBezTo>
                  <a:cubicBezTo>
                    <a:pt x="68" y="12459"/>
                    <a:pt x="1" y="12539"/>
                    <a:pt x="9" y="12628"/>
                  </a:cubicBezTo>
                  <a:cubicBezTo>
                    <a:pt x="104" y="13710"/>
                    <a:pt x="803" y="14771"/>
                    <a:pt x="1835" y="15399"/>
                  </a:cubicBezTo>
                  <a:cubicBezTo>
                    <a:pt x="2629" y="15883"/>
                    <a:pt x="3614" y="16135"/>
                    <a:pt x="4698" y="16135"/>
                  </a:cubicBezTo>
                  <a:cubicBezTo>
                    <a:pt x="4829" y="16135"/>
                    <a:pt x="4960" y="16132"/>
                    <a:pt x="5094" y="16125"/>
                  </a:cubicBezTo>
                  <a:cubicBezTo>
                    <a:pt x="6267" y="16059"/>
                    <a:pt x="7394" y="15728"/>
                    <a:pt x="8342" y="15412"/>
                  </a:cubicBezTo>
                  <a:cubicBezTo>
                    <a:pt x="8427" y="15383"/>
                    <a:pt x="8473" y="15292"/>
                    <a:pt x="8445" y="15207"/>
                  </a:cubicBezTo>
                  <a:cubicBezTo>
                    <a:pt x="8420" y="15138"/>
                    <a:pt x="8355" y="15095"/>
                    <a:pt x="8287" y="15095"/>
                  </a:cubicBezTo>
                  <a:cubicBezTo>
                    <a:pt x="8270" y="15095"/>
                    <a:pt x="8253" y="15097"/>
                    <a:pt x="8237" y="15103"/>
                  </a:cubicBezTo>
                  <a:cubicBezTo>
                    <a:pt x="7309" y="15412"/>
                    <a:pt x="6210" y="15738"/>
                    <a:pt x="5075" y="15799"/>
                  </a:cubicBezTo>
                  <a:cubicBezTo>
                    <a:pt x="4958" y="15805"/>
                    <a:pt x="4833" y="15809"/>
                    <a:pt x="4702" y="15809"/>
                  </a:cubicBezTo>
                  <a:cubicBezTo>
                    <a:pt x="3916" y="15809"/>
                    <a:pt x="2906" y="15671"/>
                    <a:pt x="2003" y="15121"/>
                  </a:cubicBezTo>
                  <a:cubicBezTo>
                    <a:pt x="1058" y="14544"/>
                    <a:pt x="418" y="13580"/>
                    <a:pt x="332" y="12599"/>
                  </a:cubicBezTo>
                  <a:cubicBezTo>
                    <a:pt x="325" y="12515"/>
                    <a:pt x="254" y="12451"/>
                    <a:pt x="174" y="12451"/>
                  </a:cubicBezTo>
                  <a:close/>
                  <a:moveTo>
                    <a:pt x="20606" y="9637"/>
                  </a:moveTo>
                  <a:cubicBezTo>
                    <a:pt x="20533" y="9637"/>
                    <a:pt x="20466" y="9686"/>
                    <a:pt x="20450" y="9760"/>
                  </a:cubicBezTo>
                  <a:cubicBezTo>
                    <a:pt x="20210" y="10723"/>
                    <a:pt x="19239" y="11690"/>
                    <a:pt x="18192" y="12006"/>
                  </a:cubicBezTo>
                  <a:cubicBezTo>
                    <a:pt x="18145" y="12020"/>
                    <a:pt x="18106" y="12055"/>
                    <a:pt x="18089" y="12103"/>
                  </a:cubicBezTo>
                  <a:cubicBezTo>
                    <a:pt x="18070" y="12148"/>
                    <a:pt x="18074" y="12201"/>
                    <a:pt x="18099" y="12244"/>
                  </a:cubicBezTo>
                  <a:cubicBezTo>
                    <a:pt x="18872" y="13583"/>
                    <a:pt x="18592" y="15456"/>
                    <a:pt x="17459" y="16507"/>
                  </a:cubicBezTo>
                  <a:cubicBezTo>
                    <a:pt x="16840" y="17083"/>
                    <a:pt x="15985" y="17379"/>
                    <a:pt x="15127" y="17379"/>
                  </a:cubicBezTo>
                  <a:cubicBezTo>
                    <a:pt x="14440" y="17379"/>
                    <a:pt x="13752" y="17190"/>
                    <a:pt x="13182" y="16802"/>
                  </a:cubicBezTo>
                  <a:cubicBezTo>
                    <a:pt x="13154" y="16784"/>
                    <a:pt x="13122" y="16775"/>
                    <a:pt x="13091" y="16775"/>
                  </a:cubicBezTo>
                  <a:cubicBezTo>
                    <a:pt x="13043" y="16775"/>
                    <a:pt x="12995" y="16796"/>
                    <a:pt x="12962" y="16837"/>
                  </a:cubicBezTo>
                  <a:cubicBezTo>
                    <a:pt x="12908" y="16904"/>
                    <a:pt x="12916" y="17000"/>
                    <a:pt x="12980" y="17058"/>
                  </a:cubicBezTo>
                  <a:cubicBezTo>
                    <a:pt x="13538" y="17566"/>
                    <a:pt x="14005" y="18367"/>
                    <a:pt x="14277" y="19280"/>
                  </a:cubicBezTo>
                  <a:cubicBezTo>
                    <a:pt x="14118" y="19315"/>
                    <a:pt x="13949" y="19351"/>
                    <a:pt x="13785" y="19387"/>
                  </a:cubicBezTo>
                  <a:cubicBezTo>
                    <a:pt x="13557" y="19435"/>
                    <a:pt x="13330" y="19485"/>
                    <a:pt x="13121" y="19530"/>
                  </a:cubicBezTo>
                  <a:cubicBezTo>
                    <a:pt x="13035" y="19550"/>
                    <a:pt x="12978" y="19636"/>
                    <a:pt x="12999" y="19725"/>
                  </a:cubicBezTo>
                  <a:cubicBezTo>
                    <a:pt x="13015" y="19802"/>
                    <a:pt x="13081" y="19852"/>
                    <a:pt x="13156" y="19852"/>
                  </a:cubicBezTo>
                  <a:cubicBezTo>
                    <a:pt x="13167" y="19852"/>
                    <a:pt x="13180" y="19850"/>
                    <a:pt x="13190" y="19848"/>
                  </a:cubicBezTo>
                  <a:cubicBezTo>
                    <a:pt x="13398" y="19803"/>
                    <a:pt x="13625" y="19754"/>
                    <a:pt x="13852" y="19704"/>
                  </a:cubicBezTo>
                  <a:cubicBezTo>
                    <a:pt x="14079" y="19656"/>
                    <a:pt x="14307" y="19607"/>
                    <a:pt x="14515" y="19562"/>
                  </a:cubicBezTo>
                  <a:cubicBezTo>
                    <a:pt x="14559" y="19552"/>
                    <a:pt x="14598" y="19525"/>
                    <a:pt x="14620" y="19486"/>
                  </a:cubicBezTo>
                  <a:cubicBezTo>
                    <a:pt x="14643" y="19448"/>
                    <a:pt x="14649" y="19403"/>
                    <a:pt x="14637" y="19360"/>
                  </a:cubicBezTo>
                  <a:cubicBezTo>
                    <a:pt x="14448" y="18653"/>
                    <a:pt x="14144" y="17999"/>
                    <a:pt x="13771" y="17471"/>
                  </a:cubicBezTo>
                  <a:lnTo>
                    <a:pt x="13771" y="17471"/>
                  </a:lnTo>
                  <a:cubicBezTo>
                    <a:pt x="14207" y="17635"/>
                    <a:pt x="14671" y="17716"/>
                    <a:pt x="15134" y="17716"/>
                  </a:cubicBezTo>
                  <a:cubicBezTo>
                    <a:pt x="16066" y="17716"/>
                    <a:pt x="16993" y="17387"/>
                    <a:pt x="17682" y="16746"/>
                  </a:cubicBezTo>
                  <a:cubicBezTo>
                    <a:pt x="18872" y="15639"/>
                    <a:pt x="19202" y="13704"/>
                    <a:pt x="18475" y="12256"/>
                  </a:cubicBezTo>
                  <a:cubicBezTo>
                    <a:pt x="19566" y="11853"/>
                    <a:pt x="20512" y="10864"/>
                    <a:pt x="20767" y="9839"/>
                  </a:cubicBezTo>
                  <a:cubicBezTo>
                    <a:pt x="20787" y="9751"/>
                    <a:pt x="20733" y="9662"/>
                    <a:pt x="20646" y="9642"/>
                  </a:cubicBezTo>
                  <a:cubicBezTo>
                    <a:pt x="20633" y="9638"/>
                    <a:pt x="20619" y="9637"/>
                    <a:pt x="20606" y="963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 name="Google Shape;303;p18"/>
          <p:cNvSpPr txBox="1">
            <a:spLocks noGrp="1"/>
          </p:cNvSpPr>
          <p:nvPr>
            <p:ph type="body" idx="1"/>
          </p:nvPr>
        </p:nvSpPr>
        <p:spPr>
          <a:xfrm>
            <a:off x="5095888" y="2266222"/>
            <a:ext cx="3320400" cy="17427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i="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
        <p:nvSpPr>
          <p:cNvPr id="304" name="Google Shape;304;p18"/>
          <p:cNvSpPr txBox="1">
            <a:spLocks noGrp="1"/>
          </p:cNvSpPr>
          <p:nvPr>
            <p:ph type="title"/>
          </p:nvPr>
        </p:nvSpPr>
        <p:spPr>
          <a:xfrm>
            <a:off x="713225" y="377891"/>
            <a:ext cx="7717500" cy="640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3100"/>
              <a:buNone/>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endParaRPr/>
          </a:p>
        </p:txBody>
      </p:sp>
      <p:sp>
        <p:nvSpPr>
          <p:cNvPr id="305" name="Google Shape;305;p18"/>
          <p:cNvSpPr txBox="1">
            <a:spLocks noGrp="1"/>
          </p:cNvSpPr>
          <p:nvPr>
            <p:ph type="subTitle" idx="2"/>
          </p:nvPr>
        </p:nvSpPr>
        <p:spPr>
          <a:xfrm>
            <a:off x="727713" y="1898211"/>
            <a:ext cx="33192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200"/>
              <a:buNone/>
              <a:defRPr sz="2200" i="0">
                <a:solidFill>
                  <a:schemeClr val="lt2"/>
                </a:solidFill>
                <a:latin typeface="Bree Serif"/>
                <a:ea typeface="Bree Serif"/>
                <a:cs typeface="Bree Serif"/>
                <a:sym typeface="Bree Serif"/>
              </a:defRPr>
            </a:lvl1pPr>
            <a:lvl2pPr lvl="1" algn="ctr" rtl="0">
              <a:spcBef>
                <a:spcPts val="0"/>
              </a:spcBef>
              <a:spcAft>
                <a:spcPts val="0"/>
              </a:spcAft>
              <a:buClr>
                <a:schemeClr val="dk2"/>
              </a:buClr>
              <a:buSzPts val="2200"/>
              <a:buNone/>
              <a:defRPr sz="2200">
                <a:solidFill>
                  <a:schemeClr val="dk2"/>
                </a:solidFill>
              </a:defRPr>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
        <p:nvSpPr>
          <p:cNvPr id="306" name="Google Shape;306;p18"/>
          <p:cNvSpPr txBox="1">
            <a:spLocks noGrp="1"/>
          </p:cNvSpPr>
          <p:nvPr>
            <p:ph type="body" idx="3"/>
          </p:nvPr>
        </p:nvSpPr>
        <p:spPr>
          <a:xfrm>
            <a:off x="727713" y="2266217"/>
            <a:ext cx="3319200" cy="1742700"/>
          </a:xfrm>
          <a:prstGeom prst="rect">
            <a:avLst/>
          </a:prstGeom>
        </p:spPr>
        <p:txBody>
          <a:bodyPr spcFirstLastPara="1" wrap="square" lIns="91425" tIns="91425" rIns="91425" bIns="91425" anchor="t" anchorCtr="0">
            <a:noAutofit/>
          </a:bodyPr>
          <a:lstStyle>
            <a:lvl1pPr marL="457200" lvl="0" indent="-317500" algn="ctr" rtl="0">
              <a:lnSpc>
                <a:spcPct val="100000"/>
              </a:lnSpc>
              <a:spcBef>
                <a:spcPts val="0"/>
              </a:spcBef>
              <a:spcAft>
                <a:spcPts val="0"/>
              </a:spcAft>
              <a:buSzPts val="1400"/>
              <a:buChar char="●"/>
              <a:defRPr sz="1400" i="0"/>
            </a:lvl1pPr>
            <a:lvl2pPr marL="914400" lvl="1" indent="-317500" rtl="0">
              <a:lnSpc>
                <a:spcPct val="100000"/>
              </a:lnSpc>
              <a:spcBef>
                <a:spcPts val="0"/>
              </a:spcBef>
              <a:spcAft>
                <a:spcPts val="0"/>
              </a:spcAft>
              <a:buSzPts val="1400"/>
              <a:buChar char="○"/>
              <a:defRPr/>
            </a:lvl2pPr>
            <a:lvl3pPr marL="1371600" lvl="2" indent="-317500" rtl="0">
              <a:lnSpc>
                <a:spcPct val="100000"/>
              </a:lnSpc>
              <a:spcBef>
                <a:spcPts val="0"/>
              </a:spcBef>
              <a:spcAft>
                <a:spcPts val="0"/>
              </a:spcAft>
              <a:buSzPts val="1400"/>
              <a:buChar char="■"/>
              <a:defRPr/>
            </a:lvl3pPr>
            <a:lvl4pPr marL="1828800" lvl="3" indent="-317500" rtl="0">
              <a:lnSpc>
                <a:spcPct val="100000"/>
              </a:lnSpc>
              <a:spcBef>
                <a:spcPts val="0"/>
              </a:spcBef>
              <a:spcAft>
                <a:spcPts val="0"/>
              </a:spcAft>
              <a:buSzPts val="1400"/>
              <a:buChar char="●"/>
              <a:defRPr/>
            </a:lvl4pPr>
            <a:lvl5pPr marL="2286000" lvl="4" indent="-317500" rtl="0">
              <a:lnSpc>
                <a:spcPct val="100000"/>
              </a:lnSpc>
              <a:spcBef>
                <a:spcPts val="0"/>
              </a:spcBef>
              <a:spcAft>
                <a:spcPts val="0"/>
              </a:spcAft>
              <a:buSzPts val="1400"/>
              <a:buChar char="○"/>
              <a:defRPr/>
            </a:lvl5pPr>
            <a:lvl6pPr marL="2743200" lvl="5" indent="-317500" rtl="0">
              <a:lnSpc>
                <a:spcPct val="100000"/>
              </a:lnSpc>
              <a:spcBef>
                <a:spcPts val="0"/>
              </a:spcBef>
              <a:spcAft>
                <a:spcPts val="0"/>
              </a:spcAft>
              <a:buSzPts val="1400"/>
              <a:buChar char="■"/>
              <a:defRPr/>
            </a:lvl6pPr>
            <a:lvl7pPr marL="3200400" lvl="6" indent="-317500" rtl="0">
              <a:lnSpc>
                <a:spcPct val="100000"/>
              </a:lnSpc>
              <a:spcBef>
                <a:spcPts val="0"/>
              </a:spcBef>
              <a:spcAft>
                <a:spcPts val="0"/>
              </a:spcAft>
              <a:buSzPts val="1400"/>
              <a:buChar char="●"/>
              <a:defRPr/>
            </a:lvl7pPr>
            <a:lvl8pPr marL="3657600" lvl="7" indent="-317500" rtl="0">
              <a:lnSpc>
                <a:spcPct val="100000"/>
              </a:lnSpc>
              <a:spcBef>
                <a:spcPts val="0"/>
              </a:spcBef>
              <a:spcAft>
                <a:spcPts val="0"/>
              </a:spcAft>
              <a:buSzPts val="1400"/>
              <a:buChar char="○"/>
              <a:defRPr/>
            </a:lvl8pPr>
            <a:lvl9pPr marL="4114800" lvl="8" indent="-317500" rtl="0">
              <a:lnSpc>
                <a:spcPct val="100000"/>
              </a:lnSpc>
              <a:spcBef>
                <a:spcPts val="0"/>
              </a:spcBef>
              <a:spcAft>
                <a:spcPts val="0"/>
              </a:spcAft>
              <a:buSzPts val="1400"/>
              <a:buChar char="■"/>
              <a:defRPr/>
            </a:lvl9pPr>
          </a:lstStyle>
          <a:p>
            <a:endParaRPr/>
          </a:p>
        </p:txBody>
      </p:sp>
      <p:sp>
        <p:nvSpPr>
          <p:cNvPr id="307" name="Google Shape;307;p18"/>
          <p:cNvSpPr txBox="1">
            <a:spLocks noGrp="1"/>
          </p:cNvSpPr>
          <p:nvPr>
            <p:ph type="subTitle" idx="4"/>
          </p:nvPr>
        </p:nvSpPr>
        <p:spPr>
          <a:xfrm>
            <a:off x="5095888" y="1898211"/>
            <a:ext cx="33204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2"/>
              </a:buClr>
              <a:buSzPts val="2200"/>
              <a:buNone/>
              <a:defRPr sz="2200" i="0">
                <a:solidFill>
                  <a:schemeClr val="lt2"/>
                </a:solidFill>
                <a:latin typeface="Bree Serif"/>
                <a:ea typeface="Bree Serif"/>
                <a:cs typeface="Bree Serif"/>
                <a:sym typeface="Bree Serif"/>
              </a:defRPr>
            </a:lvl1pPr>
            <a:lvl2pPr lvl="1" algn="ctr" rtl="0">
              <a:spcBef>
                <a:spcPts val="0"/>
              </a:spcBef>
              <a:spcAft>
                <a:spcPts val="0"/>
              </a:spcAft>
              <a:buClr>
                <a:schemeClr val="dk2"/>
              </a:buClr>
              <a:buSzPts val="2200"/>
              <a:buNone/>
              <a:defRPr sz="2200">
                <a:solidFill>
                  <a:schemeClr val="dk2"/>
                </a:solidFill>
              </a:defRPr>
            </a:lvl2pPr>
            <a:lvl3pPr lvl="2" algn="ctr" rtl="0">
              <a:spcBef>
                <a:spcPts val="0"/>
              </a:spcBef>
              <a:spcAft>
                <a:spcPts val="0"/>
              </a:spcAft>
              <a:buSzPts val="2200"/>
              <a:buNone/>
              <a:defRPr sz="2200"/>
            </a:lvl3pPr>
            <a:lvl4pPr lvl="3" algn="ctr" rtl="0">
              <a:spcBef>
                <a:spcPts val="0"/>
              </a:spcBef>
              <a:spcAft>
                <a:spcPts val="0"/>
              </a:spcAft>
              <a:buSzPts val="2200"/>
              <a:buNone/>
              <a:defRPr sz="2200"/>
            </a:lvl4pPr>
            <a:lvl5pPr lvl="4" algn="ctr" rtl="0">
              <a:spcBef>
                <a:spcPts val="0"/>
              </a:spcBef>
              <a:spcAft>
                <a:spcPts val="0"/>
              </a:spcAft>
              <a:buSzPts val="2200"/>
              <a:buNone/>
              <a:defRPr sz="2200"/>
            </a:lvl5pPr>
            <a:lvl6pPr lvl="5" algn="ctr" rtl="0">
              <a:spcBef>
                <a:spcPts val="0"/>
              </a:spcBef>
              <a:spcAft>
                <a:spcPts val="0"/>
              </a:spcAft>
              <a:buSzPts val="2200"/>
              <a:buNone/>
              <a:defRPr sz="2200"/>
            </a:lvl6pPr>
            <a:lvl7pPr lvl="6" algn="ctr" rtl="0">
              <a:spcBef>
                <a:spcPts val="0"/>
              </a:spcBef>
              <a:spcAft>
                <a:spcPts val="0"/>
              </a:spcAft>
              <a:buSzPts val="2200"/>
              <a:buNone/>
              <a:defRPr sz="2200"/>
            </a:lvl7pPr>
            <a:lvl8pPr lvl="7" algn="ctr" rtl="0">
              <a:spcBef>
                <a:spcPts val="0"/>
              </a:spcBef>
              <a:spcAft>
                <a:spcPts val="0"/>
              </a:spcAft>
              <a:buSzPts val="2200"/>
              <a:buNone/>
              <a:defRPr sz="2200"/>
            </a:lvl8pPr>
            <a:lvl9pPr lvl="8" algn="ctr" rtl="0">
              <a:spcBef>
                <a:spcPts val="0"/>
              </a:spcBef>
              <a:spcAft>
                <a:spcPts val="0"/>
              </a:spcAft>
              <a:buSzPts val="2200"/>
              <a:buNone/>
              <a:defRPr sz="2200"/>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314"/>
        <p:cNvGrpSpPr/>
        <p:nvPr/>
      </p:nvGrpSpPr>
      <p:grpSpPr>
        <a:xfrm>
          <a:off x="0" y="0"/>
          <a:ext cx="0" cy="0"/>
          <a:chOff x="0" y="0"/>
          <a:chExt cx="0" cy="0"/>
        </a:xfrm>
      </p:grpSpPr>
      <p:sp>
        <p:nvSpPr>
          <p:cNvPr id="315" name="Google Shape;315;p20"/>
          <p:cNvSpPr txBox="1">
            <a:spLocks noGrp="1"/>
          </p:cNvSpPr>
          <p:nvPr>
            <p:ph type="subTitle" idx="1"/>
          </p:nvPr>
        </p:nvSpPr>
        <p:spPr>
          <a:xfrm>
            <a:off x="1027325" y="2213188"/>
            <a:ext cx="19935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200"/>
              <a:buNone/>
              <a:defRPr sz="2200" i="0">
                <a:solidFill>
                  <a:schemeClr val="lt2"/>
                </a:solidFill>
                <a:latin typeface="Bree Serif"/>
                <a:ea typeface="Bree Serif"/>
                <a:cs typeface="Bree Serif"/>
                <a:sym typeface="Bree Serif"/>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316" name="Google Shape;316;p20"/>
          <p:cNvSpPr txBox="1">
            <a:spLocks noGrp="1"/>
          </p:cNvSpPr>
          <p:nvPr>
            <p:ph type="title"/>
          </p:nvPr>
        </p:nvSpPr>
        <p:spPr>
          <a:xfrm>
            <a:off x="713225" y="365760"/>
            <a:ext cx="77175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endParaRPr/>
          </a:p>
        </p:txBody>
      </p:sp>
      <p:sp>
        <p:nvSpPr>
          <p:cNvPr id="317" name="Google Shape;317;p20"/>
          <p:cNvSpPr txBox="1">
            <a:spLocks noGrp="1"/>
          </p:cNvSpPr>
          <p:nvPr>
            <p:ph type="subTitle" idx="2"/>
          </p:nvPr>
        </p:nvSpPr>
        <p:spPr>
          <a:xfrm>
            <a:off x="3575250" y="1603588"/>
            <a:ext cx="19935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200"/>
              <a:buNone/>
              <a:defRPr sz="2200" i="0">
                <a:solidFill>
                  <a:schemeClr val="lt2"/>
                </a:solidFill>
                <a:latin typeface="Bree Serif"/>
                <a:ea typeface="Bree Serif"/>
                <a:cs typeface="Bree Serif"/>
                <a:sym typeface="Bree Serif"/>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318" name="Google Shape;318;p20"/>
          <p:cNvSpPr txBox="1">
            <a:spLocks noGrp="1"/>
          </p:cNvSpPr>
          <p:nvPr>
            <p:ph type="subTitle" idx="3"/>
          </p:nvPr>
        </p:nvSpPr>
        <p:spPr>
          <a:xfrm>
            <a:off x="6123175" y="2213188"/>
            <a:ext cx="1993500" cy="365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accent2"/>
              </a:buClr>
              <a:buSzPts val="2200"/>
              <a:buNone/>
              <a:defRPr sz="2200" i="0">
                <a:solidFill>
                  <a:schemeClr val="lt2"/>
                </a:solidFill>
                <a:latin typeface="Bree Serif"/>
                <a:ea typeface="Bree Serif"/>
                <a:cs typeface="Bree Serif"/>
                <a:sym typeface="Bree Serif"/>
              </a:defRPr>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319" name="Google Shape;319;p20"/>
          <p:cNvSpPr txBox="1">
            <a:spLocks noGrp="1"/>
          </p:cNvSpPr>
          <p:nvPr>
            <p:ph type="subTitle" idx="4"/>
          </p:nvPr>
        </p:nvSpPr>
        <p:spPr>
          <a:xfrm>
            <a:off x="1027325" y="2491613"/>
            <a:ext cx="1993500" cy="100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2200"/>
              <a:buNone/>
              <a:defRPr i="0"/>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320" name="Google Shape;320;p20"/>
          <p:cNvSpPr txBox="1">
            <a:spLocks noGrp="1"/>
          </p:cNvSpPr>
          <p:nvPr>
            <p:ph type="subTitle" idx="5"/>
          </p:nvPr>
        </p:nvSpPr>
        <p:spPr>
          <a:xfrm>
            <a:off x="3575250" y="1882013"/>
            <a:ext cx="1993500" cy="100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2200"/>
              <a:buNone/>
              <a:defRPr i="0"/>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321" name="Google Shape;321;p20"/>
          <p:cNvSpPr txBox="1">
            <a:spLocks noGrp="1"/>
          </p:cNvSpPr>
          <p:nvPr>
            <p:ph type="subTitle" idx="6"/>
          </p:nvPr>
        </p:nvSpPr>
        <p:spPr>
          <a:xfrm>
            <a:off x="6123175" y="2491613"/>
            <a:ext cx="1993500" cy="10059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2200"/>
              <a:buNone/>
              <a:defRPr i="0"/>
            </a:lvl1pPr>
            <a:lvl2pPr lvl="1" algn="ctr" rtl="0">
              <a:spcBef>
                <a:spcPts val="0"/>
              </a:spcBef>
              <a:spcAft>
                <a:spcPts val="0"/>
              </a:spcAft>
              <a:buClr>
                <a:schemeClr val="accent2"/>
              </a:buClr>
              <a:buSzPts val="2200"/>
              <a:buNone/>
              <a:defRPr sz="2200">
                <a:solidFill>
                  <a:schemeClr val="accent2"/>
                </a:solidFill>
              </a:defRPr>
            </a:lvl2pPr>
            <a:lvl3pPr lvl="2" algn="ctr" rtl="0">
              <a:spcBef>
                <a:spcPts val="0"/>
              </a:spcBef>
              <a:spcAft>
                <a:spcPts val="0"/>
              </a:spcAft>
              <a:buClr>
                <a:schemeClr val="accent2"/>
              </a:buClr>
              <a:buSzPts val="2200"/>
              <a:buNone/>
              <a:defRPr sz="2200">
                <a:solidFill>
                  <a:schemeClr val="accent2"/>
                </a:solidFill>
              </a:defRPr>
            </a:lvl3pPr>
            <a:lvl4pPr lvl="3" algn="ctr" rtl="0">
              <a:spcBef>
                <a:spcPts val="0"/>
              </a:spcBef>
              <a:spcAft>
                <a:spcPts val="0"/>
              </a:spcAft>
              <a:buClr>
                <a:schemeClr val="accent2"/>
              </a:buClr>
              <a:buSzPts val="2200"/>
              <a:buNone/>
              <a:defRPr sz="2200">
                <a:solidFill>
                  <a:schemeClr val="accent2"/>
                </a:solidFill>
              </a:defRPr>
            </a:lvl4pPr>
            <a:lvl5pPr lvl="4" algn="ctr" rtl="0">
              <a:spcBef>
                <a:spcPts val="0"/>
              </a:spcBef>
              <a:spcAft>
                <a:spcPts val="0"/>
              </a:spcAft>
              <a:buClr>
                <a:schemeClr val="accent2"/>
              </a:buClr>
              <a:buSzPts val="2200"/>
              <a:buNone/>
              <a:defRPr sz="2200">
                <a:solidFill>
                  <a:schemeClr val="accent2"/>
                </a:solidFill>
              </a:defRPr>
            </a:lvl5pPr>
            <a:lvl6pPr lvl="5" algn="ctr" rtl="0">
              <a:spcBef>
                <a:spcPts val="0"/>
              </a:spcBef>
              <a:spcAft>
                <a:spcPts val="0"/>
              </a:spcAft>
              <a:buClr>
                <a:schemeClr val="accent2"/>
              </a:buClr>
              <a:buSzPts val="2200"/>
              <a:buNone/>
              <a:defRPr sz="2200">
                <a:solidFill>
                  <a:schemeClr val="accent2"/>
                </a:solidFill>
              </a:defRPr>
            </a:lvl6pPr>
            <a:lvl7pPr lvl="6" algn="ctr" rtl="0">
              <a:spcBef>
                <a:spcPts val="0"/>
              </a:spcBef>
              <a:spcAft>
                <a:spcPts val="0"/>
              </a:spcAft>
              <a:buClr>
                <a:schemeClr val="accent2"/>
              </a:buClr>
              <a:buSzPts val="2200"/>
              <a:buNone/>
              <a:defRPr sz="2200">
                <a:solidFill>
                  <a:schemeClr val="accent2"/>
                </a:solidFill>
              </a:defRPr>
            </a:lvl7pPr>
            <a:lvl8pPr lvl="7" algn="ctr" rtl="0">
              <a:spcBef>
                <a:spcPts val="0"/>
              </a:spcBef>
              <a:spcAft>
                <a:spcPts val="0"/>
              </a:spcAft>
              <a:buClr>
                <a:schemeClr val="accent2"/>
              </a:buClr>
              <a:buSzPts val="2200"/>
              <a:buNone/>
              <a:defRPr sz="2200">
                <a:solidFill>
                  <a:schemeClr val="accent2"/>
                </a:solidFill>
              </a:defRPr>
            </a:lvl8pPr>
            <a:lvl9pPr lvl="8" algn="ctr" rtl="0">
              <a:spcBef>
                <a:spcPts val="0"/>
              </a:spcBef>
              <a:spcAft>
                <a:spcPts val="0"/>
              </a:spcAft>
              <a:buClr>
                <a:schemeClr val="accent2"/>
              </a:buClr>
              <a:buSzPts val="2200"/>
              <a:buNone/>
              <a:defRPr sz="2200">
                <a:solidFill>
                  <a:schemeClr val="accent2"/>
                </a:solidFill>
              </a:defRPr>
            </a:lvl9pPr>
          </a:lstStyle>
          <a:p>
            <a:endParaRPr/>
          </a:p>
        </p:txBody>
      </p:sp>
      <p:sp>
        <p:nvSpPr>
          <p:cNvPr id="322" name="Google Shape;322;p20"/>
          <p:cNvSpPr/>
          <p:nvPr/>
        </p:nvSpPr>
        <p:spPr>
          <a:xfrm rot="274613">
            <a:off x="2965690" y="4447690"/>
            <a:ext cx="897671" cy="431631"/>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0"/>
          <p:cNvSpPr/>
          <p:nvPr/>
        </p:nvSpPr>
        <p:spPr>
          <a:xfrm>
            <a:off x="2849004" y="4671541"/>
            <a:ext cx="3227421" cy="638885"/>
          </a:xfrm>
          <a:custGeom>
            <a:avLst/>
            <a:gdLst/>
            <a:ahLst/>
            <a:cxnLst/>
            <a:rect l="l" t="t" r="r" b="b"/>
            <a:pathLst>
              <a:path w="69718" h="12553" extrusionOk="0">
                <a:moveTo>
                  <a:pt x="69717" y="11029"/>
                </a:moveTo>
                <a:lnTo>
                  <a:pt x="69717" y="11029"/>
                </a:lnTo>
                <a:cubicBezTo>
                  <a:pt x="69717" y="11029"/>
                  <a:pt x="69717" y="11029"/>
                  <a:pt x="69717" y="11029"/>
                </a:cubicBezTo>
                <a:lnTo>
                  <a:pt x="69717" y="11029"/>
                </a:lnTo>
                <a:cubicBezTo>
                  <a:pt x="69717" y="11029"/>
                  <a:pt x="69717" y="11029"/>
                  <a:pt x="69717" y="11029"/>
                </a:cubicBezTo>
                <a:close/>
                <a:moveTo>
                  <a:pt x="31124" y="1"/>
                </a:moveTo>
                <a:cubicBezTo>
                  <a:pt x="26625" y="1"/>
                  <a:pt x="22143" y="517"/>
                  <a:pt x="17840" y="1555"/>
                </a:cubicBezTo>
                <a:cubicBezTo>
                  <a:pt x="12531" y="2836"/>
                  <a:pt x="7494" y="4909"/>
                  <a:pt x="3038" y="7787"/>
                </a:cubicBezTo>
                <a:cubicBezTo>
                  <a:pt x="2474" y="8149"/>
                  <a:pt x="1" y="9450"/>
                  <a:pt x="61" y="10085"/>
                </a:cubicBezTo>
                <a:cubicBezTo>
                  <a:pt x="143" y="10936"/>
                  <a:pt x="2473" y="11118"/>
                  <a:pt x="3258" y="11238"/>
                </a:cubicBezTo>
                <a:cubicBezTo>
                  <a:pt x="4982" y="11501"/>
                  <a:pt x="6734" y="11563"/>
                  <a:pt x="8487" y="11563"/>
                </a:cubicBezTo>
                <a:cubicBezTo>
                  <a:pt x="9607" y="11563"/>
                  <a:pt x="10728" y="11537"/>
                  <a:pt x="11842" y="11523"/>
                </a:cubicBezTo>
                <a:cubicBezTo>
                  <a:pt x="12610" y="11514"/>
                  <a:pt x="13380" y="11509"/>
                  <a:pt x="14149" y="11509"/>
                </a:cubicBezTo>
                <a:cubicBezTo>
                  <a:pt x="25833" y="11509"/>
                  <a:pt x="37595" y="12553"/>
                  <a:pt x="49240" y="12553"/>
                </a:cubicBezTo>
                <a:cubicBezTo>
                  <a:pt x="56120" y="12553"/>
                  <a:pt x="62959" y="12188"/>
                  <a:pt x="69717" y="11029"/>
                </a:cubicBezTo>
                <a:lnTo>
                  <a:pt x="69717" y="11029"/>
                </a:lnTo>
                <a:cubicBezTo>
                  <a:pt x="69712" y="11030"/>
                  <a:pt x="69706" y="11030"/>
                  <a:pt x="69700" y="11030"/>
                </a:cubicBezTo>
                <a:cubicBezTo>
                  <a:pt x="69304" y="11030"/>
                  <a:pt x="67098" y="9184"/>
                  <a:pt x="66689" y="8935"/>
                </a:cubicBezTo>
                <a:cubicBezTo>
                  <a:pt x="65549" y="8243"/>
                  <a:pt x="64357" y="7612"/>
                  <a:pt x="63129" y="7035"/>
                </a:cubicBezTo>
                <a:cubicBezTo>
                  <a:pt x="60848" y="5961"/>
                  <a:pt x="58461" y="5077"/>
                  <a:pt x="55995" y="4353"/>
                </a:cubicBezTo>
                <a:cubicBezTo>
                  <a:pt x="50114" y="2622"/>
                  <a:pt x="44105" y="1112"/>
                  <a:pt x="37919" y="394"/>
                </a:cubicBezTo>
                <a:cubicBezTo>
                  <a:pt x="35663" y="132"/>
                  <a:pt x="33391" y="1"/>
                  <a:pt x="3112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0"/>
          <p:cNvSpPr/>
          <p:nvPr/>
        </p:nvSpPr>
        <p:spPr>
          <a:xfrm>
            <a:off x="3015191" y="4683042"/>
            <a:ext cx="2842082" cy="628757"/>
          </a:xfrm>
          <a:custGeom>
            <a:avLst/>
            <a:gdLst/>
            <a:ahLst/>
            <a:cxnLst/>
            <a:rect l="l" t="t" r="r" b="b"/>
            <a:pathLst>
              <a:path w="61394" h="12354" extrusionOk="0">
                <a:moveTo>
                  <a:pt x="28689" y="0"/>
                </a:moveTo>
                <a:cubicBezTo>
                  <a:pt x="28507" y="0"/>
                  <a:pt x="28388" y="78"/>
                  <a:pt x="28323" y="175"/>
                </a:cubicBezTo>
                <a:cubicBezTo>
                  <a:pt x="28193" y="370"/>
                  <a:pt x="28221" y="610"/>
                  <a:pt x="28222" y="815"/>
                </a:cubicBezTo>
                <a:cubicBezTo>
                  <a:pt x="28222" y="937"/>
                  <a:pt x="28374" y="1041"/>
                  <a:pt x="28565" y="1056"/>
                </a:cubicBezTo>
                <a:cubicBezTo>
                  <a:pt x="28580" y="1057"/>
                  <a:pt x="28595" y="1058"/>
                  <a:pt x="28610" y="1058"/>
                </a:cubicBezTo>
                <a:cubicBezTo>
                  <a:pt x="28779" y="1058"/>
                  <a:pt x="28972" y="992"/>
                  <a:pt x="29000" y="880"/>
                </a:cubicBezTo>
                <a:cubicBezTo>
                  <a:pt x="29057" y="652"/>
                  <a:pt x="29147" y="406"/>
                  <a:pt x="29057" y="175"/>
                </a:cubicBezTo>
                <a:cubicBezTo>
                  <a:pt x="29016" y="75"/>
                  <a:pt x="28853" y="0"/>
                  <a:pt x="28689" y="0"/>
                </a:cubicBezTo>
                <a:close/>
                <a:moveTo>
                  <a:pt x="21757" y="676"/>
                </a:moveTo>
                <a:cubicBezTo>
                  <a:pt x="21723" y="676"/>
                  <a:pt x="21687" y="681"/>
                  <a:pt x="21651" y="691"/>
                </a:cubicBezTo>
                <a:cubicBezTo>
                  <a:pt x="21473" y="740"/>
                  <a:pt x="21367" y="861"/>
                  <a:pt x="21354" y="1017"/>
                </a:cubicBezTo>
                <a:cubicBezTo>
                  <a:pt x="21351" y="1071"/>
                  <a:pt x="21358" y="1123"/>
                  <a:pt x="21354" y="1178"/>
                </a:cubicBezTo>
                <a:cubicBezTo>
                  <a:pt x="21354" y="1180"/>
                  <a:pt x="21353" y="1184"/>
                  <a:pt x="21351" y="1188"/>
                </a:cubicBezTo>
                <a:cubicBezTo>
                  <a:pt x="21338" y="1212"/>
                  <a:pt x="21336" y="1220"/>
                  <a:pt x="21337" y="1220"/>
                </a:cubicBezTo>
                <a:cubicBezTo>
                  <a:pt x="21337" y="1220"/>
                  <a:pt x="21338" y="1218"/>
                  <a:pt x="21340" y="1216"/>
                </a:cubicBezTo>
                <a:lnTo>
                  <a:pt x="21340" y="1216"/>
                </a:lnTo>
                <a:cubicBezTo>
                  <a:pt x="21241" y="1380"/>
                  <a:pt x="21287" y="1606"/>
                  <a:pt x="21492" y="1696"/>
                </a:cubicBezTo>
                <a:cubicBezTo>
                  <a:pt x="21562" y="1727"/>
                  <a:pt x="21634" y="1741"/>
                  <a:pt x="21705" y="1741"/>
                </a:cubicBezTo>
                <a:cubicBezTo>
                  <a:pt x="21848" y="1741"/>
                  <a:pt x="21984" y="1681"/>
                  <a:pt x="22069" y="1569"/>
                </a:cubicBezTo>
                <a:cubicBezTo>
                  <a:pt x="22224" y="1370"/>
                  <a:pt x="22290" y="1046"/>
                  <a:pt x="22106" y="845"/>
                </a:cubicBezTo>
                <a:cubicBezTo>
                  <a:pt x="22020" y="752"/>
                  <a:pt x="21897" y="676"/>
                  <a:pt x="21757" y="676"/>
                </a:cubicBezTo>
                <a:close/>
                <a:moveTo>
                  <a:pt x="26536" y="739"/>
                </a:moveTo>
                <a:cubicBezTo>
                  <a:pt x="26356" y="739"/>
                  <a:pt x="26180" y="822"/>
                  <a:pt x="26143" y="993"/>
                </a:cubicBezTo>
                <a:cubicBezTo>
                  <a:pt x="26101" y="1185"/>
                  <a:pt x="26100" y="1364"/>
                  <a:pt x="26055" y="1540"/>
                </a:cubicBezTo>
                <a:cubicBezTo>
                  <a:pt x="26004" y="1731"/>
                  <a:pt x="26123" y="1934"/>
                  <a:pt x="26358" y="1986"/>
                </a:cubicBezTo>
                <a:cubicBezTo>
                  <a:pt x="26396" y="1995"/>
                  <a:pt x="26434" y="1999"/>
                  <a:pt x="26472" y="1999"/>
                </a:cubicBezTo>
                <a:cubicBezTo>
                  <a:pt x="26662" y="1999"/>
                  <a:pt x="26832" y="1890"/>
                  <a:pt x="26891" y="1732"/>
                </a:cubicBezTo>
                <a:cubicBezTo>
                  <a:pt x="26978" y="1491"/>
                  <a:pt x="27023" y="1242"/>
                  <a:pt x="26956" y="993"/>
                </a:cubicBezTo>
                <a:cubicBezTo>
                  <a:pt x="26910" y="826"/>
                  <a:pt x="26721" y="739"/>
                  <a:pt x="26536" y="739"/>
                </a:cubicBezTo>
                <a:close/>
                <a:moveTo>
                  <a:pt x="33642" y="1483"/>
                </a:moveTo>
                <a:cubicBezTo>
                  <a:pt x="33504" y="1483"/>
                  <a:pt x="33365" y="1548"/>
                  <a:pt x="33327" y="1678"/>
                </a:cubicBezTo>
                <a:cubicBezTo>
                  <a:pt x="33266" y="1898"/>
                  <a:pt x="33244" y="2085"/>
                  <a:pt x="33307" y="2306"/>
                </a:cubicBezTo>
                <a:cubicBezTo>
                  <a:pt x="33348" y="2444"/>
                  <a:pt x="33495" y="2514"/>
                  <a:pt x="33641" y="2514"/>
                </a:cubicBezTo>
                <a:cubicBezTo>
                  <a:pt x="33787" y="2514"/>
                  <a:pt x="33933" y="2444"/>
                  <a:pt x="33974" y="2306"/>
                </a:cubicBezTo>
                <a:cubicBezTo>
                  <a:pt x="34039" y="2085"/>
                  <a:pt x="34018" y="1896"/>
                  <a:pt x="33957" y="1678"/>
                </a:cubicBezTo>
                <a:cubicBezTo>
                  <a:pt x="33919" y="1548"/>
                  <a:pt x="33781" y="1483"/>
                  <a:pt x="33642" y="1483"/>
                </a:cubicBezTo>
                <a:close/>
                <a:moveTo>
                  <a:pt x="38876" y="1555"/>
                </a:moveTo>
                <a:cubicBezTo>
                  <a:pt x="38773" y="1555"/>
                  <a:pt x="38670" y="1597"/>
                  <a:pt x="38605" y="1681"/>
                </a:cubicBezTo>
                <a:cubicBezTo>
                  <a:pt x="38384" y="1970"/>
                  <a:pt x="38467" y="2412"/>
                  <a:pt x="38615" y="2712"/>
                </a:cubicBezTo>
                <a:cubicBezTo>
                  <a:pt x="38667" y="2820"/>
                  <a:pt x="38771" y="2873"/>
                  <a:pt x="38875" y="2873"/>
                </a:cubicBezTo>
                <a:cubicBezTo>
                  <a:pt x="38979" y="2873"/>
                  <a:pt x="39083" y="2820"/>
                  <a:pt x="39135" y="2712"/>
                </a:cubicBezTo>
                <a:cubicBezTo>
                  <a:pt x="39285" y="2412"/>
                  <a:pt x="39368" y="1972"/>
                  <a:pt x="39147" y="1681"/>
                </a:cubicBezTo>
                <a:cubicBezTo>
                  <a:pt x="39082" y="1597"/>
                  <a:pt x="38979" y="1555"/>
                  <a:pt x="38876" y="1555"/>
                </a:cubicBezTo>
                <a:close/>
                <a:moveTo>
                  <a:pt x="19131" y="1460"/>
                </a:moveTo>
                <a:cubicBezTo>
                  <a:pt x="18931" y="1460"/>
                  <a:pt x="18732" y="1552"/>
                  <a:pt x="18686" y="1738"/>
                </a:cubicBezTo>
                <a:cubicBezTo>
                  <a:pt x="18611" y="2049"/>
                  <a:pt x="18567" y="2389"/>
                  <a:pt x="18580" y="2706"/>
                </a:cubicBezTo>
                <a:cubicBezTo>
                  <a:pt x="18586" y="2884"/>
                  <a:pt x="18789" y="3033"/>
                  <a:pt x="18989" y="3033"/>
                </a:cubicBezTo>
                <a:cubicBezTo>
                  <a:pt x="19077" y="3033"/>
                  <a:pt x="19165" y="3004"/>
                  <a:pt x="19234" y="2934"/>
                </a:cubicBezTo>
                <a:cubicBezTo>
                  <a:pt x="19566" y="2600"/>
                  <a:pt x="19689" y="2165"/>
                  <a:pt x="19580" y="1738"/>
                </a:cubicBezTo>
                <a:cubicBezTo>
                  <a:pt x="19533" y="1553"/>
                  <a:pt x="19332" y="1460"/>
                  <a:pt x="19131" y="1460"/>
                </a:cubicBezTo>
                <a:close/>
                <a:moveTo>
                  <a:pt x="12069" y="2343"/>
                </a:moveTo>
                <a:cubicBezTo>
                  <a:pt x="11939" y="2343"/>
                  <a:pt x="11809" y="2394"/>
                  <a:pt x="11750" y="2495"/>
                </a:cubicBezTo>
                <a:cubicBezTo>
                  <a:pt x="11725" y="2539"/>
                  <a:pt x="11699" y="2585"/>
                  <a:pt x="11684" y="2632"/>
                </a:cubicBezTo>
                <a:cubicBezTo>
                  <a:pt x="11661" y="2713"/>
                  <a:pt x="11675" y="2775"/>
                  <a:pt x="11690" y="2856"/>
                </a:cubicBezTo>
                <a:cubicBezTo>
                  <a:pt x="11699" y="2916"/>
                  <a:pt x="11710" y="2974"/>
                  <a:pt x="11721" y="3032"/>
                </a:cubicBezTo>
                <a:cubicBezTo>
                  <a:pt x="11742" y="3154"/>
                  <a:pt x="11919" y="3256"/>
                  <a:pt x="12059" y="3256"/>
                </a:cubicBezTo>
                <a:cubicBezTo>
                  <a:pt x="12063" y="3256"/>
                  <a:pt x="12067" y="3256"/>
                  <a:pt x="12071" y="3256"/>
                </a:cubicBezTo>
                <a:cubicBezTo>
                  <a:pt x="12136" y="3254"/>
                  <a:pt x="12199" y="3240"/>
                  <a:pt x="12256" y="3214"/>
                </a:cubicBezTo>
                <a:cubicBezTo>
                  <a:pt x="12324" y="3183"/>
                  <a:pt x="12411" y="3099"/>
                  <a:pt x="12423" y="3032"/>
                </a:cubicBezTo>
                <a:cubicBezTo>
                  <a:pt x="12433" y="2974"/>
                  <a:pt x="12442" y="2914"/>
                  <a:pt x="12453" y="2856"/>
                </a:cubicBezTo>
                <a:cubicBezTo>
                  <a:pt x="12464" y="2775"/>
                  <a:pt x="12478" y="2713"/>
                  <a:pt x="12455" y="2632"/>
                </a:cubicBezTo>
                <a:cubicBezTo>
                  <a:pt x="12442" y="2583"/>
                  <a:pt x="12417" y="2539"/>
                  <a:pt x="12389" y="2495"/>
                </a:cubicBezTo>
                <a:cubicBezTo>
                  <a:pt x="12330" y="2394"/>
                  <a:pt x="12199" y="2343"/>
                  <a:pt x="12069" y="2343"/>
                </a:cubicBezTo>
                <a:close/>
                <a:moveTo>
                  <a:pt x="35553" y="2031"/>
                </a:moveTo>
                <a:cubicBezTo>
                  <a:pt x="35390" y="2031"/>
                  <a:pt x="35229" y="2128"/>
                  <a:pt x="35185" y="2263"/>
                </a:cubicBezTo>
                <a:cubicBezTo>
                  <a:pt x="35120" y="2459"/>
                  <a:pt x="35203" y="2696"/>
                  <a:pt x="35152" y="2866"/>
                </a:cubicBezTo>
                <a:cubicBezTo>
                  <a:pt x="35080" y="3104"/>
                  <a:pt x="35307" y="3275"/>
                  <a:pt x="35540" y="3275"/>
                </a:cubicBezTo>
                <a:cubicBezTo>
                  <a:pt x="35662" y="3275"/>
                  <a:pt x="35785" y="3228"/>
                  <a:pt x="35867" y="3119"/>
                </a:cubicBezTo>
                <a:cubicBezTo>
                  <a:pt x="36104" y="2805"/>
                  <a:pt x="36148" y="2303"/>
                  <a:pt x="35733" y="2077"/>
                </a:cubicBezTo>
                <a:cubicBezTo>
                  <a:pt x="35677" y="2045"/>
                  <a:pt x="35615" y="2031"/>
                  <a:pt x="35553" y="2031"/>
                </a:cubicBezTo>
                <a:close/>
                <a:moveTo>
                  <a:pt x="42154" y="2093"/>
                </a:moveTo>
                <a:cubicBezTo>
                  <a:pt x="41990" y="2093"/>
                  <a:pt x="41825" y="2170"/>
                  <a:pt x="41781" y="2325"/>
                </a:cubicBezTo>
                <a:cubicBezTo>
                  <a:pt x="41687" y="2661"/>
                  <a:pt x="41733" y="2994"/>
                  <a:pt x="41809" y="3328"/>
                </a:cubicBezTo>
                <a:cubicBezTo>
                  <a:pt x="41842" y="3472"/>
                  <a:pt x="41998" y="3543"/>
                  <a:pt x="42155" y="3543"/>
                </a:cubicBezTo>
                <a:cubicBezTo>
                  <a:pt x="42311" y="3543"/>
                  <a:pt x="42468" y="3472"/>
                  <a:pt x="42500" y="3328"/>
                </a:cubicBezTo>
                <a:cubicBezTo>
                  <a:pt x="42577" y="2995"/>
                  <a:pt x="42622" y="2663"/>
                  <a:pt x="42527" y="2325"/>
                </a:cubicBezTo>
                <a:cubicBezTo>
                  <a:pt x="42484" y="2170"/>
                  <a:pt x="42319" y="2093"/>
                  <a:pt x="42154" y="2093"/>
                </a:cubicBezTo>
                <a:close/>
                <a:moveTo>
                  <a:pt x="30854" y="2309"/>
                </a:moveTo>
                <a:cubicBezTo>
                  <a:pt x="30672" y="2309"/>
                  <a:pt x="30552" y="2412"/>
                  <a:pt x="30486" y="2543"/>
                </a:cubicBezTo>
                <a:cubicBezTo>
                  <a:pt x="30358" y="2805"/>
                  <a:pt x="30384" y="3128"/>
                  <a:pt x="30387" y="3407"/>
                </a:cubicBezTo>
                <a:cubicBezTo>
                  <a:pt x="30387" y="3570"/>
                  <a:pt x="30537" y="3714"/>
                  <a:pt x="30730" y="3734"/>
                </a:cubicBezTo>
                <a:cubicBezTo>
                  <a:pt x="30745" y="3736"/>
                  <a:pt x="30760" y="3736"/>
                  <a:pt x="30775" y="3736"/>
                </a:cubicBezTo>
                <a:cubicBezTo>
                  <a:pt x="30942" y="3736"/>
                  <a:pt x="31136" y="3648"/>
                  <a:pt x="31165" y="3496"/>
                </a:cubicBezTo>
                <a:cubicBezTo>
                  <a:pt x="31222" y="3185"/>
                  <a:pt x="31312" y="2856"/>
                  <a:pt x="31222" y="2543"/>
                </a:cubicBezTo>
                <a:cubicBezTo>
                  <a:pt x="31181" y="2407"/>
                  <a:pt x="31017" y="2309"/>
                  <a:pt x="30854" y="2309"/>
                </a:cubicBezTo>
                <a:close/>
                <a:moveTo>
                  <a:pt x="14779" y="2418"/>
                </a:moveTo>
                <a:cubicBezTo>
                  <a:pt x="14600" y="2418"/>
                  <a:pt x="14429" y="2499"/>
                  <a:pt x="14393" y="2680"/>
                </a:cubicBezTo>
                <a:cubicBezTo>
                  <a:pt x="14338" y="2952"/>
                  <a:pt x="14265" y="3215"/>
                  <a:pt x="14263" y="3494"/>
                </a:cubicBezTo>
                <a:cubicBezTo>
                  <a:pt x="14261" y="3692"/>
                  <a:pt x="14453" y="3807"/>
                  <a:pt x="14648" y="3807"/>
                </a:cubicBezTo>
                <a:cubicBezTo>
                  <a:pt x="14773" y="3807"/>
                  <a:pt x="14900" y="3759"/>
                  <a:pt x="14977" y="3656"/>
                </a:cubicBezTo>
                <a:cubicBezTo>
                  <a:pt x="15178" y="3385"/>
                  <a:pt x="15233" y="3091"/>
                  <a:pt x="15245" y="2776"/>
                </a:cubicBezTo>
                <a:cubicBezTo>
                  <a:pt x="15253" y="2551"/>
                  <a:pt x="15009" y="2418"/>
                  <a:pt x="14779" y="2418"/>
                </a:cubicBezTo>
                <a:close/>
                <a:moveTo>
                  <a:pt x="45205" y="2793"/>
                </a:moveTo>
                <a:cubicBezTo>
                  <a:pt x="45094" y="2793"/>
                  <a:pt x="44986" y="2836"/>
                  <a:pt x="44934" y="2930"/>
                </a:cubicBezTo>
                <a:cubicBezTo>
                  <a:pt x="44752" y="3259"/>
                  <a:pt x="44784" y="3686"/>
                  <a:pt x="44848" y="4039"/>
                </a:cubicBezTo>
                <a:cubicBezTo>
                  <a:pt x="44871" y="4165"/>
                  <a:pt x="45003" y="4226"/>
                  <a:pt x="45139" y="4226"/>
                </a:cubicBezTo>
                <a:cubicBezTo>
                  <a:pt x="45251" y="4226"/>
                  <a:pt x="45365" y="4184"/>
                  <a:pt x="45421" y="4102"/>
                </a:cubicBezTo>
                <a:cubicBezTo>
                  <a:pt x="45642" y="3772"/>
                  <a:pt x="45749" y="3273"/>
                  <a:pt x="45509" y="2930"/>
                </a:cubicBezTo>
                <a:cubicBezTo>
                  <a:pt x="45448" y="2843"/>
                  <a:pt x="45325" y="2793"/>
                  <a:pt x="45205" y="2793"/>
                </a:cubicBezTo>
                <a:close/>
                <a:moveTo>
                  <a:pt x="27509" y="3309"/>
                </a:moveTo>
                <a:cubicBezTo>
                  <a:pt x="27393" y="3309"/>
                  <a:pt x="27268" y="3368"/>
                  <a:pt x="27228" y="3467"/>
                </a:cubicBezTo>
                <a:cubicBezTo>
                  <a:pt x="27097" y="3782"/>
                  <a:pt x="26907" y="4144"/>
                  <a:pt x="27016" y="4483"/>
                </a:cubicBezTo>
                <a:cubicBezTo>
                  <a:pt x="27050" y="4588"/>
                  <a:pt x="27150" y="4637"/>
                  <a:pt x="27256" y="4637"/>
                </a:cubicBezTo>
                <a:cubicBezTo>
                  <a:pt x="27324" y="4637"/>
                  <a:pt x="27394" y="4617"/>
                  <a:pt x="27452" y="4579"/>
                </a:cubicBezTo>
                <a:cubicBezTo>
                  <a:pt x="27831" y="4324"/>
                  <a:pt x="27814" y="3829"/>
                  <a:pt x="27735" y="3467"/>
                </a:cubicBezTo>
                <a:cubicBezTo>
                  <a:pt x="27712" y="3357"/>
                  <a:pt x="27614" y="3309"/>
                  <a:pt x="27509" y="3309"/>
                </a:cubicBezTo>
                <a:close/>
                <a:moveTo>
                  <a:pt x="48928" y="3715"/>
                </a:moveTo>
                <a:cubicBezTo>
                  <a:pt x="48779" y="3715"/>
                  <a:pt x="48631" y="3784"/>
                  <a:pt x="48597" y="3920"/>
                </a:cubicBezTo>
                <a:cubicBezTo>
                  <a:pt x="48503" y="4304"/>
                  <a:pt x="48419" y="4800"/>
                  <a:pt x="48727" y="5124"/>
                </a:cubicBezTo>
                <a:cubicBezTo>
                  <a:pt x="48771" y="5171"/>
                  <a:pt x="48849" y="5194"/>
                  <a:pt x="48928" y="5194"/>
                </a:cubicBezTo>
                <a:cubicBezTo>
                  <a:pt x="49007" y="5194"/>
                  <a:pt x="49086" y="5171"/>
                  <a:pt x="49129" y="5124"/>
                </a:cubicBezTo>
                <a:cubicBezTo>
                  <a:pt x="49436" y="4800"/>
                  <a:pt x="49353" y="4304"/>
                  <a:pt x="49259" y="3920"/>
                </a:cubicBezTo>
                <a:cubicBezTo>
                  <a:pt x="49225" y="3784"/>
                  <a:pt x="49076" y="3715"/>
                  <a:pt x="48928" y="3715"/>
                </a:cubicBezTo>
                <a:close/>
                <a:moveTo>
                  <a:pt x="37614" y="4214"/>
                </a:moveTo>
                <a:cubicBezTo>
                  <a:pt x="37514" y="4214"/>
                  <a:pt x="37416" y="4255"/>
                  <a:pt x="37357" y="4337"/>
                </a:cubicBezTo>
                <a:cubicBezTo>
                  <a:pt x="37280" y="4442"/>
                  <a:pt x="37279" y="4563"/>
                  <a:pt x="37260" y="4682"/>
                </a:cubicBezTo>
                <a:cubicBezTo>
                  <a:pt x="37241" y="4810"/>
                  <a:pt x="37228" y="4938"/>
                  <a:pt x="37209" y="5066"/>
                </a:cubicBezTo>
                <a:cubicBezTo>
                  <a:pt x="37185" y="5248"/>
                  <a:pt x="37381" y="5358"/>
                  <a:pt x="37573" y="5358"/>
                </a:cubicBezTo>
                <a:cubicBezTo>
                  <a:pt x="37694" y="5358"/>
                  <a:pt x="37813" y="5314"/>
                  <a:pt x="37873" y="5217"/>
                </a:cubicBezTo>
                <a:cubicBezTo>
                  <a:pt x="38035" y="4955"/>
                  <a:pt x="38132" y="4513"/>
                  <a:pt x="37833" y="4287"/>
                </a:cubicBezTo>
                <a:cubicBezTo>
                  <a:pt x="37770" y="4238"/>
                  <a:pt x="37691" y="4214"/>
                  <a:pt x="37614" y="4214"/>
                </a:cubicBezTo>
                <a:close/>
                <a:moveTo>
                  <a:pt x="24197" y="4099"/>
                </a:moveTo>
                <a:cubicBezTo>
                  <a:pt x="24094" y="4099"/>
                  <a:pt x="23994" y="4145"/>
                  <a:pt x="23926" y="4223"/>
                </a:cubicBezTo>
                <a:cubicBezTo>
                  <a:pt x="23817" y="4349"/>
                  <a:pt x="23823" y="4516"/>
                  <a:pt x="23801" y="4667"/>
                </a:cubicBezTo>
                <a:cubicBezTo>
                  <a:pt x="23778" y="4825"/>
                  <a:pt x="23766" y="4974"/>
                  <a:pt x="23760" y="5131"/>
                </a:cubicBezTo>
                <a:cubicBezTo>
                  <a:pt x="23754" y="5311"/>
                  <a:pt x="23963" y="5438"/>
                  <a:pt x="24157" y="5438"/>
                </a:cubicBezTo>
                <a:cubicBezTo>
                  <a:pt x="24274" y="5438"/>
                  <a:pt x="24386" y="5392"/>
                  <a:pt x="24442" y="5285"/>
                </a:cubicBezTo>
                <a:cubicBezTo>
                  <a:pt x="24609" y="4971"/>
                  <a:pt x="24745" y="4444"/>
                  <a:pt x="24403" y="4172"/>
                </a:cubicBezTo>
                <a:cubicBezTo>
                  <a:pt x="24341" y="4121"/>
                  <a:pt x="24268" y="4099"/>
                  <a:pt x="24197" y="4099"/>
                </a:cubicBezTo>
                <a:close/>
                <a:moveTo>
                  <a:pt x="33430" y="4074"/>
                </a:moveTo>
                <a:cubicBezTo>
                  <a:pt x="33364" y="4074"/>
                  <a:pt x="33298" y="4095"/>
                  <a:pt x="33243" y="4138"/>
                </a:cubicBezTo>
                <a:cubicBezTo>
                  <a:pt x="33090" y="4259"/>
                  <a:pt x="33087" y="4415"/>
                  <a:pt x="33061" y="4579"/>
                </a:cubicBezTo>
                <a:cubicBezTo>
                  <a:pt x="33033" y="4737"/>
                  <a:pt x="32993" y="4897"/>
                  <a:pt x="32946" y="5051"/>
                </a:cubicBezTo>
                <a:cubicBezTo>
                  <a:pt x="32871" y="5291"/>
                  <a:pt x="33105" y="5448"/>
                  <a:pt x="33332" y="5448"/>
                </a:cubicBezTo>
                <a:cubicBezTo>
                  <a:pt x="33482" y="5448"/>
                  <a:pt x="33628" y="5379"/>
                  <a:pt x="33680" y="5221"/>
                </a:cubicBezTo>
                <a:cubicBezTo>
                  <a:pt x="33778" y="4929"/>
                  <a:pt x="33948" y="4369"/>
                  <a:pt x="33625" y="4138"/>
                </a:cubicBezTo>
                <a:cubicBezTo>
                  <a:pt x="33567" y="4097"/>
                  <a:pt x="33498" y="4074"/>
                  <a:pt x="33430" y="4074"/>
                </a:cubicBezTo>
                <a:close/>
                <a:moveTo>
                  <a:pt x="17247" y="3637"/>
                </a:moveTo>
                <a:cubicBezTo>
                  <a:pt x="17085" y="3637"/>
                  <a:pt x="16929" y="3712"/>
                  <a:pt x="16886" y="3879"/>
                </a:cubicBezTo>
                <a:cubicBezTo>
                  <a:pt x="16782" y="4276"/>
                  <a:pt x="16716" y="4759"/>
                  <a:pt x="16742" y="5165"/>
                </a:cubicBezTo>
                <a:cubicBezTo>
                  <a:pt x="16755" y="5364"/>
                  <a:pt x="16949" y="5488"/>
                  <a:pt x="17145" y="5488"/>
                </a:cubicBezTo>
                <a:cubicBezTo>
                  <a:pt x="17267" y="5488"/>
                  <a:pt x="17390" y="5440"/>
                  <a:pt x="17471" y="5330"/>
                </a:cubicBezTo>
                <a:cubicBezTo>
                  <a:pt x="17766" y="4926"/>
                  <a:pt x="17839" y="4333"/>
                  <a:pt x="17664" y="3879"/>
                </a:cubicBezTo>
                <a:cubicBezTo>
                  <a:pt x="17604" y="3724"/>
                  <a:pt x="17422" y="3637"/>
                  <a:pt x="17247" y="3637"/>
                </a:cubicBezTo>
                <a:close/>
                <a:moveTo>
                  <a:pt x="41147" y="4396"/>
                </a:moveTo>
                <a:cubicBezTo>
                  <a:pt x="41047" y="4396"/>
                  <a:pt x="40949" y="4437"/>
                  <a:pt x="40890" y="4519"/>
                </a:cubicBezTo>
                <a:cubicBezTo>
                  <a:pt x="40813" y="4624"/>
                  <a:pt x="40812" y="4745"/>
                  <a:pt x="40793" y="4864"/>
                </a:cubicBezTo>
                <a:cubicBezTo>
                  <a:pt x="40774" y="4992"/>
                  <a:pt x="40761" y="5120"/>
                  <a:pt x="40742" y="5248"/>
                </a:cubicBezTo>
                <a:cubicBezTo>
                  <a:pt x="40718" y="5430"/>
                  <a:pt x="40914" y="5540"/>
                  <a:pt x="41106" y="5540"/>
                </a:cubicBezTo>
                <a:cubicBezTo>
                  <a:pt x="41227" y="5540"/>
                  <a:pt x="41346" y="5496"/>
                  <a:pt x="41406" y="5399"/>
                </a:cubicBezTo>
                <a:cubicBezTo>
                  <a:pt x="41566" y="5137"/>
                  <a:pt x="41665" y="4697"/>
                  <a:pt x="41366" y="4468"/>
                </a:cubicBezTo>
                <a:cubicBezTo>
                  <a:pt x="41303" y="4420"/>
                  <a:pt x="41224" y="4396"/>
                  <a:pt x="41147" y="4396"/>
                </a:cubicBezTo>
                <a:close/>
                <a:moveTo>
                  <a:pt x="20772" y="4209"/>
                </a:moveTo>
                <a:cubicBezTo>
                  <a:pt x="20661" y="4209"/>
                  <a:pt x="20553" y="4253"/>
                  <a:pt x="20493" y="4353"/>
                </a:cubicBezTo>
                <a:cubicBezTo>
                  <a:pt x="20303" y="4673"/>
                  <a:pt x="20320" y="5016"/>
                  <a:pt x="20379" y="5362"/>
                </a:cubicBezTo>
                <a:cubicBezTo>
                  <a:pt x="20400" y="5490"/>
                  <a:pt x="20584" y="5583"/>
                  <a:pt x="20727" y="5583"/>
                </a:cubicBezTo>
                <a:cubicBezTo>
                  <a:pt x="20889" y="5583"/>
                  <a:pt x="21030" y="5489"/>
                  <a:pt x="21075" y="5362"/>
                </a:cubicBezTo>
                <a:cubicBezTo>
                  <a:pt x="21183" y="5061"/>
                  <a:pt x="21255" y="4727"/>
                  <a:pt x="21139" y="4425"/>
                </a:cubicBezTo>
                <a:cubicBezTo>
                  <a:pt x="21088" y="4292"/>
                  <a:pt x="20927" y="4209"/>
                  <a:pt x="20772" y="4209"/>
                </a:cubicBezTo>
                <a:close/>
                <a:moveTo>
                  <a:pt x="43296" y="4493"/>
                </a:moveTo>
                <a:cubicBezTo>
                  <a:pt x="43096" y="4493"/>
                  <a:pt x="42981" y="4624"/>
                  <a:pt x="42959" y="4775"/>
                </a:cubicBezTo>
                <a:cubicBezTo>
                  <a:pt x="42930" y="4986"/>
                  <a:pt x="42911" y="5184"/>
                  <a:pt x="42952" y="5393"/>
                </a:cubicBezTo>
                <a:cubicBezTo>
                  <a:pt x="42980" y="5535"/>
                  <a:pt x="43138" y="5607"/>
                  <a:pt x="43296" y="5607"/>
                </a:cubicBezTo>
                <a:cubicBezTo>
                  <a:pt x="43453" y="5607"/>
                  <a:pt x="43611" y="5535"/>
                  <a:pt x="43640" y="5393"/>
                </a:cubicBezTo>
                <a:cubicBezTo>
                  <a:pt x="43682" y="5184"/>
                  <a:pt x="43661" y="4986"/>
                  <a:pt x="43632" y="4775"/>
                </a:cubicBezTo>
                <a:cubicBezTo>
                  <a:pt x="43610" y="4624"/>
                  <a:pt x="43493" y="4493"/>
                  <a:pt x="43296" y="4493"/>
                </a:cubicBezTo>
                <a:close/>
                <a:moveTo>
                  <a:pt x="12067" y="4320"/>
                </a:moveTo>
                <a:cubicBezTo>
                  <a:pt x="11994" y="4320"/>
                  <a:pt x="11922" y="4342"/>
                  <a:pt x="11870" y="4384"/>
                </a:cubicBezTo>
                <a:cubicBezTo>
                  <a:pt x="11721" y="4512"/>
                  <a:pt x="11689" y="4682"/>
                  <a:pt x="11641" y="4851"/>
                </a:cubicBezTo>
                <a:cubicBezTo>
                  <a:pt x="11591" y="5030"/>
                  <a:pt x="11558" y="5200"/>
                  <a:pt x="11566" y="5381"/>
                </a:cubicBezTo>
                <a:cubicBezTo>
                  <a:pt x="11575" y="5564"/>
                  <a:pt x="11736" y="5659"/>
                  <a:pt x="11900" y="5659"/>
                </a:cubicBezTo>
                <a:cubicBezTo>
                  <a:pt x="12037" y="5659"/>
                  <a:pt x="12176" y="5594"/>
                  <a:pt x="12235" y="5458"/>
                </a:cubicBezTo>
                <a:cubicBezTo>
                  <a:pt x="12309" y="5285"/>
                  <a:pt x="12334" y="5115"/>
                  <a:pt x="12353" y="4931"/>
                </a:cubicBezTo>
                <a:cubicBezTo>
                  <a:pt x="12372" y="4756"/>
                  <a:pt x="12398" y="4595"/>
                  <a:pt x="12299" y="4432"/>
                </a:cubicBezTo>
                <a:cubicBezTo>
                  <a:pt x="12254" y="4356"/>
                  <a:pt x="12161" y="4320"/>
                  <a:pt x="12067" y="4320"/>
                </a:cubicBezTo>
                <a:close/>
                <a:moveTo>
                  <a:pt x="8875" y="4572"/>
                </a:moveTo>
                <a:cubicBezTo>
                  <a:pt x="8716" y="4572"/>
                  <a:pt x="8586" y="4656"/>
                  <a:pt x="8535" y="4785"/>
                </a:cubicBezTo>
                <a:cubicBezTo>
                  <a:pt x="8449" y="5006"/>
                  <a:pt x="8393" y="5255"/>
                  <a:pt x="8471" y="5479"/>
                </a:cubicBezTo>
                <a:cubicBezTo>
                  <a:pt x="8517" y="5609"/>
                  <a:pt x="8665" y="5684"/>
                  <a:pt x="8811" y="5684"/>
                </a:cubicBezTo>
                <a:cubicBezTo>
                  <a:pt x="8922" y="5684"/>
                  <a:pt x="9031" y="5641"/>
                  <a:pt x="9095" y="5547"/>
                </a:cubicBezTo>
                <a:cubicBezTo>
                  <a:pt x="9233" y="5341"/>
                  <a:pt x="9249" y="5096"/>
                  <a:pt x="9224" y="4864"/>
                </a:cubicBezTo>
                <a:cubicBezTo>
                  <a:pt x="9207" y="4718"/>
                  <a:pt x="9102" y="4593"/>
                  <a:pt x="8920" y="4574"/>
                </a:cubicBezTo>
                <a:cubicBezTo>
                  <a:pt x="8905" y="4573"/>
                  <a:pt x="8890" y="4572"/>
                  <a:pt x="8875" y="4572"/>
                </a:cubicBezTo>
                <a:close/>
                <a:moveTo>
                  <a:pt x="30109" y="4705"/>
                </a:moveTo>
                <a:cubicBezTo>
                  <a:pt x="30004" y="4705"/>
                  <a:pt x="29899" y="4747"/>
                  <a:pt x="29830" y="4836"/>
                </a:cubicBezTo>
                <a:cubicBezTo>
                  <a:pt x="29714" y="4987"/>
                  <a:pt x="29697" y="5205"/>
                  <a:pt x="29720" y="5381"/>
                </a:cubicBezTo>
                <a:cubicBezTo>
                  <a:pt x="29745" y="5567"/>
                  <a:pt x="29836" y="5714"/>
                  <a:pt x="29982" y="5852"/>
                </a:cubicBezTo>
                <a:cubicBezTo>
                  <a:pt x="30028" y="5897"/>
                  <a:pt x="30093" y="5917"/>
                  <a:pt x="30158" y="5917"/>
                </a:cubicBezTo>
                <a:cubicBezTo>
                  <a:pt x="30274" y="5917"/>
                  <a:pt x="30393" y="5854"/>
                  <a:pt x="30422" y="5755"/>
                </a:cubicBezTo>
                <a:cubicBezTo>
                  <a:pt x="30460" y="5617"/>
                  <a:pt x="30489" y="5480"/>
                  <a:pt x="30485" y="5338"/>
                </a:cubicBezTo>
                <a:cubicBezTo>
                  <a:pt x="30480" y="5200"/>
                  <a:pt x="30483" y="5032"/>
                  <a:pt x="30431" y="4902"/>
                </a:cubicBezTo>
                <a:cubicBezTo>
                  <a:pt x="30378" y="4775"/>
                  <a:pt x="30244" y="4705"/>
                  <a:pt x="30109" y="4705"/>
                </a:cubicBezTo>
                <a:close/>
                <a:moveTo>
                  <a:pt x="52778" y="4685"/>
                </a:moveTo>
                <a:cubicBezTo>
                  <a:pt x="52630" y="4685"/>
                  <a:pt x="52484" y="4758"/>
                  <a:pt x="52428" y="4904"/>
                </a:cubicBezTo>
                <a:cubicBezTo>
                  <a:pt x="52348" y="5111"/>
                  <a:pt x="52337" y="5349"/>
                  <a:pt x="52290" y="5563"/>
                </a:cubicBezTo>
                <a:cubicBezTo>
                  <a:pt x="52242" y="5779"/>
                  <a:pt x="52445" y="5942"/>
                  <a:pt x="52652" y="5942"/>
                </a:cubicBezTo>
                <a:cubicBezTo>
                  <a:pt x="52759" y="5942"/>
                  <a:pt x="52868" y="5898"/>
                  <a:pt x="52945" y="5796"/>
                </a:cubicBezTo>
                <a:cubicBezTo>
                  <a:pt x="53132" y="5546"/>
                  <a:pt x="53250" y="5198"/>
                  <a:pt x="53134" y="4904"/>
                </a:cubicBezTo>
                <a:cubicBezTo>
                  <a:pt x="53076" y="4759"/>
                  <a:pt x="52926" y="4685"/>
                  <a:pt x="52778" y="4685"/>
                </a:cubicBezTo>
                <a:close/>
                <a:moveTo>
                  <a:pt x="46090" y="4882"/>
                </a:moveTo>
                <a:cubicBezTo>
                  <a:pt x="46004" y="4882"/>
                  <a:pt x="45916" y="4913"/>
                  <a:pt x="45855" y="4960"/>
                </a:cubicBezTo>
                <a:cubicBezTo>
                  <a:pt x="45618" y="5139"/>
                  <a:pt x="45681" y="5502"/>
                  <a:pt x="45652" y="5745"/>
                </a:cubicBezTo>
                <a:cubicBezTo>
                  <a:pt x="45630" y="5922"/>
                  <a:pt x="45834" y="6039"/>
                  <a:pt x="46026" y="6039"/>
                </a:cubicBezTo>
                <a:cubicBezTo>
                  <a:pt x="46143" y="6039"/>
                  <a:pt x="46256" y="5995"/>
                  <a:pt x="46309" y="5895"/>
                </a:cubicBezTo>
                <a:cubicBezTo>
                  <a:pt x="46469" y="5595"/>
                  <a:pt x="46616" y="5146"/>
                  <a:pt x="46235" y="4919"/>
                </a:cubicBezTo>
                <a:cubicBezTo>
                  <a:pt x="46191" y="4893"/>
                  <a:pt x="46141" y="4882"/>
                  <a:pt x="46090" y="4882"/>
                </a:cubicBezTo>
                <a:close/>
                <a:moveTo>
                  <a:pt x="5970" y="4858"/>
                </a:moveTo>
                <a:cubicBezTo>
                  <a:pt x="5924" y="4858"/>
                  <a:pt x="5878" y="4868"/>
                  <a:pt x="5840" y="4887"/>
                </a:cubicBezTo>
                <a:cubicBezTo>
                  <a:pt x="5664" y="4977"/>
                  <a:pt x="5636" y="5147"/>
                  <a:pt x="5587" y="5304"/>
                </a:cubicBezTo>
                <a:cubicBezTo>
                  <a:pt x="5536" y="5466"/>
                  <a:pt x="5460" y="5626"/>
                  <a:pt x="5483" y="5796"/>
                </a:cubicBezTo>
                <a:cubicBezTo>
                  <a:pt x="5499" y="5916"/>
                  <a:pt x="5560" y="6021"/>
                  <a:pt x="5701" y="6069"/>
                </a:cubicBezTo>
                <a:cubicBezTo>
                  <a:pt x="5745" y="6084"/>
                  <a:pt x="5795" y="6091"/>
                  <a:pt x="5846" y="6091"/>
                </a:cubicBezTo>
                <a:cubicBezTo>
                  <a:pt x="5937" y="6091"/>
                  <a:pt x="6030" y="6066"/>
                  <a:pt x="6090" y="6007"/>
                </a:cubicBezTo>
                <a:cubicBezTo>
                  <a:pt x="6268" y="5835"/>
                  <a:pt x="6315" y="5639"/>
                  <a:pt x="6319" y="5413"/>
                </a:cubicBezTo>
                <a:cubicBezTo>
                  <a:pt x="6324" y="5224"/>
                  <a:pt x="6309" y="4995"/>
                  <a:pt x="6098" y="4887"/>
                </a:cubicBezTo>
                <a:cubicBezTo>
                  <a:pt x="6060" y="4868"/>
                  <a:pt x="6015" y="4858"/>
                  <a:pt x="5970" y="4858"/>
                </a:cubicBezTo>
                <a:close/>
                <a:moveTo>
                  <a:pt x="47645" y="6792"/>
                </a:moveTo>
                <a:cubicBezTo>
                  <a:pt x="47509" y="6792"/>
                  <a:pt x="47375" y="6846"/>
                  <a:pt x="47303" y="6954"/>
                </a:cubicBezTo>
                <a:cubicBezTo>
                  <a:pt x="47212" y="7093"/>
                  <a:pt x="47212" y="7238"/>
                  <a:pt x="47203" y="7391"/>
                </a:cubicBezTo>
                <a:cubicBezTo>
                  <a:pt x="47194" y="7545"/>
                  <a:pt x="47219" y="7686"/>
                  <a:pt x="47327" y="7815"/>
                </a:cubicBezTo>
                <a:cubicBezTo>
                  <a:pt x="47410" y="7914"/>
                  <a:pt x="47527" y="7963"/>
                  <a:pt x="47645" y="7963"/>
                </a:cubicBezTo>
                <a:cubicBezTo>
                  <a:pt x="47762" y="7963"/>
                  <a:pt x="47880" y="7914"/>
                  <a:pt x="47962" y="7815"/>
                </a:cubicBezTo>
                <a:cubicBezTo>
                  <a:pt x="48072" y="7686"/>
                  <a:pt x="48096" y="7545"/>
                  <a:pt x="48087" y="7391"/>
                </a:cubicBezTo>
                <a:cubicBezTo>
                  <a:pt x="48077" y="7238"/>
                  <a:pt x="48077" y="7090"/>
                  <a:pt x="47987" y="6954"/>
                </a:cubicBezTo>
                <a:cubicBezTo>
                  <a:pt x="47915" y="6846"/>
                  <a:pt x="47780" y="6792"/>
                  <a:pt x="47645" y="6792"/>
                </a:cubicBezTo>
                <a:close/>
                <a:moveTo>
                  <a:pt x="8220" y="6647"/>
                </a:moveTo>
                <a:cubicBezTo>
                  <a:pt x="8123" y="6647"/>
                  <a:pt x="8025" y="6688"/>
                  <a:pt x="7954" y="6770"/>
                </a:cubicBezTo>
                <a:cubicBezTo>
                  <a:pt x="7741" y="7016"/>
                  <a:pt x="7788" y="7394"/>
                  <a:pt x="7799" y="7679"/>
                </a:cubicBezTo>
                <a:cubicBezTo>
                  <a:pt x="7807" y="7906"/>
                  <a:pt x="8013" y="8020"/>
                  <a:pt x="8220" y="8020"/>
                </a:cubicBezTo>
                <a:cubicBezTo>
                  <a:pt x="8426" y="8020"/>
                  <a:pt x="8632" y="7907"/>
                  <a:pt x="8640" y="7679"/>
                </a:cubicBezTo>
                <a:cubicBezTo>
                  <a:pt x="8651" y="7394"/>
                  <a:pt x="8698" y="7016"/>
                  <a:pt x="8486" y="6770"/>
                </a:cubicBezTo>
                <a:cubicBezTo>
                  <a:pt x="8414" y="6688"/>
                  <a:pt x="8317" y="6647"/>
                  <a:pt x="8220" y="6647"/>
                </a:cubicBezTo>
                <a:close/>
                <a:moveTo>
                  <a:pt x="43454" y="6950"/>
                </a:moveTo>
                <a:cubicBezTo>
                  <a:pt x="43368" y="6950"/>
                  <a:pt x="43279" y="6982"/>
                  <a:pt x="43218" y="7029"/>
                </a:cubicBezTo>
                <a:cubicBezTo>
                  <a:pt x="42981" y="7206"/>
                  <a:pt x="43043" y="7569"/>
                  <a:pt x="43014" y="7814"/>
                </a:cubicBezTo>
                <a:cubicBezTo>
                  <a:pt x="42993" y="7990"/>
                  <a:pt x="43197" y="8107"/>
                  <a:pt x="43388" y="8107"/>
                </a:cubicBezTo>
                <a:cubicBezTo>
                  <a:pt x="43506" y="8107"/>
                  <a:pt x="43618" y="8063"/>
                  <a:pt x="43672" y="7962"/>
                </a:cubicBezTo>
                <a:cubicBezTo>
                  <a:pt x="43831" y="7663"/>
                  <a:pt x="43980" y="7213"/>
                  <a:pt x="43597" y="6986"/>
                </a:cubicBezTo>
                <a:cubicBezTo>
                  <a:pt x="43554" y="6961"/>
                  <a:pt x="43504" y="6950"/>
                  <a:pt x="43454" y="6950"/>
                </a:cubicBezTo>
                <a:close/>
                <a:moveTo>
                  <a:pt x="32602" y="7015"/>
                </a:moveTo>
                <a:cubicBezTo>
                  <a:pt x="32498" y="7015"/>
                  <a:pt x="32392" y="7057"/>
                  <a:pt x="32324" y="7146"/>
                </a:cubicBezTo>
                <a:cubicBezTo>
                  <a:pt x="32208" y="7298"/>
                  <a:pt x="32190" y="7516"/>
                  <a:pt x="32213" y="7692"/>
                </a:cubicBezTo>
                <a:cubicBezTo>
                  <a:pt x="32239" y="7878"/>
                  <a:pt x="32330" y="8025"/>
                  <a:pt x="32475" y="8163"/>
                </a:cubicBezTo>
                <a:cubicBezTo>
                  <a:pt x="32522" y="8207"/>
                  <a:pt x="32586" y="8227"/>
                  <a:pt x="32651" y="8227"/>
                </a:cubicBezTo>
                <a:cubicBezTo>
                  <a:pt x="32767" y="8227"/>
                  <a:pt x="32887" y="8164"/>
                  <a:pt x="32916" y="8064"/>
                </a:cubicBezTo>
                <a:cubicBezTo>
                  <a:pt x="32953" y="7926"/>
                  <a:pt x="32982" y="7790"/>
                  <a:pt x="32978" y="7648"/>
                </a:cubicBezTo>
                <a:cubicBezTo>
                  <a:pt x="32974" y="7508"/>
                  <a:pt x="32977" y="7343"/>
                  <a:pt x="32924" y="7212"/>
                </a:cubicBezTo>
                <a:cubicBezTo>
                  <a:pt x="32872" y="7085"/>
                  <a:pt x="32738" y="7015"/>
                  <a:pt x="32602" y="7015"/>
                </a:cubicBezTo>
                <a:close/>
                <a:moveTo>
                  <a:pt x="19413" y="6749"/>
                </a:moveTo>
                <a:cubicBezTo>
                  <a:pt x="19297" y="6749"/>
                  <a:pt x="19182" y="6794"/>
                  <a:pt x="19134" y="6883"/>
                </a:cubicBezTo>
                <a:cubicBezTo>
                  <a:pt x="18936" y="7247"/>
                  <a:pt x="18996" y="7732"/>
                  <a:pt x="19071" y="8118"/>
                </a:cubicBezTo>
                <a:cubicBezTo>
                  <a:pt x="19100" y="8259"/>
                  <a:pt x="19256" y="8330"/>
                  <a:pt x="19412" y="8330"/>
                </a:cubicBezTo>
                <a:cubicBezTo>
                  <a:pt x="19569" y="8330"/>
                  <a:pt x="19725" y="8259"/>
                  <a:pt x="19753" y="8118"/>
                </a:cubicBezTo>
                <a:cubicBezTo>
                  <a:pt x="19832" y="7734"/>
                  <a:pt x="19890" y="7247"/>
                  <a:pt x="19692" y="6883"/>
                </a:cubicBezTo>
                <a:cubicBezTo>
                  <a:pt x="19644" y="6794"/>
                  <a:pt x="19528" y="6749"/>
                  <a:pt x="19413" y="6749"/>
                </a:cubicBezTo>
                <a:close/>
                <a:moveTo>
                  <a:pt x="55565" y="6893"/>
                </a:moveTo>
                <a:cubicBezTo>
                  <a:pt x="55508" y="6893"/>
                  <a:pt x="55452" y="6910"/>
                  <a:pt x="55412" y="6949"/>
                </a:cubicBezTo>
                <a:cubicBezTo>
                  <a:pt x="55227" y="7127"/>
                  <a:pt x="55189" y="7369"/>
                  <a:pt x="55138" y="7596"/>
                </a:cubicBezTo>
                <a:cubicBezTo>
                  <a:pt x="55079" y="7850"/>
                  <a:pt x="55032" y="8097"/>
                  <a:pt x="55134" y="8347"/>
                </a:cubicBezTo>
                <a:cubicBezTo>
                  <a:pt x="55182" y="8467"/>
                  <a:pt x="55317" y="8537"/>
                  <a:pt x="55450" y="8537"/>
                </a:cubicBezTo>
                <a:cubicBezTo>
                  <a:pt x="55549" y="8537"/>
                  <a:pt x="55647" y="8498"/>
                  <a:pt x="55707" y="8411"/>
                </a:cubicBezTo>
                <a:cubicBezTo>
                  <a:pt x="55863" y="8182"/>
                  <a:pt x="55883" y="7939"/>
                  <a:pt x="55884" y="7680"/>
                </a:cubicBezTo>
                <a:cubicBezTo>
                  <a:pt x="55884" y="7450"/>
                  <a:pt x="55906" y="7190"/>
                  <a:pt x="55767" y="6986"/>
                </a:cubicBezTo>
                <a:cubicBezTo>
                  <a:pt x="55726" y="6928"/>
                  <a:pt x="55645" y="6893"/>
                  <a:pt x="55565" y="6893"/>
                </a:cubicBezTo>
                <a:close/>
                <a:moveTo>
                  <a:pt x="40824" y="7433"/>
                </a:moveTo>
                <a:cubicBezTo>
                  <a:pt x="40666" y="7433"/>
                  <a:pt x="40509" y="7505"/>
                  <a:pt x="40479" y="7648"/>
                </a:cubicBezTo>
                <a:cubicBezTo>
                  <a:pt x="40421" y="7923"/>
                  <a:pt x="40442" y="8186"/>
                  <a:pt x="40528" y="8455"/>
                </a:cubicBezTo>
                <a:cubicBezTo>
                  <a:pt x="40568" y="8578"/>
                  <a:pt x="40697" y="8640"/>
                  <a:pt x="40826" y="8640"/>
                </a:cubicBezTo>
                <a:cubicBezTo>
                  <a:pt x="40955" y="8640"/>
                  <a:pt x="41084" y="8578"/>
                  <a:pt x="41123" y="8455"/>
                </a:cubicBezTo>
                <a:cubicBezTo>
                  <a:pt x="41206" y="8187"/>
                  <a:pt x="41228" y="7923"/>
                  <a:pt x="41169" y="7648"/>
                </a:cubicBezTo>
                <a:cubicBezTo>
                  <a:pt x="41140" y="7505"/>
                  <a:pt x="40982" y="7433"/>
                  <a:pt x="40824" y="7433"/>
                </a:cubicBezTo>
                <a:close/>
                <a:moveTo>
                  <a:pt x="6509" y="7502"/>
                </a:moveTo>
                <a:cubicBezTo>
                  <a:pt x="6412" y="7502"/>
                  <a:pt x="6315" y="7543"/>
                  <a:pt x="6244" y="7626"/>
                </a:cubicBezTo>
                <a:cubicBezTo>
                  <a:pt x="6030" y="7872"/>
                  <a:pt x="6078" y="8250"/>
                  <a:pt x="6088" y="8535"/>
                </a:cubicBezTo>
                <a:cubicBezTo>
                  <a:pt x="6095" y="8763"/>
                  <a:pt x="6303" y="8877"/>
                  <a:pt x="6510" y="8877"/>
                </a:cubicBezTo>
                <a:cubicBezTo>
                  <a:pt x="6716" y="8877"/>
                  <a:pt x="6923" y="8763"/>
                  <a:pt x="6930" y="8535"/>
                </a:cubicBezTo>
                <a:cubicBezTo>
                  <a:pt x="6939" y="8250"/>
                  <a:pt x="6988" y="7872"/>
                  <a:pt x="6776" y="7626"/>
                </a:cubicBezTo>
                <a:cubicBezTo>
                  <a:pt x="6704" y="7543"/>
                  <a:pt x="6606" y="7502"/>
                  <a:pt x="6509" y="7502"/>
                </a:cubicBezTo>
                <a:close/>
                <a:moveTo>
                  <a:pt x="58909" y="7631"/>
                </a:moveTo>
                <a:cubicBezTo>
                  <a:pt x="58762" y="7631"/>
                  <a:pt x="58614" y="7701"/>
                  <a:pt x="58571" y="7841"/>
                </a:cubicBezTo>
                <a:cubicBezTo>
                  <a:pt x="58498" y="8078"/>
                  <a:pt x="58500" y="8333"/>
                  <a:pt x="58500" y="8577"/>
                </a:cubicBezTo>
                <a:cubicBezTo>
                  <a:pt x="58500" y="8797"/>
                  <a:pt x="58705" y="8907"/>
                  <a:pt x="58909" y="8907"/>
                </a:cubicBezTo>
                <a:cubicBezTo>
                  <a:pt x="59114" y="8907"/>
                  <a:pt x="59318" y="8797"/>
                  <a:pt x="59318" y="8577"/>
                </a:cubicBezTo>
                <a:cubicBezTo>
                  <a:pt x="59318" y="8331"/>
                  <a:pt x="59320" y="8078"/>
                  <a:pt x="59247" y="7841"/>
                </a:cubicBezTo>
                <a:cubicBezTo>
                  <a:pt x="59204" y="7701"/>
                  <a:pt x="59057" y="7631"/>
                  <a:pt x="58909" y="7631"/>
                </a:cubicBezTo>
                <a:close/>
                <a:moveTo>
                  <a:pt x="49196" y="7891"/>
                </a:moveTo>
                <a:cubicBezTo>
                  <a:pt x="49179" y="7891"/>
                  <a:pt x="49162" y="7892"/>
                  <a:pt x="49145" y="7894"/>
                </a:cubicBezTo>
                <a:cubicBezTo>
                  <a:pt x="48955" y="7917"/>
                  <a:pt x="48861" y="8035"/>
                  <a:pt x="48836" y="8187"/>
                </a:cubicBezTo>
                <a:cubicBezTo>
                  <a:pt x="48818" y="8288"/>
                  <a:pt x="48808" y="8388"/>
                  <a:pt x="48815" y="8488"/>
                </a:cubicBezTo>
                <a:cubicBezTo>
                  <a:pt x="48823" y="8621"/>
                  <a:pt x="48868" y="8721"/>
                  <a:pt x="48932" y="8839"/>
                </a:cubicBezTo>
                <a:cubicBezTo>
                  <a:pt x="48985" y="8937"/>
                  <a:pt x="49085" y="8979"/>
                  <a:pt x="49190" y="8979"/>
                </a:cubicBezTo>
                <a:cubicBezTo>
                  <a:pt x="49340" y="8979"/>
                  <a:pt x="49500" y="8894"/>
                  <a:pt x="49550" y="8772"/>
                </a:cubicBezTo>
                <a:cubicBezTo>
                  <a:pt x="49638" y="8551"/>
                  <a:pt x="49602" y="8331"/>
                  <a:pt x="49538" y="8107"/>
                </a:cubicBezTo>
                <a:cubicBezTo>
                  <a:pt x="49501" y="7979"/>
                  <a:pt x="49350" y="7891"/>
                  <a:pt x="49196" y="7891"/>
                </a:cubicBezTo>
                <a:close/>
                <a:moveTo>
                  <a:pt x="45362" y="7833"/>
                </a:moveTo>
                <a:cubicBezTo>
                  <a:pt x="45219" y="7833"/>
                  <a:pt x="45070" y="7905"/>
                  <a:pt x="45015" y="8033"/>
                </a:cubicBezTo>
                <a:cubicBezTo>
                  <a:pt x="44897" y="8308"/>
                  <a:pt x="44883" y="8645"/>
                  <a:pt x="44922" y="8935"/>
                </a:cubicBezTo>
                <a:cubicBezTo>
                  <a:pt x="44944" y="9086"/>
                  <a:pt x="45044" y="9215"/>
                  <a:pt x="45236" y="9234"/>
                </a:cubicBezTo>
                <a:cubicBezTo>
                  <a:pt x="45251" y="9236"/>
                  <a:pt x="45266" y="9236"/>
                  <a:pt x="45281" y="9236"/>
                </a:cubicBezTo>
                <a:cubicBezTo>
                  <a:pt x="45439" y="9236"/>
                  <a:pt x="45598" y="9154"/>
                  <a:pt x="45634" y="9016"/>
                </a:cubicBezTo>
                <a:cubicBezTo>
                  <a:pt x="45722" y="8704"/>
                  <a:pt x="45755" y="8347"/>
                  <a:pt x="45662" y="8033"/>
                </a:cubicBezTo>
                <a:cubicBezTo>
                  <a:pt x="45622" y="7895"/>
                  <a:pt x="45495" y="7833"/>
                  <a:pt x="45362" y="7833"/>
                </a:cubicBezTo>
                <a:close/>
                <a:moveTo>
                  <a:pt x="27035" y="8082"/>
                </a:moveTo>
                <a:cubicBezTo>
                  <a:pt x="26855" y="8082"/>
                  <a:pt x="26679" y="8164"/>
                  <a:pt x="26642" y="8336"/>
                </a:cubicBezTo>
                <a:cubicBezTo>
                  <a:pt x="26600" y="8528"/>
                  <a:pt x="26598" y="8706"/>
                  <a:pt x="26552" y="8882"/>
                </a:cubicBezTo>
                <a:cubicBezTo>
                  <a:pt x="26501" y="9073"/>
                  <a:pt x="26622" y="9276"/>
                  <a:pt x="26856" y="9329"/>
                </a:cubicBezTo>
                <a:cubicBezTo>
                  <a:pt x="26893" y="9337"/>
                  <a:pt x="26931" y="9341"/>
                  <a:pt x="26968" y="9341"/>
                </a:cubicBezTo>
                <a:cubicBezTo>
                  <a:pt x="27159" y="9341"/>
                  <a:pt x="27331" y="9233"/>
                  <a:pt x="27388" y="9074"/>
                </a:cubicBezTo>
                <a:cubicBezTo>
                  <a:pt x="27478" y="8833"/>
                  <a:pt x="27523" y="8584"/>
                  <a:pt x="27453" y="8336"/>
                </a:cubicBezTo>
                <a:cubicBezTo>
                  <a:pt x="27408" y="8169"/>
                  <a:pt x="27219" y="8082"/>
                  <a:pt x="27035" y="8082"/>
                </a:cubicBezTo>
                <a:close/>
                <a:moveTo>
                  <a:pt x="30647" y="7977"/>
                </a:moveTo>
                <a:cubicBezTo>
                  <a:pt x="30537" y="7977"/>
                  <a:pt x="30429" y="8021"/>
                  <a:pt x="30371" y="8119"/>
                </a:cubicBezTo>
                <a:cubicBezTo>
                  <a:pt x="30287" y="8260"/>
                  <a:pt x="30272" y="8410"/>
                  <a:pt x="30243" y="8564"/>
                </a:cubicBezTo>
                <a:cubicBezTo>
                  <a:pt x="30214" y="8722"/>
                  <a:pt x="30184" y="8882"/>
                  <a:pt x="30205" y="9042"/>
                </a:cubicBezTo>
                <a:cubicBezTo>
                  <a:pt x="30227" y="9202"/>
                  <a:pt x="30335" y="9340"/>
                  <a:pt x="30540" y="9361"/>
                </a:cubicBezTo>
                <a:cubicBezTo>
                  <a:pt x="30555" y="9362"/>
                  <a:pt x="30570" y="9363"/>
                  <a:pt x="30585" y="9363"/>
                </a:cubicBezTo>
                <a:cubicBezTo>
                  <a:pt x="30758" y="9363"/>
                  <a:pt x="30911" y="9272"/>
                  <a:pt x="30963" y="9128"/>
                </a:cubicBezTo>
                <a:cubicBezTo>
                  <a:pt x="31017" y="8975"/>
                  <a:pt x="31028" y="8811"/>
                  <a:pt x="31031" y="8653"/>
                </a:cubicBezTo>
                <a:cubicBezTo>
                  <a:pt x="31034" y="8500"/>
                  <a:pt x="31056" y="8337"/>
                  <a:pt x="31004" y="8187"/>
                </a:cubicBezTo>
                <a:cubicBezTo>
                  <a:pt x="30956" y="8057"/>
                  <a:pt x="30798" y="7977"/>
                  <a:pt x="30647" y="7977"/>
                </a:cubicBezTo>
                <a:close/>
                <a:moveTo>
                  <a:pt x="51712" y="8381"/>
                </a:moveTo>
                <a:cubicBezTo>
                  <a:pt x="51575" y="8381"/>
                  <a:pt x="51438" y="8451"/>
                  <a:pt x="51395" y="8577"/>
                </a:cubicBezTo>
                <a:cubicBezTo>
                  <a:pt x="51322" y="8782"/>
                  <a:pt x="51338" y="9035"/>
                  <a:pt x="51339" y="9249"/>
                </a:cubicBezTo>
                <a:cubicBezTo>
                  <a:pt x="51340" y="9409"/>
                  <a:pt x="51485" y="9497"/>
                  <a:pt x="51637" y="9497"/>
                </a:cubicBezTo>
                <a:cubicBezTo>
                  <a:pt x="51736" y="9497"/>
                  <a:pt x="51839" y="9458"/>
                  <a:pt x="51905" y="9378"/>
                </a:cubicBezTo>
                <a:cubicBezTo>
                  <a:pt x="52103" y="9135"/>
                  <a:pt x="52168" y="8773"/>
                  <a:pt x="51985" y="8512"/>
                </a:cubicBezTo>
                <a:cubicBezTo>
                  <a:pt x="51923" y="8423"/>
                  <a:pt x="51817" y="8381"/>
                  <a:pt x="51712" y="8381"/>
                </a:cubicBezTo>
                <a:close/>
                <a:moveTo>
                  <a:pt x="21730" y="8183"/>
                </a:moveTo>
                <a:cubicBezTo>
                  <a:pt x="21614" y="8183"/>
                  <a:pt x="21489" y="8242"/>
                  <a:pt x="21449" y="8340"/>
                </a:cubicBezTo>
                <a:cubicBezTo>
                  <a:pt x="21318" y="8657"/>
                  <a:pt x="21127" y="9018"/>
                  <a:pt x="21236" y="9356"/>
                </a:cubicBezTo>
                <a:cubicBezTo>
                  <a:pt x="21271" y="9462"/>
                  <a:pt x="21370" y="9511"/>
                  <a:pt x="21476" y="9511"/>
                </a:cubicBezTo>
                <a:cubicBezTo>
                  <a:pt x="21544" y="9511"/>
                  <a:pt x="21615" y="9491"/>
                  <a:pt x="21673" y="9452"/>
                </a:cubicBezTo>
                <a:cubicBezTo>
                  <a:pt x="22052" y="9198"/>
                  <a:pt x="22033" y="8702"/>
                  <a:pt x="21956" y="8340"/>
                </a:cubicBezTo>
                <a:cubicBezTo>
                  <a:pt x="21933" y="8231"/>
                  <a:pt x="21835" y="8183"/>
                  <a:pt x="21730" y="8183"/>
                </a:cubicBezTo>
                <a:close/>
                <a:moveTo>
                  <a:pt x="11428" y="8239"/>
                </a:moveTo>
                <a:cubicBezTo>
                  <a:pt x="11293" y="8239"/>
                  <a:pt x="11159" y="8306"/>
                  <a:pt x="11101" y="8440"/>
                </a:cubicBezTo>
                <a:cubicBezTo>
                  <a:pt x="10979" y="8724"/>
                  <a:pt x="11030" y="9082"/>
                  <a:pt x="11095" y="9371"/>
                </a:cubicBezTo>
                <a:cubicBezTo>
                  <a:pt x="11127" y="9508"/>
                  <a:pt x="11277" y="9577"/>
                  <a:pt x="11427" y="9577"/>
                </a:cubicBezTo>
                <a:cubicBezTo>
                  <a:pt x="11577" y="9577"/>
                  <a:pt x="11726" y="9508"/>
                  <a:pt x="11757" y="9371"/>
                </a:cubicBezTo>
                <a:cubicBezTo>
                  <a:pt x="11824" y="9082"/>
                  <a:pt x="11878" y="8725"/>
                  <a:pt x="11754" y="8440"/>
                </a:cubicBezTo>
                <a:cubicBezTo>
                  <a:pt x="11697" y="8306"/>
                  <a:pt x="11562" y="8239"/>
                  <a:pt x="11428" y="8239"/>
                </a:cubicBezTo>
                <a:close/>
                <a:moveTo>
                  <a:pt x="37806" y="8318"/>
                </a:moveTo>
                <a:cubicBezTo>
                  <a:pt x="37675" y="8318"/>
                  <a:pt x="37544" y="8368"/>
                  <a:pt x="37490" y="8469"/>
                </a:cubicBezTo>
                <a:cubicBezTo>
                  <a:pt x="37309" y="8804"/>
                  <a:pt x="37322" y="9259"/>
                  <a:pt x="37456" y="9603"/>
                </a:cubicBezTo>
                <a:cubicBezTo>
                  <a:pt x="37513" y="9747"/>
                  <a:pt x="37659" y="9818"/>
                  <a:pt x="37805" y="9818"/>
                </a:cubicBezTo>
                <a:cubicBezTo>
                  <a:pt x="37951" y="9818"/>
                  <a:pt x="38097" y="9747"/>
                  <a:pt x="38153" y="9603"/>
                </a:cubicBezTo>
                <a:cubicBezTo>
                  <a:pt x="38289" y="9256"/>
                  <a:pt x="38302" y="8802"/>
                  <a:pt x="38122" y="8469"/>
                </a:cubicBezTo>
                <a:cubicBezTo>
                  <a:pt x="38068" y="8368"/>
                  <a:pt x="37937" y="8318"/>
                  <a:pt x="37806" y="8318"/>
                </a:cubicBezTo>
                <a:close/>
                <a:moveTo>
                  <a:pt x="545" y="8576"/>
                </a:moveTo>
                <a:cubicBezTo>
                  <a:pt x="468" y="8576"/>
                  <a:pt x="390" y="8600"/>
                  <a:pt x="329" y="8645"/>
                </a:cubicBezTo>
                <a:cubicBezTo>
                  <a:pt x="59" y="8847"/>
                  <a:pt x="1" y="9255"/>
                  <a:pt x="31" y="9537"/>
                </a:cubicBezTo>
                <a:cubicBezTo>
                  <a:pt x="46" y="9669"/>
                  <a:pt x="132" y="9787"/>
                  <a:pt x="293" y="9826"/>
                </a:cubicBezTo>
                <a:cubicBezTo>
                  <a:pt x="321" y="9832"/>
                  <a:pt x="351" y="9835"/>
                  <a:pt x="381" y="9835"/>
                </a:cubicBezTo>
                <a:cubicBezTo>
                  <a:pt x="506" y="9835"/>
                  <a:pt x="642" y="9784"/>
                  <a:pt x="694" y="9688"/>
                </a:cubicBezTo>
                <a:cubicBezTo>
                  <a:pt x="857" y="9397"/>
                  <a:pt x="988" y="8994"/>
                  <a:pt x="789" y="8695"/>
                </a:cubicBezTo>
                <a:cubicBezTo>
                  <a:pt x="735" y="8614"/>
                  <a:pt x="641" y="8576"/>
                  <a:pt x="545" y="8576"/>
                </a:cubicBezTo>
                <a:close/>
                <a:moveTo>
                  <a:pt x="24268" y="8628"/>
                </a:moveTo>
                <a:cubicBezTo>
                  <a:pt x="24139" y="8628"/>
                  <a:pt x="24010" y="8684"/>
                  <a:pt x="23935" y="8782"/>
                </a:cubicBezTo>
                <a:cubicBezTo>
                  <a:pt x="23840" y="8907"/>
                  <a:pt x="23845" y="9057"/>
                  <a:pt x="23832" y="9199"/>
                </a:cubicBezTo>
                <a:cubicBezTo>
                  <a:pt x="23820" y="9307"/>
                  <a:pt x="23816" y="9410"/>
                  <a:pt x="23807" y="9540"/>
                </a:cubicBezTo>
                <a:cubicBezTo>
                  <a:pt x="23794" y="9741"/>
                  <a:pt x="23992" y="9856"/>
                  <a:pt x="24192" y="9856"/>
                </a:cubicBezTo>
                <a:cubicBezTo>
                  <a:pt x="24321" y="9856"/>
                  <a:pt x="24451" y="9808"/>
                  <a:pt x="24527" y="9704"/>
                </a:cubicBezTo>
                <a:cubicBezTo>
                  <a:pt x="24723" y="9429"/>
                  <a:pt x="24825" y="8971"/>
                  <a:pt x="24527" y="8718"/>
                </a:cubicBezTo>
                <a:cubicBezTo>
                  <a:pt x="24453" y="8656"/>
                  <a:pt x="24360" y="8628"/>
                  <a:pt x="24268" y="8628"/>
                </a:cubicBezTo>
                <a:close/>
                <a:moveTo>
                  <a:pt x="60977" y="8673"/>
                </a:moveTo>
                <a:cubicBezTo>
                  <a:pt x="60869" y="8673"/>
                  <a:pt x="60761" y="8716"/>
                  <a:pt x="60704" y="8802"/>
                </a:cubicBezTo>
                <a:cubicBezTo>
                  <a:pt x="60602" y="8956"/>
                  <a:pt x="60594" y="9124"/>
                  <a:pt x="60578" y="9295"/>
                </a:cubicBezTo>
                <a:cubicBezTo>
                  <a:pt x="60562" y="9467"/>
                  <a:pt x="60594" y="9640"/>
                  <a:pt x="60701" y="9790"/>
                </a:cubicBezTo>
                <a:cubicBezTo>
                  <a:pt x="60763" y="9876"/>
                  <a:pt x="60870" y="9919"/>
                  <a:pt x="60978" y="9919"/>
                </a:cubicBezTo>
                <a:cubicBezTo>
                  <a:pt x="61086" y="9919"/>
                  <a:pt x="61193" y="9876"/>
                  <a:pt x="61255" y="9790"/>
                </a:cubicBezTo>
                <a:cubicBezTo>
                  <a:pt x="61361" y="9640"/>
                  <a:pt x="61393" y="9467"/>
                  <a:pt x="61377" y="9295"/>
                </a:cubicBezTo>
                <a:cubicBezTo>
                  <a:pt x="61361" y="9124"/>
                  <a:pt x="61351" y="8955"/>
                  <a:pt x="61249" y="8802"/>
                </a:cubicBezTo>
                <a:cubicBezTo>
                  <a:pt x="61193" y="8716"/>
                  <a:pt x="61085" y="8673"/>
                  <a:pt x="60977" y="8673"/>
                </a:cubicBezTo>
                <a:close/>
                <a:moveTo>
                  <a:pt x="16347" y="8746"/>
                </a:moveTo>
                <a:cubicBezTo>
                  <a:pt x="16215" y="8746"/>
                  <a:pt x="16084" y="8797"/>
                  <a:pt x="16028" y="8898"/>
                </a:cubicBezTo>
                <a:cubicBezTo>
                  <a:pt x="15901" y="9131"/>
                  <a:pt x="15902" y="9404"/>
                  <a:pt x="15919" y="9654"/>
                </a:cubicBezTo>
                <a:cubicBezTo>
                  <a:pt x="15931" y="9837"/>
                  <a:pt x="16096" y="10014"/>
                  <a:pt x="16329" y="10014"/>
                </a:cubicBezTo>
                <a:cubicBezTo>
                  <a:pt x="16335" y="10014"/>
                  <a:pt x="16342" y="10014"/>
                  <a:pt x="16348" y="10013"/>
                </a:cubicBezTo>
                <a:cubicBezTo>
                  <a:pt x="16591" y="10005"/>
                  <a:pt x="16763" y="9856"/>
                  <a:pt x="16777" y="9654"/>
                </a:cubicBezTo>
                <a:cubicBezTo>
                  <a:pt x="16793" y="9404"/>
                  <a:pt x="16795" y="9130"/>
                  <a:pt x="16668" y="8898"/>
                </a:cubicBezTo>
                <a:cubicBezTo>
                  <a:pt x="16611" y="8797"/>
                  <a:pt x="16479" y="8746"/>
                  <a:pt x="16347" y="8746"/>
                </a:cubicBezTo>
                <a:close/>
                <a:moveTo>
                  <a:pt x="34456" y="9051"/>
                </a:moveTo>
                <a:cubicBezTo>
                  <a:pt x="34293" y="9051"/>
                  <a:pt x="34131" y="9128"/>
                  <a:pt x="34086" y="9282"/>
                </a:cubicBezTo>
                <a:cubicBezTo>
                  <a:pt x="34028" y="9480"/>
                  <a:pt x="33973" y="9720"/>
                  <a:pt x="34116" y="9903"/>
                </a:cubicBezTo>
                <a:cubicBezTo>
                  <a:pt x="34200" y="10010"/>
                  <a:pt x="34328" y="10063"/>
                  <a:pt x="34456" y="10063"/>
                </a:cubicBezTo>
                <a:cubicBezTo>
                  <a:pt x="34584" y="10063"/>
                  <a:pt x="34712" y="10010"/>
                  <a:pt x="34795" y="9903"/>
                </a:cubicBezTo>
                <a:cubicBezTo>
                  <a:pt x="34939" y="9721"/>
                  <a:pt x="34886" y="9480"/>
                  <a:pt x="34827" y="9282"/>
                </a:cubicBezTo>
                <a:cubicBezTo>
                  <a:pt x="34782" y="9128"/>
                  <a:pt x="34619" y="9051"/>
                  <a:pt x="34456" y="9051"/>
                </a:cubicBezTo>
                <a:close/>
                <a:moveTo>
                  <a:pt x="5205" y="9265"/>
                </a:moveTo>
                <a:cubicBezTo>
                  <a:pt x="5076" y="9265"/>
                  <a:pt x="4950" y="9315"/>
                  <a:pt x="4886" y="9426"/>
                </a:cubicBezTo>
                <a:cubicBezTo>
                  <a:pt x="4727" y="9698"/>
                  <a:pt x="4756" y="10009"/>
                  <a:pt x="4873" y="10291"/>
                </a:cubicBezTo>
                <a:cubicBezTo>
                  <a:pt x="4938" y="10447"/>
                  <a:pt x="5104" y="10561"/>
                  <a:pt x="5296" y="10561"/>
                </a:cubicBezTo>
                <a:cubicBezTo>
                  <a:pt x="5334" y="10561"/>
                  <a:pt x="5373" y="10556"/>
                  <a:pt x="5412" y="10547"/>
                </a:cubicBezTo>
                <a:cubicBezTo>
                  <a:pt x="5645" y="10495"/>
                  <a:pt x="5774" y="10288"/>
                  <a:pt x="5717" y="10095"/>
                </a:cubicBezTo>
                <a:cubicBezTo>
                  <a:pt x="5709" y="10067"/>
                  <a:pt x="5701" y="10038"/>
                  <a:pt x="5694" y="10011"/>
                </a:cubicBezTo>
                <a:cubicBezTo>
                  <a:pt x="5689" y="9981"/>
                  <a:pt x="5686" y="9966"/>
                  <a:pt x="5686" y="9966"/>
                </a:cubicBezTo>
                <a:lnTo>
                  <a:pt x="5686" y="9966"/>
                </a:lnTo>
                <a:cubicBezTo>
                  <a:pt x="5685" y="9966"/>
                  <a:pt x="5686" y="9971"/>
                  <a:pt x="5687" y="9981"/>
                </a:cubicBezTo>
                <a:cubicBezTo>
                  <a:pt x="5681" y="9950"/>
                  <a:pt x="5677" y="9915"/>
                  <a:pt x="5671" y="9881"/>
                </a:cubicBezTo>
                <a:cubicBezTo>
                  <a:pt x="5665" y="9852"/>
                  <a:pt x="5662" y="9838"/>
                  <a:pt x="5662" y="9838"/>
                </a:cubicBezTo>
                <a:lnTo>
                  <a:pt x="5662" y="9838"/>
                </a:lnTo>
                <a:cubicBezTo>
                  <a:pt x="5663" y="9838"/>
                  <a:pt x="5664" y="9842"/>
                  <a:pt x="5667" y="9852"/>
                </a:cubicBezTo>
                <a:cubicBezTo>
                  <a:pt x="5648" y="9726"/>
                  <a:pt x="5652" y="9641"/>
                  <a:pt x="5608" y="9506"/>
                </a:cubicBezTo>
                <a:cubicBezTo>
                  <a:pt x="5562" y="9356"/>
                  <a:pt x="5380" y="9265"/>
                  <a:pt x="5205" y="9265"/>
                </a:cubicBezTo>
                <a:close/>
                <a:moveTo>
                  <a:pt x="57446" y="9823"/>
                </a:moveTo>
                <a:cubicBezTo>
                  <a:pt x="57357" y="9823"/>
                  <a:pt x="57267" y="9862"/>
                  <a:pt x="57197" y="9938"/>
                </a:cubicBezTo>
                <a:cubicBezTo>
                  <a:pt x="57085" y="10060"/>
                  <a:pt x="57061" y="10280"/>
                  <a:pt x="57066" y="10426"/>
                </a:cubicBezTo>
                <a:cubicBezTo>
                  <a:pt x="57074" y="10601"/>
                  <a:pt x="57197" y="10831"/>
                  <a:pt x="57440" y="10831"/>
                </a:cubicBezTo>
                <a:cubicBezTo>
                  <a:pt x="57674" y="10831"/>
                  <a:pt x="57799" y="10618"/>
                  <a:pt x="57812" y="10451"/>
                </a:cubicBezTo>
                <a:cubicBezTo>
                  <a:pt x="57828" y="10294"/>
                  <a:pt x="57806" y="10067"/>
                  <a:pt x="57692" y="9938"/>
                </a:cubicBezTo>
                <a:cubicBezTo>
                  <a:pt x="57624" y="9861"/>
                  <a:pt x="57535" y="9823"/>
                  <a:pt x="57446" y="9823"/>
                </a:cubicBezTo>
                <a:close/>
                <a:moveTo>
                  <a:pt x="45364" y="10640"/>
                </a:moveTo>
                <a:cubicBezTo>
                  <a:pt x="45229" y="10640"/>
                  <a:pt x="45094" y="10695"/>
                  <a:pt x="45022" y="10803"/>
                </a:cubicBezTo>
                <a:cubicBezTo>
                  <a:pt x="44932" y="10941"/>
                  <a:pt x="44932" y="11086"/>
                  <a:pt x="44922" y="11239"/>
                </a:cubicBezTo>
                <a:cubicBezTo>
                  <a:pt x="44913" y="11393"/>
                  <a:pt x="44938" y="11536"/>
                  <a:pt x="45045" y="11665"/>
                </a:cubicBezTo>
                <a:cubicBezTo>
                  <a:pt x="45128" y="11764"/>
                  <a:pt x="45246" y="11813"/>
                  <a:pt x="45364" y="11813"/>
                </a:cubicBezTo>
                <a:cubicBezTo>
                  <a:pt x="45482" y="11813"/>
                  <a:pt x="45599" y="11764"/>
                  <a:pt x="45682" y="11665"/>
                </a:cubicBezTo>
                <a:cubicBezTo>
                  <a:pt x="45790" y="11536"/>
                  <a:pt x="45815" y="11396"/>
                  <a:pt x="45806" y="11239"/>
                </a:cubicBezTo>
                <a:cubicBezTo>
                  <a:pt x="45797" y="11086"/>
                  <a:pt x="45797" y="10940"/>
                  <a:pt x="45706" y="10803"/>
                </a:cubicBezTo>
                <a:cubicBezTo>
                  <a:pt x="45634" y="10695"/>
                  <a:pt x="45499" y="10640"/>
                  <a:pt x="45364" y="10640"/>
                </a:cubicBezTo>
                <a:close/>
                <a:moveTo>
                  <a:pt x="48440" y="11229"/>
                </a:moveTo>
                <a:cubicBezTo>
                  <a:pt x="48332" y="11229"/>
                  <a:pt x="48220" y="11273"/>
                  <a:pt x="48142" y="11361"/>
                </a:cubicBezTo>
                <a:cubicBezTo>
                  <a:pt x="47942" y="11592"/>
                  <a:pt x="47982" y="11978"/>
                  <a:pt x="48171" y="12200"/>
                </a:cubicBezTo>
                <a:cubicBezTo>
                  <a:pt x="48250" y="12292"/>
                  <a:pt x="48364" y="12354"/>
                  <a:pt x="48494" y="12354"/>
                </a:cubicBezTo>
                <a:cubicBezTo>
                  <a:pt x="48525" y="12354"/>
                  <a:pt x="48556" y="12350"/>
                  <a:pt x="48589" y="12343"/>
                </a:cubicBezTo>
                <a:cubicBezTo>
                  <a:pt x="48741" y="12308"/>
                  <a:pt x="48865" y="12178"/>
                  <a:pt x="48859" y="12045"/>
                </a:cubicBezTo>
                <a:cubicBezTo>
                  <a:pt x="48855" y="11930"/>
                  <a:pt x="48840" y="11821"/>
                  <a:pt x="48815" y="11706"/>
                </a:cubicBezTo>
                <a:cubicBezTo>
                  <a:pt x="48792" y="11603"/>
                  <a:pt x="48799" y="11531"/>
                  <a:pt x="48757" y="11428"/>
                </a:cubicBezTo>
                <a:cubicBezTo>
                  <a:pt x="48702" y="11295"/>
                  <a:pt x="48574" y="11229"/>
                  <a:pt x="48440" y="11229"/>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0"/>
          <p:cNvSpPr/>
          <p:nvPr/>
        </p:nvSpPr>
        <p:spPr>
          <a:xfrm rot="635447">
            <a:off x="6248064" y="4568550"/>
            <a:ext cx="189871" cy="18989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0"/>
          <p:cNvSpPr/>
          <p:nvPr/>
        </p:nvSpPr>
        <p:spPr>
          <a:xfrm rot="676936">
            <a:off x="2470734" y="4568533"/>
            <a:ext cx="189873" cy="18990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four columns">
  <p:cSld name="CUSTOM_13">
    <p:spTree>
      <p:nvGrpSpPr>
        <p:cNvPr id="1" name="Shape 358"/>
        <p:cNvGrpSpPr/>
        <p:nvPr/>
      </p:nvGrpSpPr>
      <p:grpSpPr>
        <a:xfrm>
          <a:off x="0" y="0"/>
          <a:ext cx="0" cy="0"/>
          <a:chOff x="0" y="0"/>
          <a:chExt cx="0" cy="0"/>
        </a:xfrm>
      </p:grpSpPr>
      <p:sp>
        <p:nvSpPr>
          <p:cNvPr id="359" name="Google Shape;359;p22"/>
          <p:cNvSpPr/>
          <p:nvPr/>
        </p:nvSpPr>
        <p:spPr>
          <a:xfrm rot="-719841" flipH="1">
            <a:off x="8017339" y="269057"/>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2"/>
          <p:cNvGrpSpPr/>
          <p:nvPr/>
        </p:nvGrpSpPr>
        <p:grpSpPr>
          <a:xfrm rot="-2856641">
            <a:off x="7887294" y="487400"/>
            <a:ext cx="1086955" cy="2397494"/>
            <a:chOff x="1768957" y="2795221"/>
            <a:chExt cx="905793" cy="1997906"/>
          </a:xfrm>
        </p:grpSpPr>
        <p:sp>
          <p:nvSpPr>
            <p:cNvPr id="361" name="Google Shape;361;p22"/>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2"/>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2"/>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4" name="Google Shape;364;p22"/>
          <p:cNvSpPr/>
          <p:nvPr/>
        </p:nvSpPr>
        <p:spPr>
          <a:xfrm rot="-5420985" flipH="1">
            <a:off x="7256021" y="2424183"/>
            <a:ext cx="3426355" cy="488374"/>
          </a:xfrm>
          <a:custGeom>
            <a:avLst/>
            <a:gdLst/>
            <a:ahLst/>
            <a:cxnLst/>
            <a:rect l="l" t="t" r="r" b="b"/>
            <a:pathLst>
              <a:path w="69718" h="12553" extrusionOk="0">
                <a:moveTo>
                  <a:pt x="69717" y="11029"/>
                </a:moveTo>
                <a:lnTo>
                  <a:pt x="69717" y="11029"/>
                </a:lnTo>
                <a:cubicBezTo>
                  <a:pt x="69717" y="11029"/>
                  <a:pt x="69717" y="11029"/>
                  <a:pt x="69717" y="11029"/>
                </a:cubicBezTo>
                <a:lnTo>
                  <a:pt x="69717" y="11029"/>
                </a:lnTo>
                <a:cubicBezTo>
                  <a:pt x="69717" y="11029"/>
                  <a:pt x="69717" y="11029"/>
                  <a:pt x="69717" y="11029"/>
                </a:cubicBezTo>
                <a:close/>
                <a:moveTo>
                  <a:pt x="31124" y="1"/>
                </a:moveTo>
                <a:cubicBezTo>
                  <a:pt x="26625" y="1"/>
                  <a:pt x="22143" y="517"/>
                  <a:pt x="17840" y="1555"/>
                </a:cubicBezTo>
                <a:cubicBezTo>
                  <a:pt x="12531" y="2836"/>
                  <a:pt x="7494" y="4909"/>
                  <a:pt x="3038" y="7787"/>
                </a:cubicBezTo>
                <a:cubicBezTo>
                  <a:pt x="2474" y="8149"/>
                  <a:pt x="1" y="9450"/>
                  <a:pt x="61" y="10085"/>
                </a:cubicBezTo>
                <a:cubicBezTo>
                  <a:pt x="143" y="10936"/>
                  <a:pt x="2473" y="11118"/>
                  <a:pt x="3258" y="11238"/>
                </a:cubicBezTo>
                <a:cubicBezTo>
                  <a:pt x="4982" y="11501"/>
                  <a:pt x="6734" y="11563"/>
                  <a:pt x="8487" y="11563"/>
                </a:cubicBezTo>
                <a:cubicBezTo>
                  <a:pt x="9607" y="11563"/>
                  <a:pt x="10728" y="11537"/>
                  <a:pt x="11842" y="11523"/>
                </a:cubicBezTo>
                <a:cubicBezTo>
                  <a:pt x="12610" y="11514"/>
                  <a:pt x="13380" y="11509"/>
                  <a:pt x="14149" y="11509"/>
                </a:cubicBezTo>
                <a:cubicBezTo>
                  <a:pt x="25833" y="11509"/>
                  <a:pt x="37595" y="12553"/>
                  <a:pt x="49240" y="12553"/>
                </a:cubicBezTo>
                <a:cubicBezTo>
                  <a:pt x="56120" y="12553"/>
                  <a:pt x="62959" y="12188"/>
                  <a:pt x="69717" y="11029"/>
                </a:cubicBezTo>
                <a:lnTo>
                  <a:pt x="69717" y="11029"/>
                </a:lnTo>
                <a:cubicBezTo>
                  <a:pt x="69712" y="11030"/>
                  <a:pt x="69706" y="11030"/>
                  <a:pt x="69700" y="11030"/>
                </a:cubicBezTo>
                <a:cubicBezTo>
                  <a:pt x="69304" y="11030"/>
                  <a:pt x="67098" y="9184"/>
                  <a:pt x="66689" y="8935"/>
                </a:cubicBezTo>
                <a:cubicBezTo>
                  <a:pt x="65549" y="8243"/>
                  <a:pt x="64357" y="7612"/>
                  <a:pt x="63129" y="7035"/>
                </a:cubicBezTo>
                <a:cubicBezTo>
                  <a:pt x="60848" y="5961"/>
                  <a:pt x="58461" y="5077"/>
                  <a:pt x="55995" y="4353"/>
                </a:cubicBezTo>
                <a:cubicBezTo>
                  <a:pt x="50114" y="2622"/>
                  <a:pt x="44105" y="1112"/>
                  <a:pt x="37919" y="394"/>
                </a:cubicBezTo>
                <a:cubicBezTo>
                  <a:pt x="35663" y="132"/>
                  <a:pt x="33391" y="1"/>
                  <a:pt x="31124" y="1"/>
                </a:cubicBezTo>
                <a:close/>
              </a:path>
            </a:pathLst>
          </a:custGeom>
          <a:gradFill>
            <a:gsLst>
              <a:gs pos="0">
                <a:schemeClr val="lt2"/>
              </a:gs>
              <a:gs pos="100000">
                <a:schemeClr val="accen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5" name="Google Shape;365;p22"/>
          <p:cNvGrpSpPr/>
          <p:nvPr/>
        </p:nvGrpSpPr>
        <p:grpSpPr>
          <a:xfrm rot="-5038220" flipH="1">
            <a:off x="7211209" y="4388290"/>
            <a:ext cx="504242" cy="458860"/>
            <a:chOff x="3662937" y="1822922"/>
            <a:chExt cx="847477" cy="771332"/>
          </a:xfrm>
        </p:grpSpPr>
        <p:sp>
          <p:nvSpPr>
            <p:cNvPr id="366" name="Google Shape;366;p22"/>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2"/>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8" name="Google Shape;368;p22"/>
          <p:cNvGrpSpPr/>
          <p:nvPr/>
        </p:nvGrpSpPr>
        <p:grpSpPr>
          <a:xfrm rot="-7747288" flipH="1">
            <a:off x="8592926" y="3667837"/>
            <a:ext cx="718561" cy="1290647"/>
            <a:chOff x="1091670" y="1268815"/>
            <a:chExt cx="432581" cy="776982"/>
          </a:xfrm>
        </p:grpSpPr>
        <p:sp>
          <p:nvSpPr>
            <p:cNvPr id="369" name="Google Shape;369;p22"/>
            <p:cNvSpPr/>
            <p:nvPr/>
          </p:nvSpPr>
          <p:spPr>
            <a:xfrm>
              <a:off x="1091670" y="1268815"/>
              <a:ext cx="432581" cy="740517"/>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2"/>
            <p:cNvSpPr/>
            <p:nvPr/>
          </p:nvSpPr>
          <p:spPr>
            <a:xfrm>
              <a:off x="1134883" y="1344131"/>
              <a:ext cx="329749" cy="701666"/>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1" name="Google Shape;371;p22"/>
          <p:cNvSpPr/>
          <p:nvPr/>
        </p:nvSpPr>
        <p:spPr>
          <a:xfrm rot="-1601758" flipH="1">
            <a:off x="8594599" y="764802"/>
            <a:ext cx="508633" cy="1279209"/>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22"/>
          <p:cNvGrpSpPr/>
          <p:nvPr/>
        </p:nvGrpSpPr>
        <p:grpSpPr>
          <a:xfrm rot="-5038351" flipH="1">
            <a:off x="7576537" y="1902441"/>
            <a:ext cx="1549081" cy="1939250"/>
            <a:chOff x="3581675" y="1822922"/>
            <a:chExt cx="1768067" cy="2213393"/>
          </a:xfrm>
        </p:grpSpPr>
        <p:sp>
          <p:nvSpPr>
            <p:cNvPr id="373" name="Google Shape;373;p22"/>
            <p:cNvSpPr/>
            <p:nvPr/>
          </p:nvSpPr>
          <p:spPr>
            <a:xfrm>
              <a:off x="4698437" y="2869949"/>
              <a:ext cx="415413" cy="909832"/>
            </a:xfrm>
            <a:custGeom>
              <a:avLst/>
              <a:gdLst/>
              <a:ahLst/>
              <a:cxnLst/>
              <a:rect l="l" t="t" r="r" b="b"/>
              <a:pathLst>
                <a:path w="4790" h="10491" extrusionOk="0">
                  <a:moveTo>
                    <a:pt x="4620" y="1"/>
                  </a:moveTo>
                  <a:cubicBezTo>
                    <a:pt x="4593" y="1"/>
                    <a:pt x="4566" y="12"/>
                    <a:pt x="4540" y="38"/>
                  </a:cubicBezTo>
                  <a:cubicBezTo>
                    <a:pt x="3301" y="1260"/>
                    <a:pt x="2341" y="3009"/>
                    <a:pt x="1604" y="4681"/>
                  </a:cubicBezTo>
                  <a:cubicBezTo>
                    <a:pt x="848" y="6401"/>
                    <a:pt x="217" y="8323"/>
                    <a:pt x="18" y="10235"/>
                  </a:cubicBezTo>
                  <a:cubicBezTo>
                    <a:pt x="0" y="10403"/>
                    <a:pt x="97" y="10490"/>
                    <a:pt x="202" y="10490"/>
                  </a:cubicBezTo>
                  <a:cubicBezTo>
                    <a:pt x="294" y="10490"/>
                    <a:pt x="393" y="10422"/>
                    <a:pt x="422" y="10282"/>
                  </a:cubicBezTo>
                  <a:cubicBezTo>
                    <a:pt x="819" y="8437"/>
                    <a:pt x="1261" y="6656"/>
                    <a:pt x="2004" y="4945"/>
                  </a:cubicBezTo>
                  <a:cubicBezTo>
                    <a:pt x="2366" y="4109"/>
                    <a:pt x="2773" y="3303"/>
                    <a:pt x="3231" y="2533"/>
                  </a:cubicBezTo>
                  <a:cubicBezTo>
                    <a:pt x="3699" y="1742"/>
                    <a:pt x="4227" y="1013"/>
                    <a:pt x="4717" y="244"/>
                  </a:cubicBezTo>
                  <a:cubicBezTo>
                    <a:pt x="4789" y="137"/>
                    <a:pt x="4713" y="1"/>
                    <a:pt x="4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2"/>
            <p:cNvSpPr/>
            <p:nvPr/>
          </p:nvSpPr>
          <p:spPr>
            <a:xfrm>
              <a:off x="4744315" y="2673344"/>
              <a:ext cx="605427" cy="552005"/>
            </a:xfrm>
            <a:custGeom>
              <a:avLst/>
              <a:gdLst/>
              <a:ahLst/>
              <a:cxnLst/>
              <a:rect l="l" t="t" r="r" b="b"/>
              <a:pathLst>
                <a:path w="6981" h="6365" extrusionOk="0">
                  <a:moveTo>
                    <a:pt x="4305" y="0"/>
                  </a:moveTo>
                  <a:cubicBezTo>
                    <a:pt x="4098" y="0"/>
                    <a:pt x="3883" y="139"/>
                    <a:pt x="3727" y="295"/>
                  </a:cubicBezTo>
                  <a:cubicBezTo>
                    <a:pt x="3305" y="720"/>
                    <a:pt x="3051" y="1313"/>
                    <a:pt x="3032" y="1916"/>
                  </a:cubicBezTo>
                  <a:cubicBezTo>
                    <a:pt x="2932" y="1578"/>
                    <a:pt x="2917" y="1211"/>
                    <a:pt x="2798" y="877"/>
                  </a:cubicBezTo>
                  <a:cubicBezTo>
                    <a:pt x="2678" y="546"/>
                    <a:pt x="2402" y="228"/>
                    <a:pt x="2059" y="228"/>
                  </a:cubicBezTo>
                  <a:cubicBezTo>
                    <a:pt x="2058" y="228"/>
                    <a:pt x="2057" y="228"/>
                    <a:pt x="2056" y="228"/>
                  </a:cubicBezTo>
                  <a:cubicBezTo>
                    <a:pt x="1680" y="228"/>
                    <a:pt x="1386" y="625"/>
                    <a:pt x="1375" y="1011"/>
                  </a:cubicBezTo>
                  <a:cubicBezTo>
                    <a:pt x="1363" y="1396"/>
                    <a:pt x="1568" y="1755"/>
                    <a:pt x="1817" y="2043"/>
                  </a:cubicBezTo>
                  <a:cubicBezTo>
                    <a:pt x="1540" y="1876"/>
                    <a:pt x="1250" y="1709"/>
                    <a:pt x="931" y="1681"/>
                  </a:cubicBezTo>
                  <a:cubicBezTo>
                    <a:pt x="907" y="1679"/>
                    <a:pt x="882" y="1678"/>
                    <a:pt x="857" y="1678"/>
                  </a:cubicBezTo>
                  <a:cubicBezTo>
                    <a:pt x="558" y="1678"/>
                    <a:pt x="245" y="1830"/>
                    <a:pt x="136" y="2114"/>
                  </a:cubicBezTo>
                  <a:cubicBezTo>
                    <a:pt x="1" y="2466"/>
                    <a:pt x="238" y="2872"/>
                    <a:pt x="560" y="3048"/>
                  </a:cubicBezTo>
                  <a:cubicBezTo>
                    <a:pt x="864" y="3212"/>
                    <a:pt x="1220" y="3227"/>
                    <a:pt x="1564" y="3227"/>
                  </a:cubicBezTo>
                  <a:cubicBezTo>
                    <a:pt x="1587" y="3227"/>
                    <a:pt x="1611" y="3227"/>
                    <a:pt x="1635" y="3226"/>
                  </a:cubicBezTo>
                  <a:lnTo>
                    <a:pt x="1635" y="3226"/>
                  </a:lnTo>
                  <a:cubicBezTo>
                    <a:pt x="1354" y="3362"/>
                    <a:pt x="1069" y="3506"/>
                    <a:pt x="858" y="3738"/>
                  </a:cubicBezTo>
                  <a:cubicBezTo>
                    <a:pt x="648" y="3972"/>
                    <a:pt x="530" y="4321"/>
                    <a:pt x="648" y="4613"/>
                  </a:cubicBezTo>
                  <a:cubicBezTo>
                    <a:pt x="764" y="4901"/>
                    <a:pt x="1075" y="5047"/>
                    <a:pt x="1383" y="5047"/>
                  </a:cubicBezTo>
                  <a:cubicBezTo>
                    <a:pt x="1461" y="5047"/>
                    <a:pt x="1538" y="5037"/>
                    <a:pt x="1612" y="5019"/>
                  </a:cubicBezTo>
                  <a:cubicBezTo>
                    <a:pt x="1979" y="4930"/>
                    <a:pt x="2283" y="4670"/>
                    <a:pt x="2574" y="4420"/>
                  </a:cubicBezTo>
                  <a:lnTo>
                    <a:pt x="2574" y="4420"/>
                  </a:lnTo>
                  <a:cubicBezTo>
                    <a:pt x="2478" y="4765"/>
                    <a:pt x="2382" y="5121"/>
                    <a:pt x="2419" y="5480"/>
                  </a:cubicBezTo>
                  <a:cubicBezTo>
                    <a:pt x="2455" y="5836"/>
                    <a:pt x="2653" y="6200"/>
                    <a:pt x="2981" y="6316"/>
                  </a:cubicBezTo>
                  <a:cubicBezTo>
                    <a:pt x="3075" y="6349"/>
                    <a:pt x="3178" y="6365"/>
                    <a:pt x="3283" y="6365"/>
                  </a:cubicBezTo>
                  <a:cubicBezTo>
                    <a:pt x="3657" y="6365"/>
                    <a:pt x="4057" y="6161"/>
                    <a:pt x="4192" y="5763"/>
                  </a:cubicBezTo>
                  <a:cubicBezTo>
                    <a:pt x="4323" y="5378"/>
                    <a:pt x="4391" y="4980"/>
                    <a:pt x="4246" y="4451"/>
                  </a:cubicBezTo>
                  <a:lnTo>
                    <a:pt x="4246" y="4451"/>
                  </a:lnTo>
                  <a:cubicBezTo>
                    <a:pt x="4432" y="4657"/>
                    <a:pt x="4745" y="5173"/>
                    <a:pt x="5115" y="5339"/>
                  </a:cubicBezTo>
                  <a:cubicBezTo>
                    <a:pt x="5252" y="5400"/>
                    <a:pt x="5409" y="5431"/>
                    <a:pt x="5567" y="5431"/>
                  </a:cubicBezTo>
                  <a:cubicBezTo>
                    <a:pt x="5838" y="5431"/>
                    <a:pt x="6113" y="5340"/>
                    <a:pt x="6300" y="5159"/>
                  </a:cubicBezTo>
                  <a:cubicBezTo>
                    <a:pt x="6625" y="4848"/>
                    <a:pt x="6580" y="4270"/>
                    <a:pt x="6308" y="3911"/>
                  </a:cubicBezTo>
                  <a:cubicBezTo>
                    <a:pt x="6034" y="3551"/>
                    <a:pt x="5603" y="3366"/>
                    <a:pt x="5177" y="3237"/>
                  </a:cubicBezTo>
                  <a:lnTo>
                    <a:pt x="5177" y="3237"/>
                  </a:lnTo>
                  <a:cubicBezTo>
                    <a:pt x="5271" y="3258"/>
                    <a:pt x="5367" y="3269"/>
                    <a:pt x="5463" y="3269"/>
                  </a:cubicBezTo>
                  <a:cubicBezTo>
                    <a:pt x="6086" y="3269"/>
                    <a:pt x="6711" y="2831"/>
                    <a:pt x="6899" y="2213"/>
                  </a:cubicBezTo>
                  <a:cubicBezTo>
                    <a:pt x="6981" y="1946"/>
                    <a:pt x="6981" y="1630"/>
                    <a:pt x="6811" y="1412"/>
                  </a:cubicBezTo>
                  <a:cubicBezTo>
                    <a:pt x="6668" y="1230"/>
                    <a:pt x="6445" y="1159"/>
                    <a:pt x="6214" y="1159"/>
                  </a:cubicBezTo>
                  <a:cubicBezTo>
                    <a:pt x="6080" y="1159"/>
                    <a:pt x="5942" y="1183"/>
                    <a:pt x="5816" y="1223"/>
                  </a:cubicBezTo>
                  <a:cubicBezTo>
                    <a:pt x="5243" y="1405"/>
                    <a:pt x="4759" y="1857"/>
                    <a:pt x="4528" y="2424"/>
                  </a:cubicBezTo>
                  <a:cubicBezTo>
                    <a:pt x="4726" y="1903"/>
                    <a:pt x="4822" y="1341"/>
                    <a:pt x="4812" y="781"/>
                  </a:cubicBezTo>
                  <a:cubicBezTo>
                    <a:pt x="4806" y="496"/>
                    <a:pt x="4742" y="167"/>
                    <a:pt x="4493" y="44"/>
                  </a:cubicBezTo>
                  <a:cubicBezTo>
                    <a:pt x="4432" y="14"/>
                    <a:pt x="4369" y="0"/>
                    <a:pt x="4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2"/>
            <p:cNvSpPr/>
            <p:nvPr/>
          </p:nvSpPr>
          <p:spPr>
            <a:xfrm>
              <a:off x="4908226" y="2837687"/>
              <a:ext cx="253584" cy="212043"/>
            </a:xfrm>
            <a:custGeom>
              <a:avLst/>
              <a:gdLst/>
              <a:ahLst/>
              <a:cxnLst/>
              <a:rect l="l" t="t" r="r" b="b"/>
              <a:pathLst>
                <a:path w="2924" h="2445" extrusionOk="0">
                  <a:moveTo>
                    <a:pt x="1914" y="1"/>
                  </a:moveTo>
                  <a:cubicBezTo>
                    <a:pt x="1891" y="1"/>
                    <a:pt x="1868" y="5"/>
                    <a:pt x="1846" y="16"/>
                  </a:cubicBezTo>
                  <a:cubicBezTo>
                    <a:pt x="1681" y="88"/>
                    <a:pt x="1657" y="242"/>
                    <a:pt x="1631" y="402"/>
                  </a:cubicBezTo>
                  <a:cubicBezTo>
                    <a:pt x="1609" y="539"/>
                    <a:pt x="1572" y="696"/>
                    <a:pt x="1623" y="830"/>
                  </a:cubicBezTo>
                  <a:cubicBezTo>
                    <a:pt x="1648" y="893"/>
                    <a:pt x="1705" y="923"/>
                    <a:pt x="1765" y="923"/>
                  </a:cubicBezTo>
                  <a:cubicBezTo>
                    <a:pt x="1801" y="923"/>
                    <a:pt x="1838" y="912"/>
                    <a:pt x="1869" y="891"/>
                  </a:cubicBezTo>
                  <a:cubicBezTo>
                    <a:pt x="1984" y="812"/>
                    <a:pt x="2038" y="644"/>
                    <a:pt x="2080" y="517"/>
                  </a:cubicBezTo>
                  <a:cubicBezTo>
                    <a:pt x="2128" y="367"/>
                    <a:pt x="2182" y="197"/>
                    <a:pt x="2058" y="68"/>
                  </a:cubicBezTo>
                  <a:cubicBezTo>
                    <a:pt x="2020" y="27"/>
                    <a:pt x="1968" y="1"/>
                    <a:pt x="1914" y="1"/>
                  </a:cubicBezTo>
                  <a:close/>
                  <a:moveTo>
                    <a:pt x="714" y="275"/>
                  </a:moveTo>
                  <a:cubicBezTo>
                    <a:pt x="553" y="275"/>
                    <a:pt x="490" y="470"/>
                    <a:pt x="569" y="594"/>
                  </a:cubicBezTo>
                  <a:cubicBezTo>
                    <a:pt x="620" y="673"/>
                    <a:pt x="700" y="728"/>
                    <a:pt x="768" y="793"/>
                  </a:cubicBezTo>
                  <a:cubicBezTo>
                    <a:pt x="851" y="875"/>
                    <a:pt x="931" y="942"/>
                    <a:pt x="1039" y="991"/>
                  </a:cubicBezTo>
                  <a:cubicBezTo>
                    <a:pt x="1065" y="1003"/>
                    <a:pt x="1091" y="1008"/>
                    <a:pt x="1115" y="1008"/>
                  </a:cubicBezTo>
                  <a:cubicBezTo>
                    <a:pt x="1251" y="1008"/>
                    <a:pt x="1358" y="852"/>
                    <a:pt x="1303" y="716"/>
                  </a:cubicBezTo>
                  <a:cubicBezTo>
                    <a:pt x="1223" y="511"/>
                    <a:pt x="968" y="311"/>
                    <a:pt x="748" y="277"/>
                  </a:cubicBezTo>
                  <a:cubicBezTo>
                    <a:pt x="736" y="276"/>
                    <a:pt x="725" y="275"/>
                    <a:pt x="714" y="275"/>
                  </a:cubicBezTo>
                  <a:close/>
                  <a:moveTo>
                    <a:pt x="2596" y="795"/>
                  </a:moveTo>
                  <a:cubicBezTo>
                    <a:pt x="2522" y="795"/>
                    <a:pt x="2449" y="811"/>
                    <a:pt x="2369" y="837"/>
                  </a:cubicBezTo>
                  <a:cubicBezTo>
                    <a:pt x="2259" y="873"/>
                    <a:pt x="2131" y="917"/>
                    <a:pt x="2049" y="1000"/>
                  </a:cubicBezTo>
                  <a:cubicBezTo>
                    <a:pt x="1934" y="1115"/>
                    <a:pt x="1965" y="1329"/>
                    <a:pt x="2147" y="1349"/>
                  </a:cubicBezTo>
                  <a:cubicBezTo>
                    <a:pt x="2166" y="1351"/>
                    <a:pt x="2186" y="1352"/>
                    <a:pt x="2205" y="1352"/>
                  </a:cubicBezTo>
                  <a:cubicBezTo>
                    <a:pt x="2300" y="1352"/>
                    <a:pt x="2395" y="1328"/>
                    <a:pt x="2485" y="1305"/>
                  </a:cubicBezTo>
                  <a:cubicBezTo>
                    <a:pt x="2609" y="1275"/>
                    <a:pt x="2724" y="1241"/>
                    <a:pt x="2818" y="1154"/>
                  </a:cubicBezTo>
                  <a:cubicBezTo>
                    <a:pt x="2916" y="1064"/>
                    <a:pt x="2923" y="869"/>
                    <a:pt x="2770" y="823"/>
                  </a:cubicBezTo>
                  <a:cubicBezTo>
                    <a:pt x="2709" y="804"/>
                    <a:pt x="2652" y="795"/>
                    <a:pt x="2596" y="795"/>
                  </a:cubicBezTo>
                  <a:close/>
                  <a:moveTo>
                    <a:pt x="659" y="1016"/>
                  </a:moveTo>
                  <a:cubicBezTo>
                    <a:pt x="494" y="1016"/>
                    <a:pt x="328" y="1042"/>
                    <a:pt x="180" y="1093"/>
                  </a:cubicBezTo>
                  <a:cubicBezTo>
                    <a:pt x="1" y="1153"/>
                    <a:pt x="14" y="1438"/>
                    <a:pt x="184" y="1496"/>
                  </a:cubicBezTo>
                  <a:cubicBezTo>
                    <a:pt x="325" y="1543"/>
                    <a:pt x="452" y="1563"/>
                    <a:pt x="595" y="1563"/>
                  </a:cubicBezTo>
                  <a:cubicBezTo>
                    <a:pt x="610" y="1563"/>
                    <a:pt x="624" y="1563"/>
                    <a:pt x="639" y="1563"/>
                  </a:cubicBezTo>
                  <a:cubicBezTo>
                    <a:pt x="651" y="1562"/>
                    <a:pt x="664" y="1562"/>
                    <a:pt x="678" y="1562"/>
                  </a:cubicBezTo>
                  <a:cubicBezTo>
                    <a:pt x="706" y="1562"/>
                    <a:pt x="736" y="1563"/>
                    <a:pt x="766" y="1563"/>
                  </a:cubicBezTo>
                  <a:cubicBezTo>
                    <a:pt x="873" y="1563"/>
                    <a:pt x="989" y="1557"/>
                    <a:pt x="1075" y="1510"/>
                  </a:cubicBezTo>
                  <a:cubicBezTo>
                    <a:pt x="1293" y="1391"/>
                    <a:pt x="1237" y="1116"/>
                    <a:pt x="1008" y="1058"/>
                  </a:cubicBezTo>
                  <a:cubicBezTo>
                    <a:pt x="897" y="1029"/>
                    <a:pt x="778" y="1016"/>
                    <a:pt x="659" y="1016"/>
                  </a:cubicBezTo>
                  <a:close/>
                  <a:moveTo>
                    <a:pt x="1091" y="1808"/>
                  </a:moveTo>
                  <a:cubicBezTo>
                    <a:pt x="1088" y="1813"/>
                    <a:pt x="1087" y="1816"/>
                    <a:pt x="1086" y="1817"/>
                  </a:cubicBezTo>
                  <a:lnTo>
                    <a:pt x="1086" y="1817"/>
                  </a:lnTo>
                  <a:cubicBezTo>
                    <a:pt x="1088" y="1814"/>
                    <a:pt x="1090" y="1811"/>
                    <a:pt x="1091" y="1808"/>
                  </a:cubicBezTo>
                  <a:close/>
                  <a:moveTo>
                    <a:pt x="1992" y="1498"/>
                  </a:moveTo>
                  <a:cubicBezTo>
                    <a:pt x="1860" y="1498"/>
                    <a:pt x="1765" y="1609"/>
                    <a:pt x="1776" y="1743"/>
                  </a:cubicBezTo>
                  <a:cubicBezTo>
                    <a:pt x="1788" y="1856"/>
                    <a:pt x="1869" y="1946"/>
                    <a:pt x="1933" y="2037"/>
                  </a:cubicBezTo>
                  <a:cubicBezTo>
                    <a:pt x="1958" y="2073"/>
                    <a:pt x="1984" y="2106"/>
                    <a:pt x="2013" y="2140"/>
                  </a:cubicBezTo>
                  <a:cubicBezTo>
                    <a:pt x="2067" y="2199"/>
                    <a:pt x="2121" y="2230"/>
                    <a:pt x="2190" y="2271"/>
                  </a:cubicBezTo>
                  <a:cubicBezTo>
                    <a:pt x="2219" y="2287"/>
                    <a:pt x="2249" y="2294"/>
                    <a:pt x="2279" y="2294"/>
                  </a:cubicBezTo>
                  <a:cubicBezTo>
                    <a:pt x="2417" y="2294"/>
                    <a:pt x="2558" y="2146"/>
                    <a:pt x="2522" y="2007"/>
                  </a:cubicBezTo>
                  <a:cubicBezTo>
                    <a:pt x="2501" y="1930"/>
                    <a:pt x="2484" y="1869"/>
                    <a:pt x="2437" y="1805"/>
                  </a:cubicBezTo>
                  <a:cubicBezTo>
                    <a:pt x="2401" y="1755"/>
                    <a:pt x="2356" y="1712"/>
                    <a:pt x="2311" y="1669"/>
                  </a:cubicBezTo>
                  <a:cubicBezTo>
                    <a:pt x="2227" y="1590"/>
                    <a:pt x="2132" y="1509"/>
                    <a:pt x="2014" y="1499"/>
                  </a:cubicBezTo>
                  <a:cubicBezTo>
                    <a:pt x="2007" y="1498"/>
                    <a:pt x="2000" y="1498"/>
                    <a:pt x="1992" y="1498"/>
                  </a:cubicBezTo>
                  <a:close/>
                  <a:moveTo>
                    <a:pt x="1354" y="1628"/>
                  </a:moveTo>
                  <a:cubicBezTo>
                    <a:pt x="1279" y="1628"/>
                    <a:pt x="1213" y="1664"/>
                    <a:pt x="1155" y="1723"/>
                  </a:cubicBezTo>
                  <a:cubicBezTo>
                    <a:pt x="1144" y="1735"/>
                    <a:pt x="1087" y="1818"/>
                    <a:pt x="1086" y="1818"/>
                  </a:cubicBezTo>
                  <a:cubicBezTo>
                    <a:pt x="1086" y="1818"/>
                    <a:pt x="1086" y="1817"/>
                    <a:pt x="1086" y="1817"/>
                  </a:cubicBezTo>
                  <a:lnTo>
                    <a:pt x="1086" y="1817"/>
                  </a:lnTo>
                  <a:cubicBezTo>
                    <a:pt x="1071" y="1841"/>
                    <a:pt x="1055" y="1864"/>
                    <a:pt x="1040" y="1888"/>
                  </a:cubicBezTo>
                  <a:cubicBezTo>
                    <a:pt x="997" y="1960"/>
                    <a:pt x="959" y="2032"/>
                    <a:pt x="936" y="2111"/>
                  </a:cubicBezTo>
                  <a:cubicBezTo>
                    <a:pt x="904" y="2212"/>
                    <a:pt x="921" y="2333"/>
                    <a:pt x="1016" y="2397"/>
                  </a:cubicBezTo>
                  <a:cubicBezTo>
                    <a:pt x="1062" y="2429"/>
                    <a:pt x="1112" y="2444"/>
                    <a:pt x="1163" y="2444"/>
                  </a:cubicBezTo>
                  <a:cubicBezTo>
                    <a:pt x="1214" y="2444"/>
                    <a:pt x="1266" y="2427"/>
                    <a:pt x="1314" y="2394"/>
                  </a:cubicBezTo>
                  <a:cubicBezTo>
                    <a:pt x="1462" y="2291"/>
                    <a:pt x="1584" y="2083"/>
                    <a:pt x="1594" y="1900"/>
                  </a:cubicBezTo>
                  <a:cubicBezTo>
                    <a:pt x="1600" y="1797"/>
                    <a:pt x="1549" y="1682"/>
                    <a:pt x="1444" y="1644"/>
                  </a:cubicBezTo>
                  <a:cubicBezTo>
                    <a:pt x="1413" y="1633"/>
                    <a:pt x="1383" y="1628"/>
                    <a:pt x="1354" y="162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2"/>
            <p:cNvSpPr/>
            <p:nvPr/>
          </p:nvSpPr>
          <p:spPr>
            <a:xfrm>
              <a:off x="4051033" y="2206592"/>
              <a:ext cx="175011" cy="1372770"/>
            </a:xfrm>
            <a:custGeom>
              <a:avLst/>
              <a:gdLst/>
              <a:ahLst/>
              <a:cxnLst/>
              <a:rect l="l" t="t" r="r" b="b"/>
              <a:pathLst>
                <a:path w="2018" h="15829" extrusionOk="0">
                  <a:moveTo>
                    <a:pt x="238" y="0"/>
                  </a:moveTo>
                  <a:cubicBezTo>
                    <a:pt x="125" y="0"/>
                    <a:pt x="1" y="126"/>
                    <a:pt x="33" y="282"/>
                  </a:cubicBezTo>
                  <a:cubicBezTo>
                    <a:pt x="293" y="1524"/>
                    <a:pt x="615" y="2730"/>
                    <a:pt x="833" y="3988"/>
                  </a:cubicBezTo>
                  <a:cubicBezTo>
                    <a:pt x="1045" y="5211"/>
                    <a:pt x="1176" y="6460"/>
                    <a:pt x="1233" y="7723"/>
                  </a:cubicBezTo>
                  <a:cubicBezTo>
                    <a:pt x="1350" y="10312"/>
                    <a:pt x="1045" y="12842"/>
                    <a:pt x="645" y="15432"/>
                  </a:cubicBezTo>
                  <a:cubicBezTo>
                    <a:pt x="608" y="15676"/>
                    <a:pt x="762" y="15829"/>
                    <a:pt x="920" y="15829"/>
                  </a:cubicBezTo>
                  <a:cubicBezTo>
                    <a:pt x="1033" y="15829"/>
                    <a:pt x="1148" y="15750"/>
                    <a:pt x="1196" y="15570"/>
                  </a:cubicBezTo>
                  <a:cubicBezTo>
                    <a:pt x="1885" y="12989"/>
                    <a:pt x="2018" y="10183"/>
                    <a:pt x="1887" y="7576"/>
                  </a:cubicBezTo>
                  <a:cubicBezTo>
                    <a:pt x="1757" y="5042"/>
                    <a:pt x="1374" y="2296"/>
                    <a:pt x="375" y="97"/>
                  </a:cubicBezTo>
                  <a:cubicBezTo>
                    <a:pt x="344" y="29"/>
                    <a:pt x="292"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2"/>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2"/>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2"/>
            <p:cNvSpPr/>
            <p:nvPr/>
          </p:nvSpPr>
          <p:spPr>
            <a:xfrm>
              <a:off x="3581675" y="2459481"/>
              <a:ext cx="1631037" cy="1576834"/>
            </a:xfrm>
            <a:custGeom>
              <a:avLst/>
              <a:gdLst/>
              <a:ahLst/>
              <a:cxnLst/>
              <a:rect l="l" t="t" r="r" b="b"/>
              <a:pathLst>
                <a:path w="18807" h="18182" extrusionOk="0">
                  <a:moveTo>
                    <a:pt x="10589" y="0"/>
                  </a:moveTo>
                  <a:cubicBezTo>
                    <a:pt x="10383" y="0"/>
                    <a:pt x="10175" y="86"/>
                    <a:pt x="10021" y="280"/>
                  </a:cubicBezTo>
                  <a:cubicBezTo>
                    <a:pt x="9807" y="550"/>
                    <a:pt x="9627" y="865"/>
                    <a:pt x="9485" y="1164"/>
                  </a:cubicBezTo>
                  <a:cubicBezTo>
                    <a:pt x="7617" y="5083"/>
                    <a:pt x="6599" y="9403"/>
                    <a:pt x="6517" y="13743"/>
                  </a:cubicBezTo>
                  <a:cubicBezTo>
                    <a:pt x="6299" y="10325"/>
                    <a:pt x="6085" y="6906"/>
                    <a:pt x="5867" y="3487"/>
                  </a:cubicBezTo>
                  <a:cubicBezTo>
                    <a:pt x="5839" y="3045"/>
                    <a:pt x="5637" y="2459"/>
                    <a:pt x="5235" y="2459"/>
                  </a:cubicBezTo>
                  <a:cubicBezTo>
                    <a:pt x="5193" y="2459"/>
                    <a:pt x="5148" y="2466"/>
                    <a:pt x="5102" y="2479"/>
                  </a:cubicBezTo>
                  <a:cubicBezTo>
                    <a:pt x="4994" y="2511"/>
                    <a:pt x="4900" y="2581"/>
                    <a:pt x="4827" y="2664"/>
                  </a:cubicBezTo>
                  <a:cubicBezTo>
                    <a:pt x="3968" y="3672"/>
                    <a:pt x="3798" y="5056"/>
                    <a:pt x="3709" y="6366"/>
                  </a:cubicBezTo>
                  <a:cubicBezTo>
                    <a:pt x="3513" y="9284"/>
                    <a:pt x="3580" y="12218"/>
                    <a:pt x="3905" y="15124"/>
                  </a:cubicBezTo>
                  <a:cubicBezTo>
                    <a:pt x="3398" y="12171"/>
                    <a:pt x="2552" y="9276"/>
                    <a:pt x="1384" y="6515"/>
                  </a:cubicBezTo>
                  <a:cubicBezTo>
                    <a:pt x="1263" y="6227"/>
                    <a:pt x="982" y="6038"/>
                    <a:pt x="684" y="6038"/>
                  </a:cubicBezTo>
                  <a:cubicBezTo>
                    <a:pt x="622" y="6038"/>
                    <a:pt x="559" y="6046"/>
                    <a:pt x="496" y="6063"/>
                  </a:cubicBezTo>
                  <a:cubicBezTo>
                    <a:pt x="76" y="6179"/>
                    <a:pt x="35" y="6594"/>
                    <a:pt x="31" y="6950"/>
                  </a:cubicBezTo>
                  <a:cubicBezTo>
                    <a:pt x="0" y="9872"/>
                    <a:pt x="624" y="15306"/>
                    <a:pt x="3495" y="16962"/>
                  </a:cubicBezTo>
                  <a:cubicBezTo>
                    <a:pt x="4632" y="17617"/>
                    <a:pt x="6269" y="17706"/>
                    <a:pt x="7537" y="17914"/>
                  </a:cubicBezTo>
                  <a:cubicBezTo>
                    <a:pt x="8611" y="18090"/>
                    <a:pt x="9695" y="18181"/>
                    <a:pt x="10779" y="18181"/>
                  </a:cubicBezTo>
                  <a:cubicBezTo>
                    <a:pt x="11942" y="18181"/>
                    <a:pt x="13105" y="18076"/>
                    <a:pt x="14254" y="17859"/>
                  </a:cubicBezTo>
                  <a:cubicBezTo>
                    <a:pt x="14817" y="17754"/>
                    <a:pt x="15390" y="17614"/>
                    <a:pt x="15868" y="17296"/>
                  </a:cubicBezTo>
                  <a:cubicBezTo>
                    <a:pt x="16360" y="16965"/>
                    <a:pt x="16714" y="16469"/>
                    <a:pt x="17025" y="15961"/>
                  </a:cubicBezTo>
                  <a:cubicBezTo>
                    <a:pt x="17783" y="14726"/>
                    <a:pt x="18343" y="13370"/>
                    <a:pt x="18679" y="11960"/>
                  </a:cubicBezTo>
                  <a:cubicBezTo>
                    <a:pt x="18757" y="11635"/>
                    <a:pt x="18806" y="11236"/>
                    <a:pt x="18460" y="11050"/>
                  </a:cubicBezTo>
                  <a:cubicBezTo>
                    <a:pt x="18367" y="10999"/>
                    <a:pt x="18266" y="10975"/>
                    <a:pt x="18163" y="10975"/>
                  </a:cubicBezTo>
                  <a:cubicBezTo>
                    <a:pt x="18007" y="10975"/>
                    <a:pt x="17849" y="11031"/>
                    <a:pt x="17722" y="11131"/>
                  </a:cubicBezTo>
                  <a:cubicBezTo>
                    <a:pt x="16678" y="11953"/>
                    <a:pt x="15807" y="12991"/>
                    <a:pt x="15180" y="14159"/>
                  </a:cubicBezTo>
                  <a:cubicBezTo>
                    <a:pt x="15604" y="13216"/>
                    <a:pt x="15839" y="12188"/>
                    <a:pt x="15871" y="11156"/>
                  </a:cubicBezTo>
                  <a:cubicBezTo>
                    <a:pt x="15882" y="10818"/>
                    <a:pt x="15604" y="10577"/>
                    <a:pt x="15304" y="10577"/>
                  </a:cubicBezTo>
                  <a:cubicBezTo>
                    <a:pt x="15200" y="10577"/>
                    <a:pt x="15094" y="10606"/>
                    <a:pt x="14996" y="10669"/>
                  </a:cubicBezTo>
                  <a:cubicBezTo>
                    <a:pt x="13919" y="11364"/>
                    <a:pt x="13102" y="12464"/>
                    <a:pt x="12771" y="13702"/>
                  </a:cubicBezTo>
                  <a:lnTo>
                    <a:pt x="12771" y="13702"/>
                  </a:lnTo>
                  <a:cubicBezTo>
                    <a:pt x="13226" y="11705"/>
                    <a:pt x="13538" y="9679"/>
                    <a:pt x="13703" y="7641"/>
                  </a:cubicBezTo>
                  <a:cubicBezTo>
                    <a:pt x="13725" y="7373"/>
                    <a:pt x="13727" y="7059"/>
                    <a:pt x="13408" y="6947"/>
                  </a:cubicBezTo>
                  <a:cubicBezTo>
                    <a:pt x="13353" y="6928"/>
                    <a:pt x="13297" y="6919"/>
                    <a:pt x="13240" y="6919"/>
                  </a:cubicBezTo>
                  <a:cubicBezTo>
                    <a:pt x="13067" y="6919"/>
                    <a:pt x="12898" y="7005"/>
                    <a:pt x="12789" y="7148"/>
                  </a:cubicBezTo>
                  <a:cubicBezTo>
                    <a:pt x="11271" y="9127"/>
                    <a:pt x="10051" y="11331"/>
                    <a:pt x="9182" y="13667"/>
                  </a:cubicBezTo>
                  <a:cubicBezTo>
                    <a:pt x="10268" y="9452"/>
                    <a:pt x="10992" y="5143"/>
                    <a:pt x="11339" y="804"/>
                  </a:cubicBezTo>
                  <a:cubicBezTo>
                    <a:pt x="11378" y="323"/>
                    <a:pt x="10988" y="0"/>
                    <a:pt x="1058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2"/>
            <p:cNvSpPr/>
            <p:nvPr/>
          </p:nvSpPr>
          <p:spPr>
            <a:xfrm>
              <a:off x="3603703" y="2630936"/>
              <a:ext cx="1527921" cy="1322296"/>
            </a:xfrm>
            <a:custGeom>
              <a:avLst/>
              <a:gdLst/>
              <a:ahLst/>
              <a:cxnLst/>
              <a:rect l="l" t="t" r="r" b="b"/>
              <a:pathLst>
                <a:path w="17618" h="15247" extrusionOk="0">
                  <a:moveTo>
                    <a:pt x="10131" y="0"/>
                  </a:moveTo>
                  <a:cubicBezTo>
                    <a:pt x="10097" y="0"/>
                    <a:pt x="10064" y="6"/>
                    <a:pt x="10034" y="20"/>
                  </a:cubicBezTo>
                  <a:cubicBezTo>
                    <a:pt x="9474" y="268"/>
                    <a:pt x="9343" y="1161"/>
                    <a:pt x="9439" y="1695"/>
                  </a:cubicBezTo>
                  <a:cubicBezTo>
                    <a:pt x="9470" y="1860"/>
                    <a:pt x="9594" y="1941"/>
                    <a:pt x="9724" y="1941"/>
                  </a:cubicBezTo>
                  <a:cubicBezTo>
                    <a:pt x="9836" y="1941"/>
                    <a:pt x="9952" y="1880"/>
                    <a:pt x="10014" y="1761"/>
                  </a:cubicBezTo>
                  <a:cubicBezTo>
                    <a:pt x="10152" y="1501"/>
                    <a:pt x="10256" y="1229"/>
                    <a:pt x="10326" y="943"/>
                  </a:cubicBezTo>
                  <a:cubicBezTo>
                    <a:pt x="10390" y="680"/>
                    <a:pt x="10464" y="418"/>
                    <a:pt x="10373" y="153"/>
                  </a:cubicBezTo>
                  <a:cubicBezTo>
                    <a:pt x="10338" y="56"/>
                    <a:pt x="10232" y="0"/>
                    <a:pt x="10131" y="0"/>
                  </a:cubicBezTo>
                  <a:close/>
                  <a:moveTo>
                    <a:pt x="4433" y="3498"/>
                  </a:moveTo>
                  <a:cubicBezTo>
                    <a:pt x="4399" y="3498"/>
                    <a:pt x="4365" y="3505"/>
                    <a:pt x="4335" y="3519"/>
                  </a:cubicBezTo>
                  <a:cubicBezTo>
                    <a:pt x="4096" y="3630"/>
                    <a:pt x="4048" y="3891"/>
                    <a:pt x="3997" y="4130"/>
                  </a:cubicBezTo>
                  <a:cubicBezTo>
                    <a:pt x="3941" y="4386"/>
                    <a:pt x="3951" y="4647"/>
                    <a:pt x="4013" y="4900"/>
                  </a:cubicBezTo>
                  <a:cubicBezTo>
                    <a:pt x="4053" y="5060"/>
                    <a:pt x="4179" y="5145"/>
                    <a:pt x="4308" y="5145"/>
                  </a:cubicBezTo>
                  <a:cubicBezTo>
                    <a:pt x="4413" y="5145"/>
                    <a:pt x="4520" y="5088"/>
                    <a:pt x="4582" y="4967"/>
                  </a:cubicBezTo>
                  <a:cubicBezTo>
                    <a:pt x="4697" y="4735"/>
                    <a:pt x="4768" y="4486"/>
                    <a:pt x="4772" y="4221"/>
                  </a:cubicBezTo>
                  <a:cubicBezTo>
                    <a:pt x="4778" y="3980"/>
                    <a:pt x="4790" y="3713"/>
                    <a:pt x="4586" y="3550"/>
                  </a:cubicBezTo>
                  <a:cubicBezTo>
                    <a:pt x="4543" y="3516"/>
                    <a:pt x="4488" y="3498"/>
                    <a:pt x="4433" y="3498"/>
                  </a:cubicBezTo>
                  <a:close/>
                  <a:moveTo>
                    <a:pt x="9215" y="3230"/>
                  </a:moveTo>
                  <a:cubicBezTo>
                    <a:pt x="9188" y="3230"/>
                    <a:pt x="9160" y="3235"/>
                    <a:pt x="9133" y="3244"/>
                  </a:cubicBezTo>
                  <a:cubicBezTo>
                    <a:pt x="8877" y="3330"/>
                    <a:pt x="8781" y="3650"/>
                    <a:pt x="8688" y="3878"/>
                  </a:cubicBezTo>
                  <a:cubicBezTo>
                    <a:pt x="8570" y="4171"/>
                    <a:pt x="8461" y="4461"/>
                    <a:pt x="8411" y="4775"/>
                  </a:cubicBezTo>
                  <a:cubicBezTo>
                    <a:pt x="8371" y="5038"/>
                    <a:pt x="8574" y="5188"/>
                    <a:pt x="8783" y="5188"/>
                  </a:cubicBezTo>
                  <a:cubicBezTo>
                    <a:pt x="8926" y="5188"/>
                    <a:pt x="9072" y="5117"/>
                    <a:pt x="9146" y="4964"/>
                  </a:cubicBezTo>
                  <a:cubicBezTo>
                    <a:pt x="9279" y="4679"/>
                    <a:pt x="9343" y="4371"/>
                    <a:pt x="9409" y="4063"/>
                  </a:cubicBezTo>
                  <a:cubicBezTo>
                    <a:pt x="9460" y="3813"/>
                    <a:pt x="9546" y="3526"/>
                    <a:pt x="9377" y="3305"/>
                  </a:cubicBezTo>
                  <a:cubicBezTo>
                    <a:pt x="9335" y="3254"/>
                    <a:pt x="9276" y="3230"/>
                    <a:pt x="9215" y="3230"/>
                  </a:cubicBezTo>
                  <a:close/>
                  <a:moveTo>
                    <a:pt x="504" y="6166"/>
                  </a:moveTo>
                  <a:cubicBezTo>
                    <a:pt x="402" y="6166"/>
                    <a:pt x="299" y="6214"/>
                    <a:pt x="233" y="6296"/>
                  </a:cubicBezTo>
                  <a:cubicBezTo>
                    <a:pt x="1" y="6584"/>
                    <a:pt x="177" y="7045"/>
                    <a:pt x="278" y="7353"/>
                  </a:cubicBezTo>
                  <a:cubicBezTo>
                    <a:pt x="322" y="7486"/>
                    <a:pt x="433" y="7545"/>
                    <a:pt x="550" y="7545"/>
                  </a:cubicBezTo>
                  <a:cubicBezTo>
                    <a:pt x="709" y="7545"/>
                    <a:pt x="877" y="7437"/>
                    <a:pt x="895" y="7263"/>
                  </a:cubicBezTo>
                  <a:cubicBezTo>
                    <a:pt x="930" y="6930"/>
                    <a:pt x="984" y="6466"/>
                    <a:pt x="694" y="6232"/>
                  </a:cubicBezTo>
                  <a:cubicBezTo>
                    <a:pt x="638" y="6187"/>
                    <a:pt x="571" y="6166"/>
                    <a:pt x="504" y="6166"/>
                  </a:cubicBezTo>
                  <a:close/>
                  <a:moveTo>
                    <a:pt x="4560" y="6560"/>
                  </a:moveTo>
                  <a:cubicBezTo>
                    <a:pt x="4481" y="6560"/>
                    <a:pt x="4402" y="6584"/>
                    <a:pt x="4342" y="6628"/>
                  </a:cubicBezTo>
                  <a:cubicBezTo>
                    <a:pt x="4080" y="6820"/>
                    <a:pt x="4041" y="7190"/>
                    <a:pt x="4005" y="7493"/>
                  </a:cubicBezTo>
                  <a:cubicBezTo>
                    <a:pt x="3963" y="7831"/>
                    <a:pt x="3961" y="8160"/>
                    <a:pt x="4127" y="8467"/>
                  </a:cubicBezTo>
                  <a:cubicBezTo>
                    <a:pt x="4201" y="8603"/>
                    <a:pt x="4343" y="8679"/>
                    <a:pt x="4481" y="8679"/>
                  </a:cubicBezTo>
                  <a:cubicBezTo>
                    <a:pt x="4612" y="8679"/>
                    <a:pt x="4740" y="8610"/>
                    <a:pt x="4801" y="8458"/>
                  </a:cubicBezTo>
                  <a:cubicBezTo>
                    <a:pt x="4924" y="8151"/>
                    <a:pt x="4913" y="7868"/>
                    <a:pt x="4922" y="7544"/>
                  </a:cubicBezTo>
                  <a:cubicBezTo>
                    <a:pt x="4931" y="7237"/>
                    <a:pt x="4983" y="6950"/>
                    <a:pt x="4809" y="6683"/>
                  </a:cubicBezTo>
                  <a:cubicBezTo>
                    <a:pt x="4752" y="6597"/>
                    <a:pt x="4657" y="6560"/>
                    <a:pt x="4560" y="6560"/>
                  </a:cubicBezTo>
                  <a:close/>
                  <a:moveTo>
                    <a:pt x="12445" y="6671"/>
                  </a:moveTo>
                  <a:cubicBezTo>
                    <a:pt x="12372" y="6671"/>
                    <a:pt x="12298" y="6700"/>
                    <a:pt x="12250" y="6761"/>
                  </a:cubicBezTo>
                  <a:cubicBezTo>
                    <a:pt x="11850" y="7260"/>
                    <a:pt x="11603" y="7874"/>
                    <a:pt x="11596" y="8518"/>
                  </a:cubicBezTo>
                  <a:cubicBezTo>
                    <a:pt x="11593" y="8751"/>
                    <a:pt x="11821" y="8933"/>
                    <a:pt x="12023" y="8933"/>
                  </a:cubicBezTo>
                  <a:cubicBezTo>
                    <a:pt x="12146" y="8933"/>
                    <a:pt x="12259" y="8865"/>
                    <a:pt x="12304" y="8699"/>
                  </a:cubicBezTo>
                  <a:cubicBezTo>
                    <a:pt x="12459" y="8118"/>
                    <a:pt x="12573" y="7526"/>
                    <a:pt x="12689" y="6937"/>
                  </a:cubicBezTo>
                  <a:cubicBezTo>
                    <a:pt x="12721" y="6773"/>
                    <a:pt x="12583" y="6671"/>
                    <a:pt x="12445" y="6671"/>
                  </a:cubicBezTo>
                  <a:close/>
                  <a:moveTo>
                    <a:pt x="8282" y="7262"/>
                  </a:moveTo>
                  <a:cubicBezTo>
                    <a:pt x="8193" y="7262"/>
                    <a:pt x="8103" y="7307"/>
                    <a:pt x="8068" y="7401"/>
                  </a:cubicBezTo>
                  <a:cubicBezTo>
                    <a:pt x="7866" y="7939"/>
                    <a:pt x="7655" y="8429"/>
                    <a:pt x="7589" y="9005"/>
                  </a:cubicBezTo>
                  <a:cubicBezTo>
                    <a:pt x="7558" y="9261"/>
                    <a:pt x="7765" y="9418"/>
                    <a:pt x="7972" y="9418"/>
                  </a:cubicBezTo>
                  <a:cubicBezTo>
                    <a:pt x="8110" y="9418"/>
                    <a:pt x="8248" y="9349"/>
                    <a:pt x="8316" y="9192"/>
                  </a:cubicBezTo>
                  <a:cubicBezTo>
                    <a:pt x="8566" y="8615"/>
                    <a:pt x="8558" y="8070"/>
                    <a:pt x="8506" y="7452"/>
                  </a:cubicBezTo>
                  <a:cubicBezTo>
                    <a:pt x="8495" y="7327"/>
                    <a:pt x="8388" y="7262"/>
                    <a:pt x="8282" y="7262"/>
                  </a:cubicBezTo>
                  <a:close/>
                  <a:moveTo>
                    <a:pt x="1237" y="8580"/>
                  </a:moveTo>
                  <a:cubicBezTo>
                    <a:pt x="1161" y="8580"/>
                    <a:pt x="1085" y="8613"/>
                    <a:pt x="1036" y="8681"/>
                  </a:cubicBezTo>
                  <a:cubicBezTo>
                    <a:pt x="748" y="9075"/>
                    <a:pt x="963" y="9775"/>
                    <a:pt x="1324" y="10049"/>
                  </a:cubicBezTo>
                  <a:cubicBezTo>
                    <a:pt x="1381" y="10091"/>
                    <a:pt x="1444" y="10110"/>
                    <a:pt x="1507" y="10110"/>
                  </a:cubicBezTo>
                  <a:cubicBezTo>
                    <a:pt x="1657" y="10110"/>
                    <a:pt x="1800" y="9999"/>
                    <a:pt x="1824" y="9836"/>
                  </a:cubicBezTo>
                  <a:cubicBezTo>
                    <a:pt x="1860" y="9594"/>
                    <a:pt x="1798" y="9386"/>
                    <a:pt x="1722" y="9160"/>
                  </a:cubicBezTo>
                  <a:cubicBezTo>
                    <a:pt x="1658" y="8968"/>
                    <a:pt x="1562" y="8747"/>
                    <a:pt x="1392" y="8630"/>
                  </a:cubicBezTo>
                  <a:cubicBezTo>
                    <a:pt x="1346" y="8597"/>
                    <a:pt x="1292" y="8580"/>
                    <a:pt x="1237" y="8580"/>
                  </a:cubicBezTo>
                  <a:close/>
                  <a:moveTo>
                    <a:pt x="14641" y="10328"/>
                  </a:moveTo>
                  <a:cubicBezTo>
                    <a:pt x="14604" y="10328"/>
                    <a:pt x="14564" y="10337"/>
                    <a:pt x="14524" y="10357"/>
                  </a:cubicBezTo>
                  <a:cubicBezTo>
                    <a:pt x="14131" y="10555"/>
                    <a:pt x="13858" y="11090"/>
                    <a:pt x="13785" y="11503"/>
                  </a:cubicBezTo>
                  <a:cubicBezTo>
                    <a:pt x="13740" y="11757"/>
                    <a:pt x="13989" y="11957"/>
                    <a:pt x="14220" y="11957"/>
                  </a:cubicBezTo>
                  <a:cubicBezTo>
                    <a:pt x="14334" y="11957"/>
                    <a:pt x="14443" y="11908"/>
                    <a:pt x="14511" y="11793"/>
                  </a:cubicBezTo>
                  <a:cubicBezTo>
                    <a:pt x="14621" y="11607"/>
                    <a:pt x="14701" y="11431"/>
                    <a:pt x="14768" y="11226"/>
                  </a:cubicBezTo>
                  <a:cubicBezTo>
                    <a:pt x="14826" y="11050"/>
                    <a:pt x="14925" y="10840"/>
                    <a:pt x="14924" y="10653"/>
                  </a:cubicBezTo>
                  <a:cubicBezTo>
                    <a:pt x="14921" y="10493"/>
                    <a:pt x="14801" y="10328"/>
                    <a:pt x="14641" y="10328"/>
                  </a:cubicBezTo>
                  <a:close/>
                  <a:moveTo>
                    <a:pt x="11313" y="10073"/>
                  </a:moveTo>
                  <a:cubicBezTo>
                    <a:pt x="11275" y="10073"/>
                    <a:pt x="11236" y="10081"/>
                    <a:pt x="11202" y="10098"/>
                  </a:cubicBezTo>
                  <a:cubicBezTo>
                    <a:pt x="10857" y="10268"/>
                    <a:pt x="10697" y="10691"/>
                    <a:pt x="10537" y="11021"/>
                  </a:cubicBezTo>
                  <a:cubicBezTo>
                    <a:pt x="10383" y="11337"/>
                    <a:pt x="10225" y="11863"/>
                    <a:pt x="10666" y="12040"/>
                  </a:cubicBezTo>
                  <a:cubicBezTo>
                    <a:pt x="10730" y="12066"/>
                    <a:pt x="10789" y="12077"/>
                    <a:pt x="10845" y="12077"/>
                  </a:cubicBezTo>
                  <a:cubicBezTo>
                    <a:pt x="11154" y="12077"/>
                    <a:pt x="11349" y="11725"/>
                    <a:pt x="11436" y="11450"/>
                  </a:cubicBezTo>
                  <a:cubicBezTo>
                    <a:pt x="11546" y="11087"/>
                    <a:pt x="11734" y="10619"/>
                    <a:pt x="11587" y="10248"/>
                  </a:cubicBezTo>
                  <a:cubicBezTo>
                    <a:pt x="11544" y="10142"/>
                    <a:pt x="11427" y="10073"/>
                    <a:pt x="11313" y="10073"/>
                  </a:cubicBezTo>
                  <a:close/>
                  <a:moveTo>
                    <a:pt x="17332" y="10670"/>
                  </a:moveTo>
                  <a:cubicBezTo>
                    <a:pt x="17296" y="10670"/>
                    <a:pt x="17262" y="10676"/>
                    <a:pt x="17232" y="10690"/>
                  </a:cubicBezTo>
                  <a:cubicBezTo>
                    <a:pt x="17062" y="10770"/>
                    <a:pt x="16939" y="10920"/>
                    <a:pt x="16821" y="11062"/>
                  </a:cubicBezTo>
                  <a:cubicBezTo>
                    <a:pt x="16697" y="11218"/>
                    <a:pt x="16590" y="11366"/>
                    <a:pt x="16516" y="11552"/>
                  </a:cubicBezTo>
                  <a:cubicBezTo>
                    <a:pt x="16446" y="11729"/>
                    <a:pt x="16516" y="11936"/>
                    <a:pt x="16684" y="12029"/>
                  </a:cubicBezTo>
                  <a:cubicBezTo>
                    <a:pt x="16746" y="12063"/>
                    <a:pt x="16810" y="12080"/>
                    <a:pt x="16871" y="12080"/>
                  </a:cubicBezTo>
                  <a:cubicBezTo>
                    <a:pt x="16985" y="12080"/>
                    <a:pt x="17094" y="12024"/>
                    <a:pt x="17180" y="11930"/>
                  </a:cubicBezTo>
                  <a:cubicBezTo>
                    <a:pt x="17312" y="11785"/>
                    <a:pt x="17394" y="11614"/>
                    <a:pt x="17477" y="11437"/>
                  </a:cubicBezTo>
                  <a:cubicBezTo>
                    <a:pt x="17558" y="11263"/>
                    <a:pt x="17618" y="11095"/>
                    <a:pt x="17613" y="10901"/>
                  </a:cubicBezTo>
                  <a:cubicBezTo>
                    <a:pt x="17610" y="10761"/>
                    <a:pt x="17463" y="10670"/>
                    <a:pt x="17332" y="10670"/>
                  </a:cubicBezTo>
                  <a:close/>
                  <a:moveTo>
                    <a:pt x="4794" y="10470"/>
                  </a:moveTo>
                  <a:cubicBezTo>
                    <a:pt x="4750" y="10470"/>
                    <a:pt x="4707" y="10484"/>
                    <a:pt x="4675" y="10517"/>
                  </a:cubicBezTo>
                  <a:cubicBezTo>
                    <a:pt x="4521" y="10674"/>
                    <a:pt x="4496" y="10864"/>
                    <a:pt x="4444" y="11072"/>
                  </a:cubicBezTo>
                  <a:cubicBezTo>
                    <a:pt x="4386" y="11300"/>
                    <a:pt x="4368" y="11517"/>
                    <a:pt x="4361" y="11753"/>
                  </a:cubicBezTo>
                  <a:cubicBezTo>
                    <a:pt x="4353" y="12027"/>
                    <a:pt x="4579" y="12183"/>
                    <a:pt x="4790" y="12183"/>
                  </a:cubicBezTo>
                  <a:cubicBezTo>
                    <a:pt x="4964" y="12183"/>
                    <a:pt x="5128" y="12077"/>
                    <a:pt x="5143" y="11844"/>
                  </a:cubicBezTo>
                  <a:cubicBezTo>
                    <a:pt x="5158" y="11610"/>
                    <a:pt x="5169" y="11380"/>
                    <a:pt x="5136" y="11145"/>
                  </a:cubicBezTo>
                  <a:cubicBezTo>
                    <a:pt x="5110" y="10943"/>
                    <a:pt x="5105" y="10716"/>
                    <a:pt x="4973" y="10552"/>
                  </a:cubicBezTo>
                  <a:cubicBezTo>
                    <a:pt x="4933" y="10503"/>
                    <a:pt x="4862" y="10470"/>
                    <a:pt x="4794" y="10470"/>
                  </a:cubicBezTo>
                  <a:close/>
                  <a:moveTo>
                    <a:pt x="7673" y="10700"/>
                  </a:moveTo>
                  <a:cubicBezTo>
                    <a:pt x="7584" y="10700"/>
                    <a:pt x="7494" y="10748"/>
                    <a:pt x="7446" y="10848"/>
                  </a:cubicBezTo>
                  <a:cubicBezTo>
                    <a:pt x="7261" y="11236"/>
                    <a:pt x="7087" y="11751"/>
                    <a:pt x="7181" y="12180"/>
                  </a:cubicBezTo>
                  <a:cubicBezTo>
                    <a:pt x="7224" y="12372"/>
                    <a:pt x="7378" y="12474"/>
                    <a:pt x="7534" y="12474"/>
                  </a:cubicBezTo>
                  <a:cubicBezTo>
                    <a:pt x="7662" y="12474"/>
                    <a:pt x="7792" y="12405"/>
                    <a:pt x="7862" y="12260"/>
                  </a:cubicBezTo>
                  <a:cubicBezTo>
                    <a:pt x="8057" y="11865"/>
                    <a:pt x="8006" y="11324"/>
                    <a:pt x="7916" y="10902"/>
                  </a:cubicBezTo>
                  <a:cubicBezTo>
                    <a:pt x="7888" y="10770"/>
                    <a:pt x="7781" y="10700"/>
                    <a:pt x="7673" y="10700"/>
                  </a:cubicBezTo>
                  <a:close/>
                  <a:moveTo>
                    <a:pt x="2244" y="11513"/>
                  </a:moveTo>
                  <a:cubicBezTo>
                    <a:pt x="2244" y="11513"/>
                    <a:pt x="2243" y="11513"/>
                    <a:pt x="2243" y="11513"/>
                  </a:cubicBezTo>
                  <a:lnTo>
                    <a:pt x="2235" y="11513"/>
                  </a:lnTo>
                  <a:cubicBezTo>
                    <a:pt x="2104" y="11516"/>
                    <a:pt x="2007" y="11562"/>
                    <a:pt x="1950" y="11683"/>
                  </a:cubicBezTo>
                  <a:cubicBezTo>
                    <a:pt x="1769" y="12064"/>
                    <a:pt x="1888" y="12698"/>
                    <a:pt x="2330" y="12833"/>
                  </a:cubicBezTo>
                  <a:cubicBezTo>
                    <a:pt x="2367" y="12845"/>
                    <a:pt x="2403" y="12850"/>
                    <a:pt x="2438" y="12850"/>
                  </a:cubicBezTo>
                  <a:cubicBezTo>
                    <a:pt x="2639" y="12850"/>
                    <a:pt x="2775" y="12660"/>
                    <a:pt x="2708" y="12446"/>
                  </a:cubicBezTo>
                  <a:cubicBezTo>
                    <a:pt x="2657" y="12282"/>
                    <a:pt x="2538" y="12148"/>
                    <a:pt x="2496" y="11978"/>
                  </a:cubicBezTo>
                  <a:cubicBezTo>
                    <a:pt x="2458" y="11821"/>
                    <a:pt x="2494" y="11513"/>
                    <a:pt x="2244" y="11513"/>
                  </a:cubicBezTo>
                  <a:close/>
                  <a:moveTo>
                    <a:pt x="4436" y="13106"/>
                  </a:moveTo>
                  <a:cubicBezTo>
                    <a:pt x="4357" y="13106"/>
                    <a:pt x="4279" y="13157"/>
                    <a:pt x="4259" y="13262"/>
                  </a:cubicBezTo>
                  <a:cubicBezTo>
                    <a:pt x="4195" y="13582"/>
                    <a:pt x="4088" y="13896"/>
                    <a:pt x="4121" y="14224"/>
                  </a:cubicBezTo>
                  <a:cubicBezTo>
                    <a:pt x="4140" y="14415"/>
                    <a:pt x="4304" y="14510"/>
                    <a:pt x="4466" y="14510"/>
                  </a:cubicBezTo>
                  <a:cubicBezTo>
                    <a:pt x="4632" y="14510"/>
                    <a:pt x="4796" y="14411"/>
                    <a:pt x="4806" y="14214"/>
                  </a:cubicBezTo>
                  <a:cubicBezTo>
                    <a:pt x="4822" y="13880"/>
                    <a:pt x="4700" y="13576"/>
                    <a:pt x="4620" y="13256"/>
                  </a:cubicBezTo>
                  <a:cubicBezTo>
                    <a:pt x="4594" y="13157"/>
                    <a:pt x="4515" y="13106"/>
                    <a:pt x="4436" y="13106"/>
                  </a:cubicBezTo>
                  <a:close/>
                  <a:moveTo>
                    <a:pt x="15741" y="12741"/>
                  </a:moveTo>
                  <a:cubicBezTo>
                    <a:pt x="15667" y="12741"/>
                    <a:pt x="15590" y="12762"/>
                    <a:pt x="15521" y="12805"/>
                  </a:cubicBezTo>
                  <a:cubicBezTo>
                    <a:pt x="15312" y="12936"/>
                    <a:pt x="15156" y="13160"/>
                    <a:pt x="15014" y="13359"/>
                  </a:cubicBezTo>
                  <a:cubicBezTo>
                    <a:pt x="14860" y="13576"/>
                    <a:pt x="14729" y="13787"/>
                    <a:pt x="14628" y="14034"/>
                  </a:cubicBezTo>
                  <a:cubicBezTo>
                    <a:pt x="14491" y="14377"/>
                    <a:pt x="14759" y="14630"/>
                    <a:pt x="15046" y="14630"/>
                  </a:cubicBezTo>
                  <a:cubicBezTo>
                    <a:pt x="15171" y="14630"/>
                    <a:pt x="15299" y="14582"/>
                    <a:pt x="15399" y="14471"/>
                  </a:cubicBezTo>
                  <a:cubicBezTo>
                    <a:pt x="15578" y="14274"/>
                    <a:pt x="15701" y="14057"/>
                    <a:pt x="15828" y="13823"/>
                  </a:cubicBezTo>
                  <a:cubicBezTo>
                    <a:pt x="15946" y="13605"/>
                    <a:pt x="16066" y="13377"/>
                    <a:pt x="16091" y="13129"/>
                  </a:cubicBezTo>
                  <a:cubicBezTo>
                    <a:pt x="16120" y="12886"/>
                    <a:pt x="15939" y="12741"/>
                    <a:pt x="15741" y="12741"/>
                  </a:cubicBezTo>
                  <a:close/>
                  <a:moveTo>
                    <a:pt x="13362" y="12612"/>
                  </a:moveTo>
                  <a:cubicBezTo>
                    <a:pt x="13290" y="12612"/>
                    <a:pt x="13220" y="12631"/>
                    <a:pt x="13167" y="12683"/>
                  </a:cubicBezTo>
                  <a:cubicBezTo>
                    <a:pt x="12769" y="13063"/>
                    <a:pt x="12357" y="13618"/>
                    <a:pt x="12212" y="14152"/>
                  </a:cubicBezTo>
                  <a:cubicBezTo>
                    <a:pt x="12121" y="14490"/>
                    <a:pt x="12356" y="14753"/>
                    <a:pt x="12626" y="14753"/>
                  </a:cubicBezTo>
                  <a:cubicBezTo>
                    <a:pt x="12744" y="14753"/>
                    <a:pt x="12869" y="14703"/>
                    <a:pt x="12977" y="14586"/>
                  </a:cubicBezTo>
                  <a:cubicBezTo>
                    <a:pt x="13355" y="14178"/>
                    <a:pt x="13605" y="13532"/>
                    <a:pt x="13717" y="12990"/>
                  </a:cubicBezTo>
                  <a:cubicBezTo>
                    <a:pt x="13740" y="12868"/>
                    <a:pt x="13669" y="12747"/>
                    <a:pt x="13583" y="12676"/>
                  </a:cubicBezTo>
                  <a:cubicBezTo>
                    <a:pt x="13566" y="12660"/>
                    <a:pt x="13544" y="12645"/>
                    <a:pt x="13521" y="12638"/>
                  </a:cubicBezTo>
                  <a:lnTo>
                    <a:pt x="13506" y="12635"/>
                  </a:lnTo>
                  <a:cubicBezTo>
                    <a:pt x="13460" y="12621"/>
                    <a:pt x="13411" y="12612"/>
                    <a:pt x="13362" y="12612"/>
                  </a:cubicBezTo>
                  <a:close/>
                  <a:moveTo>
                    <a:pt x="7099" y="13564"/>
                  </a:moveTo>
                  <a:cubicBezTo>
                    <a:pt x="7023" y="13564"/>
                    <a:pt x="6948" y="13602"/>
                    <a:pt x="6923" y="13683"/>
                  </a:cubicBezTo>
                  <a:cubicBezTo>
                    <a:pt x="6865" y="13867"/>
                    <a:pt x="6821" y="14056"/>
                    <a:pt x="6757" y="14237"/>
                  </a:cubicBezTo>
                  <a:cubicBezTo>
                    <a:pt x="6684" y="14441"/>
                    <a:pt x="6614" y="14615"/>
                    <a:pt x="6654" y="14835"/>
                  </a:cubicBezTo>
                  <a:cubicBezTo>
                    <a:pt x="6686" y="15014"/>
                    <a:pt x="6836" y="15111"/>
                    <a:pt x="6986" y="15111"/>
                  </a:cubicBezTo>
                  <a:cubicBezTo>
                    <a:pt x="7109" y="15111"/>
                    <a:pt x="7233" y="15046"/>
                    <a:pt x="7292" y="14910"/>
                  </a:cubicBezTo>
                  <a:cubicBezTo>
                    <a:pt x="7381" y="14707"/>
                    <a:pt x="7353" y="14519"/>
                    <a:pt x="7330" y="14303"/>
                  </a:cubicBezTo>
                  <a:cubicBezTo>
                    <a:pt x="7308" y="14112"/>
                    <a:pt x="7312" y="13917"/>
                    <a:pt x="7298" y="13727"/>
                  </a:cubicBezTo>
                  <a:cubicBezTo>
                    <a:pt x="7290" y="13622"/>
                    <a:pt x="7193" y="13564"/>
                    <a:pt x="7099" y="13564"/>
                  </a:cubicBezTo>
                  <a:close/>
                  <a:moveTo>
                    <a:pt x="10366" y="13069"/>
                  </a:moveTo>
                  <a:cubicBezTo>
                    <a:pt x="10341" y="13069"/>
                    <a:pt x="10317" y="13074"/>
                    <a:pt x="10296" y="13087"/>
                  </a:cubicBezTo>
                  <a:cubicBezTo>
                    <a:pt x="9999" y="13265"/>
                    <a:pt x="9890" y="13551"/>
                    <a:pt x="9759" y="13858"/>
                  </a:cubicBezTo>
                  <a:cubicBezTo>
                    <a:pt x="9614" y="14195"/>
                    <a:pt x="9422" y="14554"/>
                    <a:pt x="9474" y="14929"/>
                  </a:cubicBezTo>
                  <a:cubicBezTo>
                    <a:pt x="9500" y="15103"/>
                    <a:pt x="9681" y="15246"/>
                    <a:pt x="9856" y="15246"/>
                  </a:cubicBezTo>
                  <a:cubicBezTo>
                    <a:pt x="9930" y="15246"/>
                    <a:pt x="10002" y="15221"/>
                    <a:pt x="10062" y="15161"/>
                  </a:cubicBezTo>
                  <a:cubicBezTo>
                    <a:pt x="10332" y="14886"/>
                    <a:pt x="10396" y="14541"/>
                    <a:pt x="10485" y="14178"/>
                  </a:cubicBezTo>
                  <a:cubicBezTo>
                    <a:pt x="10565" y="13846"/>
                    <a:pt x="10681" y="13512"/>
                    <a:pt x="10544" y="13185"/>
                  </a:cubicBezTo>
                  <a:cubicBezTo>
                    <a:pt x="10517" y="13121"/>
                    <a:pt x="10440" y="13069"/>
                    <a:pt x="10366" y="13069"/>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1" name="Google Shape;381;p22"/>
          <p:cNvSpPr/>
          <p:nvPr/>
        </p:nvSpPr>
        <p:spPr>
          <a:xfrm rot="-8570370">
            <a:off x="8594600" y="3177248"/>
            <a:ext cx="508624" cy="1279202"/>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2"/>
          <p:cNvSpPr txBox="1">
            <a:spLocks noGrp="1"/>
          </p:cNvSpPr>
          <p:nvPr>
            <p:ph type="title"/>
          </p:nvPr>
        </p:nvSpPr>
        <p:spPr>
          <a:xfrm>
            <a:off x="713225" y="365760"/>
            <a:ext cx="7717500" cy="6402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Clr>
                <a:schemeClr val="lt1"/>
              </a:buClr>
              <a:buSzPts val="3000"/>
              <a:buNone/>
              <a:defRPr sz="3000">
                <a:solidFill>
                  <a:schemeClr val="lt1"/>
                </a:solidFill>
              </a:defRPr>
            </a:lvl2pPr>
            <a:lvl3pPr lvl="2" rtl="0">
              <a:spcBef>
                <a:spcPts val="0"/>
              </a:spcBef>
              <a:spcAft>
                <a:spcPts val="0"/>
              </a:spcAft>
              <a:buClr>
                <a:schemeClr val="lt1"/>
              </a:buClr>
              <a:buSzPts val="3000"/>
              <a:buNone/>
              <a:defRPr sz="3000">
                <a:solidFill>
                  <a:schemeClr val="lt1"/>
                </a:solidFill>
              </a:defRPr>
            </a:lvl3pPr>
            <a:lvl4pPr lvl="3" rtl="0">
              <a:spcBef>
                <a:spcPts val="0"/>
              </a:spcBef>
              <a:spcAft>
                <a:spcPts val="0"/>
              </a:spcAft>
              <a:buClr>
                <a:schemeClr val="lt1"/>
              </a:buClr>
              <a:buSzPts val="3000"/>
              <a:buNone/>
              <a:defRPr sz="3000">
                <a:solidFill>
                  <a:schemeClr val="lt1"/>
                </a:solidFill>
              </a:defRPr>
            </a:lvl4pPr>
            <a:lvl5pPr lvl="4" rtl="0">
              <a:spcBef>
                <a:spcPts val="0"/>
              </a:spcBef>
              <a:spcAft>
                <a:spcPts val="0"/>
              </a:spcAft>
              <a:buClr>
                <a:schemeClr val="lt1"/>
              </a:buClr>
              <a:buSzPts val="3000"/>
              <a:buNone/>
              <a:defRPr sz="3000">
                <a:solidFill>
                  <a:schemeClr val="lt1"/>
                </a:solidFill>
              </a:defRPr>
            </a:lvl5pPr>
            <a:lvl6pPr lvl="5" rtl="0">
              <a:spcBef>
                <a:spcPts val="0"/>
              </a:spcBef>
              <a:spcAft>
                <a:spcPts val="0"/>
              </a:spcAft>
              <a:buClr>
                <a:schemeClr val="lt1"/>
              </a:buClr>
              <a:buSzPts val="3000"/>
              <a:buNone/>
              <a:defRPr sz="3000">
                <a:solidFill>
                  <a:schemeClr val="lt1"/>
                </a:solidFill>
              </a:defRPr>
            </a:lvl6pPr>
            <a:lvl7pPr lvl="6" rtl="0">
              <a:spcBef>
                <a:spcPts val="0"/>
              </a:spcBef>
              <a:spcAft>
                <a:spcPts val="0"/>
              </a:spcAft>
              <a:buClr>
                <a:schemeClr val="lt1"/>
              </a:buClr>
              <a:buSzPts val="3000"/>
              <a:buNone/>
              <a:defRPr sz="3000">
                <a:solidFill>
                  <a:schemeClr val="lt1"/>
                </a:solidFill>
              </a:defRPr>
            </a:lvl7pPr>
            <a:lvl8pPr lvl="7" rtl="0">
              <a:spcBef>
                <a:spcPts val="0"/>
              </a:spcBef>
              <a:spcAft>
                <a:spcPts val="0"/>
              </a:spcAft>
              <a:buClr>
                <a:schemeClr val="lt1"/>
              </a:buClr>
              <a:buSzPts val="3000"/>
              <a:buNone/>
              <a:defRPr sz="3000">
                <a:solidFill>
                  <a:schemeClr val="lt1"/>
                </a:solidFill>
              </a:defRPr>
            </a:lvl8pPr>
            <a:lvl9pPr lvl="8" rtl="0">
              <a:spcBef>
                <a:spcPts val="0"/>
              </a:spcBef>
              <a:spcAft>
                <a:spcPts val="0"/>
              </a:spcAft>
              <a:buClr>
                <a:schemeClr val="lt1"/>
              </a:buClr>
              <a:buSzPts val="3000"/>
              <a:buNone/>
              <a:defRPr sz="3000">
                <a:solidFill>
                  <a:schemeClr val="lt1"/>
                </a:solidFill>
              </a:defRPr>
            </a:lvl9pPr>
          </a:lstStyle>
          <a:p>
            <a:endParaRPr/>
          </a:p>
        </p:txBody>
      </p:sp>
      <p:sp>
        <p:nvSpPr>
          <p:cNvPr id="383" name="Google Shape;383;p22"/>
          <p:cNvSpPr txBox="1">
            <a:spLocks noGrp="1"/>
          </p:cNvSpPr>
          <p:nvPr>
            <p:ph type="subTitle" idx="1"/>
          </p:nvPr>
        </p:nvSpPr>
        <p:spPr>
          <a:xfrm>
            <a:off x="1235506" y="1693185"/>
            <a:ext cx="19569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100"/>
              <a:buNone/>
              <a:defRPr sz="2100" i="0">
                <a:solidFill>
                  <a:schemeClr val="lt2"/>
                </a:solidFill>
                <a:latin typeface="Bree Serif"/>
                <a:ea typeface="Bree Serif"/>
                <a:cs typeface="Bree Serif"/>
                <a:sym typeface="Bree Serif"/>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384" name="Google Shape;384;p22"/>
          <p:cNvSpPr txBox="1">
            <a:spLocks noGrp="1"/>
          </p:cNvSpPr>
          <p:nvPr>
            <p:ph type="subTitle" idx="2"/>
          </p:nvPr>
        </p:nvSpPr>
        <p:spPr>
          <a:xfrm>
            <a:off x="1235506" y="1980101"/>
            <a:ext cx="1956900" cy="8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5" name="Google Shape;385;p22"/>
          <p:cNvSpPr txBox="1">
            <a:spLocks noGrp="1"/>
          </p:cNvSpPr>
          <p:nvPr>
            <p:ph type="subTitle" idx="3"/>
          </p:nvPr>
        </p:nvSpPr>
        <p:spPr>
          <a:xfrm>
            <a:off x="4211637" y="1693185"/>
            <a:ext cx="19569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100"/>
              <a:buNone/>
              <a:defRPr sz="2100" i="0">
                <a:solidFill>
                  <a:schemeClr val="lt2"/>
                </a:solidFill>
                <a:latin typeface="Bree Serif"/>
                <a:ea typeface="Bree Serif"/>
                <a:cs typeface="Bree Serif"/>
                <a:sym typeface="Bree Serif"/>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386" name="Google Shape;386;p22"/>
          <p:cNvSpPr txBox="1">
            <a:spLocks noGrp="1"/>
          </p:cNvSpPr>
          <p:nvPr>
            <p:ph type="subTitle" idx="4"/>
          </p:nvPr>
        </p:nvSpPr>
        <p:spPr>
          <a:xfrm>
            <a:off x="4211637" y="1980101"/>
            <a:ext cx="1956900" cy="8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7" name="Google Shape;387;p22"/>
          <p:cNvSpPr txBox="1">
            <a:spLocks noGrp="1"/>
          </p:cNvSpPr>
          <p:nvPr>
            <p:ph type="subTitle" idx="5"/>
          </p:nvPr>
        </p:nvSpPr>
        <p:spPr>
          <a:xfrm>
            <a:off x="1235506" y="3378453"/>
            <a:ext cx="19569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100"/>
              <a:buNone/>
              <a:defRPr sz="2100" i="0">
                <a:solidFill>
                  <a:schemeClr val="lt2"/>
                </a:solidFill>
                <a:latin typeface="Bree Serif"/>
                <a:ea typeface="Bree Serif"/>
                <a:cs typeface="Bree Serif"/>
                <a:sym typeface="Bree Serif"/>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388" name="Google Shape;388;p22"/>
          <p:cNvSpPr txBox="1">
            <a:spLocks noGrp="1"/>
          </p:cNvSpPr>
          <p:nvPr>
            <p:ph type="subTitle" idx="6"/>
          </p:nvPr>
        </p:nvSpPr>
        <p:spPr>
          <a:xfrm>
            <a:off x="1235506" y="3664195"/>
            <a:ext cx="1956900" cy="80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
        <p:nvSpPr>
          <p:cNvPr id="389" name="Google Shape;389;p22"/>
          <p:cNvSpPr txBox="1">
            <a:spLocks noGrp="1"/>
          </p:cNvSpPr>
          <p:nvPr>
            <p:ph type="subTitle" idx="7"/>
          </p:nvPr>
        </p:nvSpPr>
        <p:spPr>
          <a:xfrm>
            <a:off x="4211637" y="3378453"/>
            <a:ext cx="1956900" cy="365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2"/>
              </a:buClr>
              <a:buSzPts val="2100"/>
              <a:buNone/>
              <a:defRPr sz="2100" i="0">
                <a:solidFill>
                  <a:schemeClr val="lt2"/>
                </a:solidFill>
                <a:latin typeface="Bree Serif"/>
                <a:ea typeface="Bree Serif"/>
                <a:cs typeface="Bree Serif"/>
                <a:sym typeface="Bree Serif"/>
              </a:defRPr>
            </a:lvl1pPr>
            <a:lvl2pPr lvl="1" algn="ctr" rtl="0">
              <a:spcBef>
                <a:spcPts val="0"/>
              </a:spcBef>
              <a:spcAft>
                <a:spcPts val="0"/>
              </a:spcAft>
              <a:buClr>
                <a:schemeClr val="accent2"/>
              </a:buClr>
              <a:buSzPts val="2100"/>
              <a:buNone/>
              <a:defRPr sz="2100">
                <a:solidFill>
                  <a:schemeClr val="accent2"/>
                </a:solidFill>
              </a:defRPr>
            </a:lvl2pPr>
            <a:lvl3pPr lvl="2" algn="ctr" rtl="0">
              <a:spcBef>
                <a:spcPts val="0"/>
              </a:spcBef>
              <a:spcAft>
                <a:spcPts val="0"/>
              </a:spcAft>
              <a:buClr>
                <a:schemeClr val="accent2"/>
              </a:buClr>
              <a:buSzPts val="2100"/>
              <a:buNone/>
              <a:defRPr sz="2100">
                <a:solidFill>
                  <a:schemeClr val="accent2"/>
                </a:solidFill>
              </a:defRPr>
            </a:lvl3pPr>
            <a:lvl4pPr lvl="3" algn="ctr" rtl="0">
              <a:spcBef>
                <a:spcPts val="0"/>
              </a:spcBef>
              <a:spcAft>
                <a:spcPts val="0"/>
              </a:spcAft>
              <a:buClr>
                <a:schemeClr val="accent2"/>
              </a:buClr>
              <a:buSzPts val="2100"/>
              <a:buNone/>
              <a:defRPr sz="2100">
                <a:solidFill>
                  <a:schemeClr val="accent2"/>
                </a:solidFill>
              </a:defRPr>
            </a:lvl4pPr>
            <a:lvl5pPr lvl="4" algn="ctr" rtl="0">
              <a:spcBef>
                <a:spcPts val="0"/>
              </a:spcBef>
              <a:spcAft>
                <a:spcPts val="0"/>
              </a:spcAft>
              <a:buClr>
                <a:schemeClr val="accent2"/>
              </a:buClr>
              <a:buSzPts val="2100"/>
              <a:buNone/>
              <a:defRPr sz="2100">
                <a:solidFill>
                  <a:schemeClr val="accent2"/>
                </a:solidFill>
              </a:defRPr>
            </a:lvl5pPr>
            <a:lvl6pPr lvl="5" algn="ctr" rtl="0">
              <a:spcBef>
                <a:spcPts val="0"/>
              </a:spcBef>
              <a:spcAft>
                <a:spcPts val="0"/>
              </a:spcAft>
              <a:buClr>
                <a:schemeClr val="accent2"/>
              </a:buClr>
              <a:buSzPts val="2100"/>
              <a:buNone/>
              <a:defRPr sz="2100">
                <a:solidFill>
                  <a:schemeClr val="accent2"/>
                </a:solidFill>
              </a:defRPr>
            </a:lvl6pPr>
            <a:lvl7pPr lvl="6" algn="ctr" rtl="0">
              <a:spcBef>
                <a:spcPts val="0"/>
              </a:spcBef>
              <a:spcAft>
                <a:spcPts val="0"/>
              </a:spcAft>
              <a:buClr>
                <a:schemeClr val="accent2"/>
              </a:buClr>
              <a:buSzPts val="2100"/>
              <a:buNone/>
              <a:defRPr sz="2100">
                <a:solidFill>
                  <a:schemeClr val="accent2"/>
                </a:solidFill>
              </a:defRPr>
            </a:lvl7pPr>
            <a:lvl8pPr lvl="7" algn="ctr" rtl="0">
              <a:spcBef>
                <a:spcPts val="0"/>
              </a:spcBef>
              <a:spcAft>
                <a:spcPts val="0"/>
              </a:spcAft>
              <a:buClr>
                <a:schemeClr val="accent2"/>
              </a:buClr>
              <a:buSzPts val="2100"/>
              <a:buNone/>
              <a:defRPr sz="2100">
                <a:solidFill>
                  <a:schemeClr val="accent2"/>
                </a:solidFill>
              </a:defRPr>
            </a:lvl8pPr>
            <a:lvl9pPr lvl="8" algn="ctr" rtl="0">
              <a:spcBef>
                <a:spcPts val="0"/>
              </a:spcBef>
              <a:spcAft>
                <a:spcPts val="0"/>
              </a:spcAft>
              <a:buClr>
                <a:schemeClr val="accent2"/>
              </a:buClr>
              <a:buSzPts val="2100"/>
              <a:buNone/>
              <a:defRPr sz="2100">
                <a:solidFill>
                  <a:schemeClr val="accent2"/>
                </a:solidFill>
              </a:defRPr>
            </a:lvl9pPr>
          </a:lstStyle>
          <a:p>
            <a:endParaRPr/>
          </a:p>
        </p:txBody>
      </p:sp>
      <p:sp>
        <p:nvSpPr>
          <p:cNvPr id="390" name="Google Shape;390;p22"/>
          <p:cNvSpPr txBox="1">
            <a:spLocks noGrp="1"/>
          </p:cNvSpPr>
          <p:nvPr>
            <p:ph type="subTitle" idx="8"/>
          </p:nvPr>
        </p:nvSpPr>
        <p:spPr>
          <a:xfrm>
            <a:off x="4211637" y="3665908"/>
            <a:ext cx="1956900" cy="80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i="0"/>
            </a:lvl1pPr>
            <a:lvl2pPr lvl="1" algn="ctr" rtl="0">
              <a:spcBef>
                <a:spcPts val="0"/>
              </a:spcBef>
              <a:spcAft>
                <a:spcPts val="0"/>
              </a:spcAft>
              <a:buSzPts val="1400"/>
              <a:buNone/>
              <a:defRPr/>
            </a:lvl2pPr>
            <a:lvl3pPr lvl="2" algn="ctr" rtl="0">
              <a:spcBef>
                <a:spcPts val="0"/>
              </a:spcBef>
              <a:spcAft>
                <a:spcPts val="0"/>
              </a:spcAft>
              <a:buSzPts val="1400"/>
              <a:buNone/>
              <a:defRPr/>
            </a:lvl3pPr>
            <a:lvl4pPr lvl="3" algn="ctr" rtl="0">
              <a:spcBef>
                <a:spcPts val="0"/>
              </a:spcBef>
              <a:spcAft>
                <a:spcPts val="0"/>
              </a:spcAft>
              <a:buSzPts val="1400"/>
              <a:buNone/>
              <a:defRPr/>
            </a:lvl4pPr>
            <a:lvl5pPr lvl="4" algn="ctr" rtl="0">
              <a:spcBef>
                <a:spcPts val="0"/>
              </a:spcBef>
              <a:spcAft>
                <a:spcPts val="0"/>
              </a:spcAft>
              <a:buSzPts val="1400"/>
              <a:buNone/>
              <a:defRPr/>
            </a:lvl5pPr>
            <a:lvl6pPr lvl="5" algn="ctr" rtl="0">
              <a:spcBef>
                <a:spcPts val="0"/>
              </a:spcBef>
              <a:spcAft>
                <a:spcPts val="0"/>
              </a:spcAft>
              <a:buSzPts val="1400"/>
              <a:buNone/>
              <a:defRPr/>
            </a:lvl6pPr>
            <a:lvl7pPr lvl="6" algn="ctr" rtl="0">
              <a:spcBef>
                <a:spcPts val="0"/>
              </a:spcBef>
              <a:spcAft>
                <a:spcPts val="0"/>
              </a:spcAft>
              <a:buSzPts val="1400"/>
              <a:buNone/>
              <a:defRPr/>
            </a:lvl7pPr>
            <a:lvl8pPr lvl="7" algn="ctr" rtl="0">
              <a:spcBef>
                <a:spcPts val="0"/>
              </a:spcBef>
              <a:spcAft>
                <a:spcPts val="0"/>
              </a:spcAft>
              <a:buSzPts val="1400"/>
              <a:buNone/>
              <a:defRPr/>
            </a:lvl8pPr>
            <a:lvl9pPr lvl="8" algn="ctr" rtl="0">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3">
  <p:cSld name="CUSTOM_20_1_1_1_1">
    <p:spTree>
      <p:nvGrpSpPr>
        <p:cNvPr id="1" name="Shape 478"/>
        <p:cNvGrpSpPr/>
        <p:nvPr/>
      </p:nvGrpSpPr>
      <p:grpSpPr>
        <a:xfrm>
          <a:off x="0" y="0"/>
          <a:ext cx="0" cy="0"/>
          <a:chOff x="0" y="0"/>
          <a:chExt cx="0" cy="0"/>
        </a:xfrm>
      </p:grpSpPr>
      <p:sp>
        <p:nvSpPr>
          <p:cNvPr id="479" name="Google Shape;479;p29"/>
          <p:cNvSpPr/>
          <p:nvPr/>
        </p:nvSpPr>
        <p:spPr>
          <a:xfrm rot="-208266" flipH="1">
            <a:off x="466005" y="2041525"/>
            <a:ext cx="219287" cy="21932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9"/>
          <p:cNvSpPr/>
          <p:nvPr/>
        </p:nvSpPr>
        <p:spPr>
          <a:xfrm rot="-854982" flipH="1">
            <a:off x="243503" y="1640719"/>
            <a:ext cx="139733" cy="13975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9"/>
          <p:cNvSpPr/>
          <p:nvPr/>
        </p:nvSpPr>
        <p:spPr>
          <a:xfrm rot="157864">
            <a:off x="5576202" y="4321534"/>
            <a:ext cx="3672103" cy="953533"/>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accent4"/>
              </a:gs>
              <a:gs pos="100000">
                <a:schemeClr val="accent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9"/>
          <p:cNvSpPr/>
          <p:nvPr/>
        </p:nvSpPr>
        <p:spPr>
          <a:xfrm rot="-3062872" flipH="1">
            <a:off x="8556805" y="3452937"/>
            <a:ext cx="413802" cy="1040770"/>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3" name="Google Shape;483;p29"/>
          <p:cNvGrpSpPr/>
          <p:nvPr/>
        </p:nvGrpSpPr>
        <p:grpSpPr>
          <a:xfrm rot="10800000" flipH="1">
            <a:off x="6742026" y="4411693"/>
            <a:ext cx="576575" cy="524728"/>
            <a:chOff x="3089194" y="1815525"/>
            <a:chExt cx="616790" cy="561327"/>
          </a:xfrm>
        </p:grpSpPr>
        <p:sp>
          <p:nvSpPr>
            <p:cNvPr id="484" name="Google Shape;484;p29"/>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9"/>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6" name="Google Shape;486;p29"/>
          <p:cNvSpPr/>
          <p:nvPr/>
        </p:nvSpPr>
        <p:spPr>
          <a:xfrm rot="147442" flipH="1">
            <a:off x="447414" y="1194450"/>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7" name="Google Shape;487;p29"/>
          <p:cNvGrpSpPr/>
          <p:nvPr/>
        </p:nvGrpSpPr>
        <p:grpSpPr>
          <a:xfrm rot="-5982187" flipH="1">
            <a:off x="8416518" y="3865414"/>
            <a:ext cx="694394" cy="1247342"/>
            <a:chOff x="781275" y="4335125"/>
            <a:chExt cx="290050" cy="520975"/>
          </a:xfrm>
        </p:grpSpPr>
        <p:sp>
          <p:nvSpPr>
            <p:cNvPr id="488" name="Google Shape;488;p29"/>
            <p:cNvSpPr/>
            <p:nvPr/>
          </p:nvSpPr>
          <p:spPr>
            <a:xfrm>
              <a:off x="781275" y="4335125"/>
              <a:ext cx="290050" cy="496525"/>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9"/>
            <p:cNvSpPr/>
            <p:nvPr/>
          </p:nvSpPr>
          <p:spPr>
            <a:xfrm>
              <a:off x="810250" y="4385625"/>
              <a:ext cx="221100" cy="470475"/>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29"/>
          <p:cNvSpPr txBox="1">
            <a:spLocks noGrp="1"/>
          </p:cNvSpPr>
          <p:nvPr>
            <p:ph type="title"/>
          </p:nvPr>
        </p:nvSpPr>
        <p:spPr>
          <a:xfrm>
            <a:off x="4572000" y="1447753"/>
            <a:ext cx="3858900" cy="1058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lt2"/>
              </a:buClr>
              <a:buSzPts val="3100"/>
              <a:buNone/>
              <a:defRPr/>
            </a:lvl1pPr>
            <a:lvl2pPr lvl="1" rtl="0">
              <a:lnSpc>
                <a:spcPct val="100000"/>
              </a:lnSpc>
              <a:spcBef>
                <a:spcPts val="0"/>
              </a:spcBef>
              <a:spcAft>
                <a:spcPts val="0"/>
              </a:spcAft>
              <a:buClr>
                <a:schemeClr val="lt2"/>
              </a:buClr>
              <a:buSzPts val="2800"/>
              <a:buNone/>
              <a:defRPr>
                <a:solidFill>
                  <a:schemeClr val="lt2"/>
                </a:solidFill>
              </a:defRPr>
            </a:lvl2pPr>
            <a:lvl3pPr lvl="2" rtl="0">
              <a:lnSpc>
                <a:spcPct val="100000"/>
              </a:lnSpc>
              <a:spcBef>
                <a:spcPts val="0"/>
              </a:spcBef>
              <a:spcAft>
                <a:spcPts val="0"/>
              </a:spcAft>
              <a:buClr>
                <a:schemeClr val="lt2"/>
              </a:buClr>
              <a:buSzPts val="2800"/>
              <a:buNone/>
              <a:defRPr>
                <a:solidFill>
                  <a:schemeClr val="lt2"/>
                </a:solidFill>
              </a:defRPr>
            </a:lvl3pPr>
            <a:lvl4pPr lvl="3" rtl="0">
              <a:lnSpc>
                <a:spcPct val="100000"/>
              </a:lnSpc>
              <a:spcBef>
                <a:spcPts val="0"/>
              </a:spcBef>
              <a:spcAft>
                <a:spcPts val="0"/>
              </a:spcAft>
              <a:buClr>
                <a:schemeClr val="lt2"/>
              </a:buClr>
              <a:buSzPts val="2800"/>
              <a:buNone/>
              <a:defRPr>
                <a:solidFill>
                  <a:schemeClr val="lt2"/>
                </a:solidFill>
              </a:defRPr>
            </a:lvl4pPr>
            <a:lvl5pPr lvl="4" rtl="0">
              <a:lnSpc>
                <a:spcPct val="100000"/>
              </a:lnSpc>
              <a:spcBef>
                <a:spcPts val="0"/>
              </a:spcBef>
              <a:spcAft>
                <a:spcPts val="0"/>
              </a:spcAft>
              <a:buClr>
                <a:schemeClr val="lt2"/>
              </a:buClr>
              <a:buSzPts val="2800"/>
              <a:buNone/>
              <a:defRPr>
                <a:solidFill>
                  <a:schemeClr val="lt2"/>
                </a:solidFill>
              </a:defRPr>
            </a:lvl5pPr>
            <a:lvl6pPr lvl="5" rtl="0">
              <a:lnSpc>
                <a:spcPct val="100000"/>
              </a:lnSpc>
              <a:spcBef>
                <a:spcPts val="0"/>
              </a:spcBef>
              <a:spcAft>
                <a:spcPts val="0"/>
              </a:spcAft>
              <a:buClr>
                <a:schemeClr val="lt2"/>
              </a:buClr>
              <a:buSzPts val="2800"/>
              <a:buNone/>
              <a:defRPr>
                <a:solidFill>
                  <a:schemeClr val="lt2"/>
                </a:solidFill>
              </a:defRPr>
            </a:lvl6pPr>
            <a:lvl7pPr lvl="6" rtl="0">
              <a:lnSpc>
                <a:spcPct val="100000"/>
              </a:lnSpc>
              <a:spcBef>
                <a:spcPts val="0"/>
              </a:spcBef>
              <a:spcAft>
                <a:spcPts val="0"/>
              </a:spcAft>
              <a:buClr>
                <a:schemeClr val="lt2"/>
              </a:buClr>
              <a:buSzPts val="2800"/>
              <a:buNone/>
              <a:defRPr>
                <a:solidFill>
                  <a:schemeClr val="lt2"/>
                </a:solidFill>
              </a:defRPr>
            </a:lvl7pPr>
            <a:lvl8pPr lvl="7" rtl="0">
              <a:lnSpc>
                <a:spcPct val="100000"/>
              </a:lnSpc>
              <a:spcBef>
                <a:spcPts val="0"/>
              </a:spcBef>
              <a:spcAft>
                <a:spcPts val="0"/>
              </a:spcAft>
              <a:buClr>
                <a:schemeClr val="lt2"/>
              </a:buClr>
              <a:buSzPts val="2800"/>
              <a:buNone/>
              <a:defRPr>
                <a:solidFill>
                  <a:schemeClr val="lt2"/>
                </a:solidFill>
              </a:defRPr>
            </a:lvl8pPr>
            <a:lvl9pPr lvl="8" rtl="0">
              <a:lnSpc>
                <a:spcPct val="100000"/>
              </a:lnSpc>
              <a:spcBef>
                <a:spcPts val="0"/>
              </a:spcBef>
              <a:spcAft>
                <a:spcPts val="0"/>
              </a:spcAft>
              <a:buClr>
                <a:schemeClr val="lt2"/>
              </a:buClr>
              <a:buSzPts val="2800"/>
              <a:buNone/>
              <a:defRPr>
                <a:solidFill>
                  <a:schemeClr val="lt2"/>
                </a:solidFill>
              </a:defRPr>
            </a:lvl9pPr>
          </a:lstStyle>
          <a:p>
            <a:endParaRPr/>
          </a:p>
        </p:txBody>
      </p:sp>
      <p:sp>
        <p:nvSpPr>
          <p:cNvPr id="491" name="Google Shape;491;p29"/>
          <p:cNvSpPr txBox="1">
            <a:spLocks noGrp="1"/>
          </p:cNvSpPr>
          <p:nvPr>
            <p:ph type="body" idx="1"/>
          </p:nvPr>
        </p:nvSpPr>
        <p:spPr>
          <a:xfrm>
            <a:off x="4572000" y="2396699"/>
            <a:ext cx="3858900" cy="894600"/>
          </a:xfrm>
          <a:prstGeom prst="rect">
            <a:avLst/>
          </a:prstGeom>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Char char="●"/>
              <a:defRPr sz="1400" i="0"/>
            </a:lvl1pPr>
            <a:lvl2pPr marL="914400" lvl="1" indent="-304800" rtl="0">
              <a:lnSpc>
                <a:spcPct val="100000"/>
              </a:lnSpc>
              <a:spcBef>
                <a:spcPts val="0"/>
              </a:spcBef>
              <a:spcAft>
                <a:spcPts val="0"/>
              </a:spcAft>
              <a:buSzPts val="1200"/>
              <a:buChar char="○"/>
              <a:defRPr sz="1200"/>
            </a:lvl2pPr>
            <a:lvl3pPr marL="1371600" lvl="2" indent="-304800" rtl="0">
              <a:lnSpc>
                <a:spcPct val="100000"/>
              </a:lnSpc>
              <a:spcBef>
                <a:spcPts val="0"/>
              </a:spcBef>
              <a:spcAft>
                <a:spcPts val="0"/>
              </a:spcAft>
              <a:buSzPts val="1200"/>
              <a:buChar char="■"/>
              <a:defRPr sz="1200"/>
            </a:lvl3pPr>
            <a:lvl4pPr marL="1828800" lvl="3" indent="-304800" rtl="0">
              <a:lnSpc>
                <a:spcPct val="100000"/>
              </a:lnSpc>
              <a:spcBef>
                <a:spcPts val="0"/>
              </a:spcBef>
              <a:spcAft>
                <a:spcPts val="0"/>
              </a:spcAft>
              <a:buSzPts val="1200"/>
              <a:buChar char="●"/>
              <a:defRPr sz="1200"/>
            </a:lvl4pPr>
            <a:lvl5pPr marL="2286000" lvl="4" indent="-304800" rtl="0">
              <a:lnSpc>
                <a:spcPct val="100000"/>
              </a:lnSpc>
              <a:spcBef>
                <a:spcPts val="0"/>
              </a:spcBef>
              <a:spcAft>
                <a:spcPts val="0"/>
              </a:spcAft>
              <a:buSzPts val="1200"/>
              <a:buChar char="○"/>
              <a:defRPr sz="1200"/>
            </a:lvl5pPr>
            <a:lvl6pPr marL="2743200" lvl="5" indent="-304800" rtl="0">
              <a:lnSpc>
                <a:spcPct val="100000"/>
              </a:lnSpc>
              <a:spcBef>
                <a:spcPts val="0"/>
              </a:spcBef>
              <a:spcAft>
                <a:spcPts val="0"/>
              </a:spcAft>
              <a:buSzPts val="1200"/>
              <a:buChar char="■"/>
              <a:defRPr sz="1200"/>
            </a:lvl6pPr>
            <a:lvl7pPr marL="3200400" lvl="6" indent="-304800" rtl="0">
              <a:lnSpc>
                <a:spcPct val="100000"/>
              </a:lnSpc>
              <a:spcBef>
                <a:spcPts val="0"/>
              </a:spcBef>
              <a:spcAft>
                <a:spcPts val="0"/>
              </a:spcAft>
              <a:buSzPts val="1200"/>
              <a:buChar char="●"/>
              <a:defRPr sz="1200"/>
            </a:lvl7pPr>
            <a:lvl8pPr marL="3657600" lvl="7" indent="-304800" rtl="0">
              <a:lnSpc>
                <a:spcPct val="100000"/>
              </a:lnSpc>
              <a:spcBef>
                <a:spcPts val="0"/>
              </a:spcBef>
              <a:spcAft>
                <a:spcPts val="0"/>
              </a:spcAft>
              <a:buSzPts val="1200"/>
              <a:buChar char="○"/>
              <a:defRPr sz="1200"/>
            </a:lvl8pPr>
            <a:lvl9pPr marL="4114800" lvl="8" indent="-304800" rtl="0">
              <a:lnSpc>
                <a:spcPct val="100000"/>
              </a:lnSpc>
              <a:spcBef>
                <a:spcPts val="0"/>
              </a:spcBef>
              <a:spcAft>
                <a:spcPts val="0"/>
              </a:spcAft>
              <a:buSzPts val="1200"/>
              <a:buChar char="■"/>
              <a:defRPr sz="1200"/>
            </a:lvl9pPr>
          </a:lstStyle>
          <a:p>
            <a:endParaRPr/>
          </a:p>
        </p:txBody>
      </p:sp>
      <p:sp>
        <p:nvSpPr>
          <p:cNvPr id="492" name="Google Shape;492;p29"/>
          <p:cNvSpPr>
            <a:spLocks noGrp="1"/>
          </p:cNvSpPr>
          <p:nvPr>
            <p:ph type="pic" idx="2"/>
          </p:nvPr>
        </p:nvSpPr>
        <p:spPr>
          <a:xfrm flipH="1">
            <a:off x="814723" y="904325"/>
            <a:ext cx="3076800" cy="3498600"/>
          </a:xfrm>
          <a:prstGeom prst="rect">
            <a:avLst/>
          </a:prstGeom>
          <a:noFill/>
          <a:ln w="9525" cap="flat" cmpd="sng">
            <a:solidFill>
              <a:schemeClr val="dk1"/>
            </a:solidFill>
            <a:prstDash val="solid"/>
            <a:round/>
            <a:headEnd type="none" w="sm" len="sm"/>
            <a:tailEnd type="none" w="sm" len="sm"/>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anks">
  <p:cSld name="CUSTOM_10">
    <p:spTree>
      <p:nvGrpSpPr>
        <p:cNvPr id="1" name="Shape 527"/>
        <p:cNvGrpSpPr/>
        <p:nvPr/>
      </p:nvGrpSpPr>
      <p:grpSpPr>
        <a:xfrm>
          <a:off x="0" y="0"/>
          <a:ext cx="0" cy="0"/>
          <a:chOff x="0" y="0"/>
          <a:chExt cx="0" cy="0"/>
        </a:xfrm>
      </p:grpSpPr>
      <p:sp>
        <p:nvSpPr>
          <p:cNvPr id="528" name="Google Shape;528;p32"/>
          <p:cNvSpPr/>
          <p:nvPr/>
        </p:nvSpPr>
        <p:spPr>
          <a:xfrm>
            <a:off x="713250" y="4670675"/>
            <a:ext cx="7717500" cy="46500"/>
          </a:xfrm>
          <a:prstGeom prst="rect">
            <a:avLst/>
          </a:prstGeom>
          <a:gradFill>
            <a:gsLst>
              <a:gs pos="0">
                <a:schemeClr val="lt2"/>
              </a:gs>
              <a:gs pos="100000">
                <a:schemeClr val="accen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2"/>
          <p:cNvSpPr/>
          <p:nvPr/>
        </p:nvSpPr>
        <p:spPr>
          <a:xfrm rot="5400000" flipH="1">
            <a:off x="-1610041" y="1260058"/>
            <a:ext cx="4023646" cy="1188736"/>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dk2"/>
              </a:gs>
              <a:gs pos="100000">
                <a:schemeClr val="l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0" name="Google Shape;530;p32"/>
          <p:cNvGrpSpPr/>
          <p:nvPr/>
        </p:nvGrpSpPr>
        <p:grpSpPr>
          <a:xfrm>
            <a:off x="-470680" y="579787"/>
            <a:ext cx="4829198" cy="3344706"/>
            <a:chOff x="-300192" y="698329"/>
            <a:chExt cx="4706821" cy="3259948"/>
          </a:xfrm>
        </p:grpSpPr>
        <p:sp>
          <p:nvSpPr>
            <p:cNvPr id="531" name="Google Shape;531;p32"/>
            <p:cNvSpPr/>
            <p:nvPr/>
          </p:nvSpPr>
          <p:spPr>
            <a:xfrm rot="3683019">
              <a:off x="1573935" y="1107324"/>
              <a:ext cx="2381251" cy="2441957"/>
            </a:xfrm>
            <a:custGeom>
              <a:avLst/>
              <a:gdLst/>
              <a:ahLst/>
              <a:cxnLst/>
              <a:rect l="l" t="t" r="r" b="b"/>
              <a:pathLst>
                <a:path w="14447" h="14816" extrusionOk="0">
                  <a:moveTo>
                    <a:pt x="7593" y="0"/>
                  </a:moveTo>
                  <a:cubicBezTo>
                    <a:pt x="6518" y="0"/>
                    <a:pt x="5435" y="219"/>
                    <a:pt x="4442" y="654"/>
                  </a:cubicBezTo>
                  <a:cubicBezTo>
                    <a:pt x="2600" y="1461"/>
                    <a:pt x="1104" y="3062"/>
                    <a:pt x="499" y="4981"/>
                  </a:cubicBezTo>
                  <a:cubicBezTo>
                    <a:pt x="0" y="6560"/>
                    <a:pt x="102" y="8288"/>
                    <a:pt x="571" y="9877"/>
                  </a:cubicBezTo>
                  <a:cubicBezTo>
                    <a:pt x="1035" y="11451"/>
                    <a:pt x="1895" y="12964"/>
                    <a:pt x="3248" y="13890"/>
                  </a:cubicBezTo>
                  <a:cubicBezTo>
                    <a:pt x="4133" y="14496"/>
                    <a:pt x="5206" y="14816"/>
                    <a:pt x="6279" y="14816"/>
                  </a:cubicBezTo>
                  <a:cubicBezTo>
                    <a:pt x="6704" y="14816"/>
                    <a:pt x="7130" y="14765"/>
                    <a:pt x="7543" y="14662"/>
                  </a:cubicBezTo>
                  <a:cubicBezTo>
                    <a:pt x="9001" y="14299"/>
                    <a:pt x="10282" y="13290"/>
                    <a:pt x="10974" y="11964"/>
                  </a:cubicBezTo>
                  <a:cubicBezTo>
                    <a:pt x="11362" y="11218"/>
                    <a:pt x="11576" y="10383"/>
                    <a:pt x="12017" y="9670"/>
                  </a:cubicBezTo>
                  <a:cubicBezTo>
                    <a:pt x="12524" y="8850"/>
                    <a:pt x="13315" y="8227"/>
                    <a:pt x="13767" y="7377"/>
                  </a:cubicBezTo>
                  <a:cubicBezTo>
                    <a:pt x="14446" y="6108"/>
                    <a:pt x="14253" y="4499"/>
                    <a:pt x="13543" y="3248"/>
                  </a:cubicBezTo>
                  <a:cubicBezTo>
                    <a:pt x="12312" y="1072"/>
                    <a:pt x="9973" y="0"/>
                    <a:pt x="759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2"/>
            <p:cNvSpPr/>
            <p:nvPr/>
          </p:nvSpPr>
          <p:spPr>
            <a:xfrm flipH="1">
              <a:off x="698584" y="2319763"/>
              <a:ext cx="450419" cy="685389"/>
            </a:xfrm>
            <a:custGeom>
              <a:avLst/>
              <a:gdLst/>
              <a:ahLst/>
              <a:cxnLst/>
              <a:rect l="l" t="t" r="r" b="b"/>
              <a:pathLst>
                <a:path w="9483" h="14430" extrusionOk="0">
                  <a:moveTo>
                    <a:pt x="557" y="1"/>
                  </a:moveTo>
                  <a:cubicBezTo>
                    <a:pt x="557" y="1"/>
                    <a:pt x="0" y="2093"/>
                    <a:pt x="2573" y="8116"/>
                  </a:cubicBezTo>
                  <a:cubicBezTo>
                    <a:pt x="4328" y="12222"/>
                    <a:pt x="6357" y="14429"/>
                    <a:pt x="6357" y="14429"/>
                  </a:cubicBezTo>
                  <a:cubicBezTo>
                    <a:pt x="6357" y="14429"/>
                    <a:pt x="9482" y="9641"/>
                    <a:pt x="8138" y="5680"/>
                  </a:cubicBezTo>
                  <a:cubicBezTo>
                    <a:pt x="6796" y="1718"/>
                    <a:pt x="557" y="1"/>
                    <a:pt x="5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2"/>
            <p:cNvSpPr/>
            <p:nvPr/>
          </p:nvSpPr>
          <p:spPr>
            <a:xfrm flipH="1">
              <a:off x="1910042" y="3125838"/>
              <a:ext cx="615710" cy="432370"/>
            </a:xfrm>
            <a:custGeom>
              <a:avLst/>
              <a:gdLst/>
              <a:ahLst/>
              <a:cxnLst/>
              <a:rect l="l" t="t" r="r" b="b"/>
              <a:pathLst>
                <a:path w="12963" h="9103" extrusionOk="0">
                  <a:moveTo>
                    <a:pt x="10227" y="1"/>
                  </a:moveTo>
                  <a:cubicBezTo>
                    <a:pt x="9793" y="1"/>
                    <a:pt x="9394" y="72"/>
                    <a:pt x="9109" y="264"/>
                  </a:cubicBezTo>
                  <a:cubicBezTo>
                    <a:pt x="8015" y="1000"/>
                    <a:pt x="1513" y="4799"/>
                    <a:pt x="757" y="6578"/>
                  </a:cubicBezTo>
                  <a:cubicBezTo>
                    <a:pt x="1" y="8356"/>
                    <a:pt x="1920" y="9102"/>
                    <a:pt x="1920" y="9102"/>
                  </a:cubicBezTo>
                  <a:cubicBezTo>
                    <a:pt x="1920" y="9102"/>
                    <a:pt x="4951" y="6237"/>
                    <a:pt x="5947" y="5338"/>
                  </a:cubicBezTo>
                  <a:cubicBezTo>
                    <a:pt x="6945" y="4441"/>
                    <a:pt x="11694" y="1264"/>
                    <a:pt x="12962" y="569"/>
                  </a:cubicBezTo>
                  <a:cubicBezTo>
                    <a:pt x="12962" y="569"/>
                    <a:pt x="11455" y="1"/>
                    <a:pt x="10227" y="1"/>
                  </a:cubicBezTo>
                  <a:close/>
                </a:path>
              </a:pathLst>
            </a:custGeom>
            <a:solidFill>
              <a:srgbClr val="F9BA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2"/>
            <p:cNvSpPr/>
            <p:nvPr/>
          </p:nvSpPr>
          <p:spPr>
            <a:xfrm flipH="1">
              <a:off x="-66252" y="1969114"/>
              <a:ext cx="3418158" cy="1745866"/>
            </a:xfrm>
            <a:custGeom>
              <a:avLst/>
              <a:gdLst/>
              <a:ahLst/>
              <a:cxnLst/>
              <a:rect l="l" t="t" r="r" b="b"/>
              <a:pathLst>
                <a:path w="71965" h="36757" extrusionOk="0">
                  <a:moveTo>
                    <a:pt x="64189" y="0"/>
                  </a:moveTo>
                  <a:cubicBezTo>
                    <a:pt x="64189" y="0"/>
                    <a:pt x="49123" y="6863"/>
                    <a:pt x="46556" y="7833"/>
                  </a:cubicBezTo>
                  <a:cubicBezTo>
                    <a:pt x="44325" y="8675"/>
                    <a:pt x="39911" y="9569"/>
                    <a:pt x="37647" y="9569"/>
                  </a:cubicBezTo>
                  <a:cubicBezTo>
                    <a:pt x="37305" y="9569"/>
                    <a:pt x="37012" y="9549"/>
                    <a:pt x="36782" y="9505"/>
                  </a:cubicBezTo>
                  <a:cubicBezTo>
                    <a:pt x="35150" y="9192"/>
                    <a:pt x="32921" y="7892"/>
                    <a:pt x="30878" y="7892"/>
                  </a:cubicBezTo>
                  <a:cubicBezTo>
                    <a:pt x="30737" y="7892"/>
                    <a:pt x="30597" y="7898"/>
                    <a:pt x="30458" y="7911"/>
                  </a:cubicBezTo>
                  <a:cubicBezTo>
                    <a:pt x="28306" y="8115"/>
                    <a:pt x="25939" y="8449"/>
                    <a:pt x="24144" y="8878"/>
                  </a:cubicBezTo>
                  <a:cubicBezTo>
                    <a:pt x="23949" y="8924"/>
                    <a:pt x="23730" y="8946"/>
                    <a:pt x="23491" y="8946"/>
                  </a:cubicBezTo>
                  <a:cubicBezTo>
                    <a:pt x="21525" y="8946"/>
                    <a:pt x="18244" y="7519"/>
                    <a:pt x="16678" y="7094"/>
                  </a:cubicBezTo>
                  <a:cubicBezTo>
                    <a:pt x="14923" y="6619"/>
                    <a:pt x="12738" y="5668"/>
                    <a:pt x="12738" y="5668"/>
                  </a:cubicBezTo>
                  <a:lnTo>
                    <a:pt x="12738" y="5668"/>
                  </a:lnTo>
                  <a:cubicBezTo>
                    <a:pt x="12738" y="5668"/>
                    <a:pt x="12222" y="7010"/>
                    <a:pt x="13263" y="8725"/>
                  </a:cubicBezTo>
                  <a:cubicBezTo>
                    <a:pt x="14305" y="10442"/>
                    <a:pt x="16517" y="11670"/>
                    <a:pt x="17594" y="12114"/>
                  </a:cubicBezTo>
                  <a:cubicBezTo>
                    <a:pt x="18671" y="12561"/>
                    <a:pt x="22108" y="13264"/>
                    <a:pt x="22799" y="13801"/>
                  </a:cubicBezTo>
                  <a:cubicBezTo>
                    <a:pt x="23489" y="14335"/>
                    <a:pt x="24325" y="15591"/>
                    <a:pt x="23817" y="17293"/>
                  </a:cubicBezTo>
                  <a:cubicBezTo>
                    <a:pt x="23380" y="18755"/>
                    <a:pt x="22631" y="19163"/>
                    <a:pt x="21957" y="19163"/>
                  </a:cubicBezTo>
                  <a:cubicBezTo>
                    <a:pt x="21845" y="19163"/>
                    <a:pt x="21736" y="19152"/>
                    <a:pt x="21630" y="19132"/>
                  </a:cubicBezTo>
                  <a:cubicBezTo>
                    <a:pt x="21487" y="19106"/>
                    <a:pt x="21333" y="19096"/>
                    <a:pt x="21176" y="19096"/>
                  </a:cubicBezTo>
                  <a:cubicBezTo>
                    <a:pt x="20514" y="19096"/>
                    <a:pt x="19813" y="19282"/>
                    <a:pt x="19813" y="19282"/>
                  </a:cubicBezTo>
                  <a:cubicBezTo>
                    <a:pt x="19813" y="19282"/>
                    <a:pt x="19594" y="18680"/>
                    <a:pt x="18699" y="18049"/>
                  </a:cubicBezTo>
                  <a:cubicBezTo>
                    <a:pt x="17803" y="17420"/>
                    <a:pt x="16554" y="17296"/>
                    <a:pt x="16554" y="17296"/>
                  </a:cubicBezTo>
                  <a:cubicBezTo>
                    <a:pt x="16554" y="17296"/>
                    <a:pt x="16668" y="15908"/>
                    <a:pt x="16480" y="15358"/>
                  </a:cubicBezTo>
                  <a:cubicBezTo>
                    <a:pt x="16294" y="14811"/>
                    <a:pt x="16221" y="13240"/>
                    <a:pt x="15028" y="11030"/>
                  </a:cubicBezTo>
                  <a:cubicBezTo>
                    <a:pt x="13834" y="8817"/>
                    <a:pt x="11518" y="8754"/>
                    <a:pt x="11518" y="8754"/>
                  </a:cubicBezTo>
                  <a:lnTo>
                    <a:pt x="11518" y="8754"/>
                  </a:lnTo>
                  <a:cubicBezTo>
                    <a:pt x="11518" y="8754"/>
                    <a:pt x="12060" y="11582"/>
                    <a:pt x="12214" y="12442"/>
                  </a:cubicBezTo>
                  <a:cubicBezTo>
                    <a:pt x="12369" y="13301"/>
                    <a:pt x="12975" y="18292"/>
                    <a:pt x="12957" y="19477"/>
                  </a:cubicBezTo>
                  <a:cubicBezTo>
                    <a:pt x="12941" y="20659"/>
                    <a:pt x="16381" y="22095"/>
                    <a:pt x="17470" y="22683"/>
                  </a:cubicBezTo>
                  <a:cubicBezTo>
                    <a:pt x="17726" y="22821"/>
                    <a:pt x="18136" y="23062"/>
                    <a:pt x="18626" y="23366"/>
                  </a:cubicBezTo>
                  <a:cubicBezTo>
                    <a:pt x="16639" y="23773"/>
                    <a:pt x="13109" y="24369"/>
                    <a:pt x="12136" y="24670"/>
                  </a:cubicBezTo>
                  <a:cubicBezTo>
                    <a:pt x="10893" y="25057"/>
                    <a:pt x="6226" y="24954"/>
                    <a:pt x="3107" y="25377"/>
                  </a:cubicBezTo>
                  <a:cubicBezTo>
                    <a:pt x="1" y="25801"/>
                    <a:pt x="140" y="28695"/>
                    <a:pt x="419" y="28695"/>
                  </a:cubicBezTo>
                  <a:cubicBezTo>
                    <a:pt x="420" y="28695"/>
                    <a:pt x="421" y="28695"/>
                    <a:pt x="422" y="28695"/>
                  </a:cubicBezTo>
                  <a:cubicBezTo>
                    <a:pt x="701" y="28670"/>
                    <a:pt x="5415" y="28455"/>
                    <a:pt x="6306" y="28354"/>
                  </a:cubicBezTo>
                  <a:cubicBezTo>
                    <a:pt x="6374" y="28347"/>
                    <a:pt x="6471" y="28343"/>
                    <a:pt x="6591" y="28343"/>
                  </a:cubicBezTo>
                  <a:cubicBezTo>
                    <a:pt x="8038" y="28343"/>
                    <a:pt x="12924" y="28869"/>
                    <a:pt x="13789" y="28954"/>
                  </a:cubicBezTo>
                  <a:cubicBezTo>
                    <a:pt x="13849" y="28959"/>
                    <a:pt x="13918" y="28962"/>
                    <a:pt x="13994" y="28962"/>
                  </a:cubicBezTo>
                  <a:cubicBezTo>
                    <a:pt x="14422" y="28962"/>
                    <a:pt x="15094" y="28875"/>
                    <a:pt x="15800" y="28763"/>
                  </a:cubicBezTo>
                  <a:lnTo>
                    <a:pt x="15800" y="28763"/>
                  </a:lnTo>
                  <a:cubicBezTo>
                    <a:pt x="15193" y="29154"/>
                    <a:pt x="14621" y="29525"/>
                    <a:pt x="14222" y="29792"/>
                  </a:cubicBezTo>
                  <a:cubicBezTo>
                    <a:pt x="13021" y="30594"/>
                    <a:pt x="10198" y="31867"/>
                    <a:pt x="8000" y="33567"/>
                  </a:cubicBezTo>
                  <a:cubicBezTo>
                    <a:pt x="5803" y="35268"/>
                    <a:pt x="7219" y="36757"/>
                    <a:pt x="7219" y="36757"/>
                  </a:cubicBezTo>
                  <a:cubicBezTo>
                    <a:pt x="7219" y="36757"/>
                    <a:pt x="10782" y="34888"/>
                    <a:pt x="11620" y="34454"/>
                  </a:cubicBezTo>
                  <a:cubicBezTo>
                    <a:pt x="12459" y="34019"/>
                    <a:pt x="16035" y="32657"/>
                    <a:pt x="16938" y="32331"/>
                  </a:cubicBezTo>
                  <a:cubicBezTo>
                    <a:pt x="17841" y="32004"/>
                    <a:pt x="19708" y="30724"/>
                    <a:pt x="20211" y="30346"/>
                  </a:cubicBezTo>
                  <a:cubicBezTo>
                    <a:pt x="20670" y="30000"/>
                    <a:pt x="23414" y="28269"/>
                    <a:pt x="24589" y="27657"/>
                  </a:cubicBezTo>
                  <a:cubicBezTo>
                    <a:pt x="25091" y="27918"/>
                    <a:pt x="25602" y="28029"/>
                    <a:pt x="26059" y="28029"/>
                  </a:cubicBezTo>
                  <a:cubicBezTo>
                    <a:pt x="26579" y="28029"/>
                    <a:pt x="27028" y="27885"/>
                    <a:pt x="27312" y="27652"/>
                  </a:cubicBezTo>
                  <a:cubicBezTo>
                    <a:pt x="27997" y="27090"/>
                    <a:pt x="31439" y="25144"/>
                    <a:pt x="32461" y="24529"/>
                  </a:cubicBezTo>
                  <a:cubicBezTo>
                    <a:pt x="34503" y="23301"/>
                    <a:pt x="39836" y="20351"/>
                    <a:pt x="42060" y="19662"/>
                  </a:cubicBezTo>
                  <a:cubicBezTo>
                    <a:pt x="44285" y="18974"/>
                    <a:pt x="46874" y="18283"/>
                    <a:pt x="48251" y="18256"/>
                  </a:cubicBezTo>
                  <a:cubicBezTo>
                    <a:pt x="49629" y="18227"/>
                    <a:pt x="52688" y="16373"/>
                    <a:pt x="55407" y="15896"/>
                  </a:cubicBezTo>
                  <a:cubicBezTo>
                    <a:pt x="58127" y="15421"/>
                    <a:pt x="71964" y="12825"/>
                    <a:pt x="71964" y="12825"/>
                  </a:cubicBezTo>
                  <a:lnTo>
                    <a:pt x="64189" y="0"/>
                  </a:ln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2"/>
            <p:cNvSpPr/>
            <p:nvPr/>
          </p:nvSpPr>
          <p:spPr>
            <a:xfrm flipH="1">
              <a:off x="2134599" y="2399050"/>
              <a:ext cx="909530" cy="1293832"/>
            </a:xfrm>
            <a:custGeom>
              <a:avLst/>
              <a:gdLst/>
              <a:ahLst/>
              <a:cxnLst/>
              <a:rect l="l" t="t" r="r" b="b"/>
              <a:pathLst>
                <a:path w="19149" h="27240" extrusionOk="0">
                  <a:moveTo>
                    <a:pt x="6322" y="0"/>
                  </a:moveTo>
                  <a:lnTo>
                    <a:pt x="6322" y="0"/>
                  </a:lnTo>
                  <a:cubicBezTo>
                    <a:pt x="7520" y="1495"/>
                    <a:pt x="8395" y="3385"/>
                    <a:pt x="8642" y="5274"/>
                  </a:cubicBezTo>
                  <a:cubicBezTo>
                    <a:pt x="8789" y="6398"/>
                    <a:pt x="8504" y="7218"/>
                    <a:pt x="8280" y="8305"/>
                  </a:cubicBezTo>
                  <a:cubicBezTo>
                    <a:pt x="8110" y="9132"/>
                    <a:pt x="8233" y="9286"/>
                    <a:pt x="8531" y="9286"/>
                  </a:cubicBezTo>
                  <a:cubicBezTo>
                    <a:pt x="8708" y="9286"/>
                    <a:pt x="8945" y="9232"/>
                    <a:pt x="9220" y="9232"/>
                  </a:cubicBezTo>
                  <a:cubicBezTo>
                    <a:pt x="9377" y="9232"/>
                    <a:pt x="9547" y="9250"/>
                    <a:pt x="9724" y="9305"/>
                  </a:cubicBezTo>
                  <a:cubicBezTo>
                    <a:pt x="10836" y="9656"/>
                    <a:pt x="10801" y="10777"/>
                    <a:pt x="11570" y="11398"/>
                  </a:cubicBezTo>
                  <a:cubicBezTo>
                    <a:pt x="11735" y="11530"/>
                    <a:pt x="11932" y="11572"/>
                    <a:pt x="12148" y="11572"/>
                  </a:cubicBezTo>
                  <a:cubicBezTo>
                    <a:pt x="12524" y="11572"/>
                    <a:pt x="12961" y="11445"/>
                    <a:pt x="13400" y="11445"/>
                  </a:cubicBezTo>
                  <a:cubicBezTo>
                    <a:pt x="13569" y="11445"/>
                    <a:pt x="13739" y="11464"/>
                    <a:pt x="13905" y="11517"/>
                  </a:cubicBezTo>
                  <a:cubicBezTo>
                    <a:pt x="14394" y="11671"/>
                    <a:pt x="14839" y="11788"/>
                    <a:pt x="15248" y="11788"/>
                  </a:cubicBezTo>
                  <a:cubicBezTo>
                    <a:pt x="15795" y="11788"/>
                    <a:pt x="16280" y="11580"/>
                    <a:pt x="16726" y="10980"/>
                  </a:cubicBezTo>
                  <a:cubicBezTo>
                    <a:pt x="17273" y="10246"/>
                    <a:pt x="17454" y="9563"/>
                    <a:pt x="17008" y="9067"/>
                  </a:cubicBezTo>
                  <a:lnTo>
                    <a:pt x="17008" y="9067"/>
                  </a:lnTo>
                  <a:cubicBezTo>
                    <a:pt x="16574" y="9865"/>
                    <a:pt x="16003" y="10112"/>
                    <a:pt x="15479" y="10112"/>
                  </a:cubicBezTo>
                  <a:cubicBezTo>
                    <a:pt x="15368" y="10112"/>
                    <a:pt x="15259" y="10101"/>
                    <a:pt x="15154" y="10082"/>
                  </a:cubicBezTo>
                  <a:cubicBezTo>
                    <a:pt x="15011" y="10056"/>
                    <a:pt x="14855" y="10045"/>
                    <a:pt x="14698" y="10045"/>
                  </a:cubicBezTo>
                  <a:cubicBezTo>
                    <a:pt x="14036" y="10045"/>
                    <a:pt x="13337" y="10230"/>
                    <a:pt x="13337" y="10230"/>
                  </a:cubicBezTo>
                  <a:cubicBezTo>
                    <a:pt x="13337" y="10230"/>
                    <a:pt x="13119" y="9628"/>
                    <a:pt x="12222" y="8999"/>
                  </a:cubicBezTo>
                  <a:cubicBezTo>
                    <a:pt x="11326" y="8368"/>
                    <a:pt x="10077" y="8244"/>
                    <a:pt x="10077" y="8244"/>
                  </a:cubicBezTo>
                  <a:cubicBezTo>
                    <a:pt x="10077" y="8244"/>
                    <a:pt x="10189" y="6856"/>
                    <a:pt x="10003" y="6306"/>
                  </a:cubicBezTo>
                  <a:cubicBezTo>
                    <a:pt x="9818" y="5759"/>
                    <a:pt x="9746" y="4189"/>
                    <a:pt x="8551" y="1978"/>
                  </a:cubicBezTo>
                  <a:cubicBezTo>
                    <a:pt x="7946" y="858"/>
                    <a:pt x="7053" y="288"/>
                    <a:pt x="6322" y="0"/>
                  </a:cubicBezTo>
                  <a:close/>
                  <a:moveTo>
                    <a:pt x="12087" y="14291"/>
                  </a:moveTo>
                  <a:lnTo>
                    <a:pt x="9759" y="14774"/>
                  </a:lnTo>
                  <a:lnTo>
                    <a:pt x="16828" y="17594"/>
                  </a:lnTo>
                  <a:cubicBezTo>
                    <a:pt x="16054" y="16700"/>
                    <a:pt x="12087" y="14291"/>
                    <a:pt x="12087" y="14291"/>
                  </a:cubicBezTo>
                  <a:close/>
                  <a:moveTo>
                    <a:pt x="18177" y="18640"/>
                  </a:moveTo>
                  <a:cubicBezTo>
                    <a:pt x="18177" y="18640"/>
                    <a:pt x="16508" y="19500"/>
                    <a:pt x="15465" y="20163"/>
                  </a:cubicBezTo>
                  <a:cubicBezTo>
                    <a:pt x="15465" y="20163"/>
                    <a:pt x="15465" y="20163"/>
                    <a:pt x="15465" y="20163"/>
                  </a:cubicBezTo>
                  <a:cubicBezTo>
                    <a:pt x="15463" y="20163"/>
                    <a:pt x="11983" y="22492"/>
                    <a:pt x="11492" y="22761"/>
                  </a:cubicBezTo>
                  <a:cubicBezTo>
                    <a:pt x="11492" y="22761"/>
                    <a:pt x="11637" y="24032"/>
                    <a:pt x="12831" y="24406"/>
                  </a:cubicBezTo>
                  <a:cubicBezTo>
                    <a:pt x="12831" y="24406"/>
                    <a:pt x="17508" y="19840"/>
                    <a:pt x="19148" y="18945"/>
                  </a:cubicBezTo>
                  <a:lnTo>
                    <a:pt x="19148" y="18945"/>
                  </a:lnTo>
                  <a:cubicBezTo>
                    <a:pt x="19148" y="18945"/>
                    <a:pt x="19138" y="18946"/>
                    <a:pt x="19119" y="18946"/>
                  </a:cubicBezTo>
                  <a:cubicBezTo>
                    <a:pt x="19016" y="18946"/>
                    <a:pt x="18644" y="18924"/>
                    <a:pt x="18177" y="18640"/>
                  </a:cubicBezTo>
                  <a:close/>
                  <a:moveTo>
                    <a:pt x="16413" y="18437"/>
                  </a:moveTo>
                  <a:cubicBezTo>
                    <a:pt x="16413" y="18438"/>
                    <a:pt x="10856" y="19521"/>
                    <a:pt x="9324" y="19710"/>
                  </a:cubicBezTo>
                  <a:cubicBezTo>
                    <a:pt x="9324" y="19710"/>
                    <a:pt x="6700" y="21360"/>
                    <a:pt x="6022" y="21731"/>
                  </a:cubicBezTo>
                  <a:cubicBezTo>
                    <a:pt x="6022" y="21731"/>
                    <a:pt x="1360" y="24144"/>
                    <a:pt x="601" y="25493"/>
                  </a:cubicBezTo>
                  <a:cubicBezTo>
                    <a:pt x="0" y="26556"/>
                    <a:pt x="349" y="27045"/>
                    <a:pt x="450" y="27239"/>
                  </a:cubicBezTo>
                  <a:cubicBezTo>
                    <a:pt x="450" y="27239"/>
                    <a:pt x="1642" y="25610"/>
                    <a:pt x="3407" y="24682"/>
                  </a:cubicBezTo>
                  <a:cubicBezTo>
                    <a:pt x="5173" y="23756"/>
                    <a:pt x="6863" y="22849"/>
                    <a:pt x="6863" y="22849"/>
                  </a:cubicBezTo>
                  <a:cubicBezTo>
                    <a:pt x="6863" y="22849"/>
                    <a:pt x="16150" y="18669"/>
                    <a:pt x="16413" y="18437"/>
                  </a:cubicBez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2"/>
            <p:cNvSpPr/>
            <p:nvPr/>
          </p:nvSpPr>
          <p:spPr>
            <a:xfrm flipH="1">
              <a:off x="174871" y="1969114"/>
              <a:ext cx="1992425" cy="575765"/>
            </a:xfrm>
            <a:custGeom>
              <a:avLst/>
              <a:gdLst/>
              <a:ahLst/>
              <a:cxnLst/>
              <a:rect l="l" t="t" r="r" b="b"/>
              <a:pathLst>
                <a:path w="41948" h="12122" extrusionOk="0">
                  <a:moveTo>
                    <a:pt x="39248" y="0"/>
                  </a:moveTo>
                  <a:cubicBezTo>
                    <a:pt x="39248" y="0"/>
                    <a:pt x="24182" y="6863"/>
                    <a:pt x="21615" y="7833"/>
                  </a:cubicBezTo>
                  <a:cubicBezTo>
                    <a:pt x="19384" y="8675"/>
                    <a:pt x="14970" y="9569"/>
                    <a:pt x="12706" y="9569"/>
                  </a:cubicBezTo>
                  <a:cubicBezTo>
                    <a:pt x="12364" y="9569"/>
                    <a:pt x="12071" y="9549"/>
                    <a:pt x="11841" y="9505"/>
                  </a:cubicBezTo>
                  <a:cubicBezTo>
                    <a:pt x="10209" y="9192"/>
                    <a:pt x="7980" y="7892"/>
                    <a:pt x="5937" y="7892"/>
                  </a:cubicBezTo>
                  <a:cubicBezTo>
                    <a:pt x="5796" y="7892"/>
                    <a:pt x="5656" y="7898"/>
                    <a:pt x="5517" y="7911"/>
                  </a:cubicBezTo>
                  <a:cubicBezTo>
                    <a:pt x="3671" y="8086"/>
                    <a:pt x="1667" y="8356"/>
                    <a:pt x="1" y="8702"/>
                  </a:cubicBezTo>
                  <a:cubicBezTo>
                    <a:pt x="944" y="8798"/>
                    <a:pt x="1952" y="8717"/>
                    <a:pt x="2853" y="8853"/>
                  </a:cubicBezTo>
                  <a:cubicBezTo>
                    <a:pt x="4553" y="9114"/>
                    <a:pt x="6532" y="9519"/>
                    <a:pt x="8066" y="10271"/>
                  </a:cubicBezTo>
                  <a:cubicBezTo>
                    <a:pt x="10184" y="11313"/>
                    <a:pt x="12178" y="12122"/>
                    <a:pt x="14320" y="12122"/>
                  </a:cubicBezTo>
                  <a:cubicBezTo>
                    <a:pt x="15412" y="12122"/>
                    <a:pt x="16543" y="11911"/>
                    <a:pt x="17747" y="11414"/>
                  </a:cubicBezTo>
                  <a:cubicBezTo>
                    <a:pt x="22714" y="9359"/>
                    <a:pt x="27785" y="7863"/>
                    <a:pt x="32891" y="6175"/>
                  </a:cubicBezTo>
                  <a:cubicBezTo>
                    <a:pt x="35941" y="5169"/>
                    <a:pt x="39707" y="4873"/>
                    <a:pt x="41947" y="4454"/>
                  </a:cubicBezTo>
                  <a:lnTo>
                    <a:pt x="39248" y="0"/>
                  </a:ln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2"/>
            <p:cNvSpPr/>
            <p:nvPr/>
          </p:nvSpPr>
          <p:spPr>
            <a:xfrm flipH="1">
              <a:off x="-300192" y="1779541"/>
              <a:ext cx="1422693" cy="1225625"/>
            </a:xfrm>
            <a:custGeom>
              <a:avLst/>
              <a:gdLst/>
              <a:ahLst/>
              <a:cxnLst/>
              <a:rect l="l" t="t" r="r" b="b"/>
              <a:pathLst>
                <a:path w="29953" h="25804" extrusionOk="0">
                  <a:moveTo>
                    <a:pt x="24830" y="1"/>
                  </a:moveTo>
                  <a:lnTo>
                    <a:pt x="0" y="11375"/>
                  </a:lnTo>
                  <a:cubicBezTo>
                    <a:pt x="0" y="11375"/>
                    <a:pt x="4346" y="15069"/>
                    <a:pt x="5784" y="18659"/>
                  </a:cubicBezTo>
                  <a:cubicBezTo>
                    <a:pt x="7220" y="22248"/>
                    <a:pt x="5799" y="25803"/>
                    <a:pt x="5799" y="25803"/>
                  </a:cubicBezTo>
                  <a:lnTo>
                    <a:pt x="29952" y="20623"/>
                  </a:lnTo>
                  <a:lnTo>
                    <a:pt x="24830"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2"/>
            <p:cNvSpPr/>
            <p:nvPr/>
          </p:nvSpPr>
          <p:spPr>
            <a:xfrm flipH="1">
              <a:off x="2004586" y="1537325"/>
              <a:ext cx="1598338" cy="1201544"/>
            </a:xfrm>
            <a:custGeom>
              <a:avLst/>
              <a:gdLst/>
              <a:ahLst/>
              <a:cxnLst/>
              <a:rect l="l" t="t" r="r" b="b"/>
              <a:pathLst>
                <a:path w="33651" h="25297" extrusionOk="0">
                  <a:moveTo>
                    <a:pt x="16906" y="0"/>
                  </a:moveTo>
                  <a:cubicBezTo>
                    <a:pt x="14530" y="0"/>
                    <a:pt x="12595" y="1816"/>
                    <a:pt x="12579" y="4073"/>
                  </a:cubicBezTo>
                  <a:cubicBezTo>
                    <a:pt x="12575" y="5037"/>
                    <a:pt x="12920" y="5923"/>
                    <a:pt x="13501" y="6626"/>
                  </a:cubicBezTo>
                  <a:lnTo>
                    <a:pt x="7095" y="6581"/>
                  </a:lnTo>
                  <a:lnTo>
                    <a:pt x="7053" y="12656"/>
                  </a:lnTo>
                  <a:cubicBezTo>
                    <a:pt x="6319" y="12097"/>
                    <a:pt x="5388" y="11755"/>
                    <a:pt x="4372" y="11748"/>
                  </a:cubicBezTo>
                  <a:cubicBezTo>
                    <a:pt x="4362" y="11748"/>
                    <a:pt x="4351" y="11748"/>
                    <a:pt x="4341" y="11748"/>
                  </a:cubicBezTo>
                  <a:cubicBezTo>
                    <a:pt x="1968" y="11748"/>
                    <a:pt x="35" y="13565"/>
                    <a:pt x="16" y="15820"/>
                  </a:cubicBezTo>
                  <a:cubicBezTo>
                    <a:pt x="0" y="18087"/>
                    <a:pt x="1925" y="19938"/>
                    <a:pt x="4314" y="19954"/>
                  </a:cubicBezTo>
                  <a:cubicBezTo>
                    <a:pt x="4325" y="19954"/>
                    <a:pt x="4336" y="19954"/>
                    <a:pt x="4347" y="19954"/>
                  </a:cubicBezTo>
                  <a:cubicBezTo>
                    <a:pt x="5351" y="19954"/>
                    <a:pt x="6275" y="19628"/>
                    <a:pt x="7008" y="19083"/>
                  </a:cubicBezTo>
                  <a:lnTo>
                    <a:pt x="7008" y="19083"/>
                  </a:lnTo>
                  <a:lnTo>
                    <a:pt x="6966" y="25159"/>
                  </a:lnTo>
                  <a:lnTo>
                    <a:pt x="13372" y="25204"/>
                  </a:lnTo>
                  <a:cubicBezTo>
                    <a:pt x="12790" y="24500"/>
                    <a:pt x="12444" y="23613"/>
                    <a:pt x="12452" y="22651"/>
                  </a:cubicBezTo>
                  <a:cubicBezTo>
                    <a:pt x="12467" y="20395"/>
                    <a:pt x="14399" y="18578"/>
                    <a:pt x="16773" y="18578"/>
                  </a:cubicBezTo>
                  <a:cubicBezTo>
                    <a:pt x="16785" y="18578"/>
                    <a:pt x="16796" y="18578"/>
                    <a:pt x="16807" y="18578"/>
                  </a:cubicBezTo>
                  <a:cubicBezTo>
                    <a:pt x="19198" y="18594"/>
                    <a:pt x="21121" y="20444"/>
                    <a:pt x="21105" y="22710"/>
                  </a:cubicBezTo>
                  <a:cubicBezTo>
                    <a:pt x="21099" y="23674"/>
                    <a:pt x="20740" y="24555"/>
                    <a:pt x="20150" y="25252"/>
                  </a:cubicBezTo>
                  <a:lnTo>
                    <a:pt x="26556" y="25297"/>
                  </a:lnTo>
                  <a:lnTo>
                    <a:pt x="26598" y="19221"/>
                  </a:lnTo>
                  <a:cubicBezTo>
                    <a:pt x="27332" y="19782"/>
                    <a:pt x="28263" y="20122"/>
                    <a:pt x="29278" y="20130"/>
                  </a:cubicBezTo>
                  <a:cubicBezTo>
                    <a:pt x="29288" y="20130"/>
                    <a:pt x="29298" y="20130"/>
                    <a:pt x="29309" y="20130"/>
                  </a:cubicBezTo>
                  <a:cubicBezTo>
                    <a:pt x="31685" y="20130"/>
                    <a:pt x="33617" y="18314"/>
                    <a:pt x="33635" y="16057"/>
                  </a:cubicBezTo>
                  <a:cubicBezTo>
                    <a:pt x="33651" y="13791"/>
                    <a:pt x="31726" y="11941"/>
                    <a:pt x="29336" y="11924"/>
                  </a:cubicBezTo>
                  <a:cubicBezTo>
                    <a:pt x="29325" y="11924"/>
                    <a:pt x="29314" y="11924"/>
                    <a:pt x="29303" y="11924"/>
                  </a:cubicBezTo>
                  <a:cubicBezTo>
                    <a:pt x="28300" y="11924"/>
                    <a:pt x="27376" y="12250"/>
                    <a:pt x="26643" y="12795"/>
                  </a:cubicBezTo>
                  <a:lnTo>
                    <a:pt x="26685" y="6719"/>
                  </a:lnTo>
                  <a:lnTo>
                    <a:pt x="20278" y="6674"/>
                  </a:lnTo>
                  <a:cubicBezTo>
                    <a:pt x="20870" y="5977"/>
                    <a:pt x="21227" y="5096"/>
                    <a:pt x="21235" y="4132"/>
                  </a:cubicBezTo>
                  <a:cubicBezTo>
                    <a:pt x="21251" y="1867"/>
                    <a:pt x="19326" y="16"/>
                    <a:pt x="16937" y="0"/>
                  </a:cubicBezTo>
                  <a:cubicBezTo>
                    <a:pt x="16926" y="0"/>
                    <a:pt x="16916" y="0"/>
                    <a:pt x="16906" y="0"/>
                  </a:cubicBezTo>
                  <a:close/>
                </a:path>
              </a:pathLst>
            </a:cu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2"/>
            <p:cNvSpPr/>
            <p:nvPr/>
          </p:nvSpPr>
          <p:spPr>
            <a:xfrm flipH="1">
              <a:off x="1994487" y="2238228"/>
              <a:ext cx="776869" cy="434080"/>
            </a:xfrm>
            <a:custGeom>
              <a:avLst/>
              <a:gdLst/>
              <a:ahLst/>
              <a:cxnLst/>
              <a:rect l="l" t="t" r="r" b="b"/>
              <a:pathLst>
                <a:path w="16356" h="9139" extrusionOk="0">
                  <a:moveTo>
                    <a:pt x="516" y="0"/>
                  </a:moveTo>
                  <a:cubicBezTo>
                    <a:pt x="516" y="0"/>
                    <a:pt x="0" y="1339"/>
                    <a:pt x="1043" y="3058"/>
                  </a:cubicBezTo>
                  <a:cubicBezTo>
                    <a:pt x="2084" y="4775"/>
                    <a:pt x="4295" y="6002"/>
                    <a:pt x="5372" y="6448"/>
                  </a:cubicBezTo>
                  <a:cubicBezTo>
                    <a:pt x="6451" y="6896"/>
                    <a:pt x="9887" y="7601"/>
                    <a:pt x="10577" y="8135"/>
                  </a:cubicBezTo>
                  <a:cubicBezTo>
                    <a:pt x="10861" y="8354"/>
                    <a:pt x="11166" y="8696"/>
                    <a:pt x="11396" y="9138"/>
                  </a:cubicBezTo>
                  <a:lnTo>
                    <a:pt x="16355" y="2450"/>
                  </a:lnTo>
                  <a:lnTo>
                    <a:pt x="16355" y="2450"/>
                  </a:lnTo>
                  <a:cubicBezTo>
                    <a:pt x="14778" y="2646"/>
                    <a:pt x="13205" y="2905"/>
                    <a:pt x="11922" y="3211"/>
                  </a:cubicBezTo>
                  <a:cubicBezTo>
                    <a:pt x="11729" y="3256"/>
                    <a:pt x="11511" y="3277"/>
                    <a:pt x="11273" y="3277"/>
                  </a:cubicBezTo>
                  <a:cubicBezTo>
                    <a:pt x="9308" y="3277"/>
                    <a:pt x="6023" y="1851"/>
                    <a:pt x="4456" y="1427"/>
                  </a:cubicBezTo>
                  <a:cubicBezTo>
                    <a:pt x="2700" y="951"/>
                    <a:pt x="517" y="0"/>
                    <a:pt x="516"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0" name="Google Shape;540;p32"/>
          <p:cNvSpPr/>
          <p:nvPr/>
        </p:nvSpPr>
        <p:spPr>
          <a:xfrm rot="-5400000" flipH="1">
            <a:off x="6747109" y="2830508"/>
            <a:ext cx="4023646" cy="1188736"/>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2"/>
          <p:cNvSpPr txBox="1">
            <a:spLocks noGrp="1"/>
          </p:cNvSpPr>
          <p:nvPr>
            <p:ph type="ctrTitle"/>
          </p:nvPr>
        </p:nvSpPr>
        <p:spPr>
          <a:xfrm>
            <a:off x="4574400" y="1125250"/>
            <a:ext cx="3856500" cy="650100"/>
          </a:xfrm>
          <a:prstGeom prst="rect">
            <a:avLst/>
          </a:prstGeom>
        </p:spPr>
        <p:txBody>
          <a:bodyPr spcFirstLastPara="1" wrap="square" lIns="0" tIns="91425" rIns="91425" bIns="91425" anchor="ctr" anchorCtr="0">
            <a:noAutofit/>
          </a:bodyPr>
          <a:lstStyle>
            <a:lvl1pPr lvl="0" algn="ctr" rtl="0">
              <a:spcBef>
                <a:spcPts val="0"/>
              </a:spcBef>
              <a:spcAft>
                <a:spcPts val="0"/>
              </a:spcAft>
              <a:buSzPts val="3100"/>
              <a:buNone/>
              <a:defRPr sz="5500"/>
            </a:lvl1pPr>
            <a:lvl2pPr lvl="1" rtl="0">
              <a:spcBef>
                <a:spcPts val="0"/>
              </a:spcBef>
              <a:spcAft>
                <a:spcPts val="0"/>
              </a:spcAft>
              <a:buSzPts val="5200"/>
              <a:buNone/>
              <a:defRPr sz="5200"/>
            </a:lvl2pPr>
            <a:lvl3pPr lvl="2" rtl="0">
              <a:spcBef>
                <a:spcPts val="0"/>
              </a:spcBef>
              <a:spcAft>
                <a:spcPts val="0"/>
              </a:spcAft>
              <a:buSzPts val="5200"/>
              <a:buNone/>
              <a:defRPr sz="5200"/>
            </a:lvl3pPr>
            <a:lvl4pPr lvl="3" rtl="0">
              <a:spcBef>
                <a:spcPts val="0"/>
              </a:spcBef>
              <a:spcAft>
                <a:spcPts val="0"/>
              </a:spcAft>
              <a:buSzPts val="5200"/>
              <a:buNone/>
              <a:defRPr sz="5200"/>
            </a:lvl4pPr>
            <a:lvl5pPr lvl="4" rtl="0">
              <a:spcBef>
                <a:spcPts val="0"/>
              </a:spcBef>
              <a:spcAft>
                <a:spcPts val="0"/>
              </a:spcAft>
              <a:buSzPts val="5200"/>
              <a:buNone/>
              <a:defRPr sz="5200"/>
            </a:lvl5pPr>
            <a:lvl6pPr lvl="5" rtl="0">
              <a:spcBef>
                <a:spcPts val="0"/>
              </a:spcBef>
              <a:spcAft>
                <a:spcPts val="0"/>
              </a:spcAft>
              <a:buSzPts val="5200"/>
              <a:buNone/>
              <a:defRPr sz="5200"/>
            </a:lvl6pPr>
            <a:lvl7pPr lvl="6" rtl="0">
              <a:spcBef>
                <a:spcPts val="0"/>
              </a:spcBef>
              <a:spcAft>
                <a:spcPts val="0"/>
              </a:spcAft>
              <a:buSzPts val="5200"/>
              <a:buNone/>
              <a:defRPr sz="5200"/>
            </a:lvl7pPr>
            <a:lvl8pPr lvl="7" rtl="0">
              <a:spcBef>
                <a:spcPts val="0"/>
              </a:spcBef>
              <a:spcAft>
                <a:spcPts val="0"/>
              </a:spcAft>
              <a:buSzPts val="5200"/>
              <a:buNone/>
              <a:defRPr sz="5200"/>
            </a:lvl8pPr>
            <a:lvl9pPr lvl="8" rtl="0">
              <a:spcBef>
                <a:spcPts val="0"/>
              </a:spcBef>
              <a:spcAft>
                <a:spcPts val="0"/>
              </a:spcAft>
              <a:buSzPts val="5200"/>
              <a:buNone/>
              <a:defRPr sz="5200"/>
            </a:lvl9pPr>
          </a:lstStyle>
          <a:p>
            <a:endParaRPr/>
          </a:p>
        </p:txBody>
      </p:sp>
      <p:sp>
        <p:nvSpPr>
          <p:cNvPr id="542" name="Google Shape;542;p32"/>
          <p:cNvSpPr txBox="1"/>
          <p:nvPr/>
        </p:nvSpPr>
        <p:spPr>
          <a:xfrm>
            <a:off x="713225" y="4101375"/>
            <a:ext cx="77178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1200">
                <a:solidFill>
                  <a:schemeClr val="dk1"/>
                </a:solidFill>
                <a:latin typeface="Nunito"/>
                <a:ea typeface="Nunito"/>
                <a:cs typeface="Nunito"/>
                <a:sym typeface="Nunito"/>
              </a:rPr>
              <a:t>CRÉDITOS: Esta plantilla para presentaciones es una creación de </a:t>
            </a:r>
            <a:r>
              <a:rPr lang="es" sz="1200" b="1">
                <a:solidFill>
                  <a:schemeClr val="dk1"/>
                </a:solidFill>
                <a:latin typeface="Nunito"/>
                <a:ea typeface="Nunito"/>
                <a:cs typeface="Nunito"/>
                <a:sym typeface="Nunito"/>
              </a:rPr>
              <a:t>Slidesgo</a:t>
            </a:r>
            <a:r>
              <a:rPr lang="es" sz="1200">
                <a:solidFill>
                  <a:schemeClr val="dk1"/>
                </a:solidFill>
                <a:latin typeface="Nunito"/>
                <a:ea typeface="Nunito"/>
                <a:cs typeface="Nunito"/>
                <a:sym typeface="Nunito"/>
              </a:rPr>
              <a:t>, e incluye iconos de </a:t>
            </a:r>
            <a:r>
              <a:rPr lang="es" sz="1200" b="1">
                <a:solidFill>
                  <a:schemeClr val="dk1"/>
                </a:solidFill>
                <a:latin typeface="Nunito"/>
                <a:ea typeface="Nunito"/>
                <a:cs typeface="Nunito"/>
                <a:sym typeface="Nunito"/>
              </a:rPr>
              <a:t>Flaticon</a:t>
            </a:r>
            <a:r>
              <a:rPr lang="es" sz="1200">
                <a:solidFill>
                  <a:schemeClr val="dk1"/>
                </a:solidFill>
                <a:latin typeface="Nunito"/>
                <a:ea typeface="Nunito"/>
                <a:cs typeface="Nunito"/>
                <a:sym typeface="Nunito"/>
              </a:rPr>
              <a:t>, infografías e imágenes de </a:t>
            </a:r>
            <a:r>
              <a:rPr lang="es" sz="1200" b="1">
                <a:solidFill>
                  <a:schemeClr val="dk1"/>
                </a:solidFill>
                <a:latin typeface="Nunito"/>
                <a:ea typeface="Nunito"/>
                <a:cs typeface="Nunito"/>
                <a:sym typeface="Nunito"/>
              </a:rPr>
              <a:t>Freepik</a:t>
            </a:r>
            <a:endParaRPr sz="1100" b="1">
              <a:solidFill>
                <a:schemeClr val="dk1"/>
              </a:solidFill>
              <a:latin typeface="Nunito"/>
              <a:ea typeface="Nunito"/>
              <a:cs typeface="Nunito"/>
              <a:sym typeface="Nunito"/>
            </a:endParaRPr>
          </a:p>
        </p:txBody>
      </p:sp>
      <p:sp>
        <p:nvSpPr>
          <p:cNvPr id="543" name="Google Shape;543;p32"/>
          <p:cNvSpPr txBox="1">
            <a:spLocks noGrp="1"/>
          </p:cNvSpPr>
          <p:nvPr>
            <p:ph type="subTitle" idx="1"/>
          </p:nvPr>
        </p:nvSpPr>
        <p:spPr>
          <a:xfrm>
            <a:off x="5012250" y="2538938"/>
            <a:ext cx="2980800" cy="866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2"/>
              </a:buClr>
              <a:buSzPts val="1400"/>
              <a:buNone/>
              <a:defRPr i="0">
                <a:solidFill>
                  <a:schemeClr val="accent2"/>
                </a:solidFill>
              </a:defRPr>
            </a:lvl1pPr>
            <a:lvl2pPr lvl="1" algn="ctr" rtl="0">
              <a:lnSpc>
                <a:spcPct val="100000"/>
              </a:lnSpc>
              <a:spcBef>
                <a:spcPts val="0"/>
              </a:spcBef>
              <a:spcAft>
                <a:spcPts val="0"/>
              </a:spcAft>
              <a:buClr>
                <a:schemeClr val="accent1"/>
              </a:buClr>
              <a:buSzPts val="1400"/>
              <a:buNone/>
              <a:defRPr>
                <a:solidFill>
                  <a:schemeClr val="accent1"/>
                </a:solidFill>
              </a:defRPr>
            </a:lvl2pPr>
            <a:lvl3pPr lvl="2" algn="ctr" rtl="0">
              <a:lnSpc>
                <a:spcPct val="100000"/>
              </a:lnSpc>
              <a:spcBef>
                <a:spcPts val="0"/>
              </a:spcBef>
              <a:spcAft>
                <a:spcPts val="0"/>
              </a:spcAft>
              <a:buClr>
                <a:schemeClr val="accent1"/>
              </a:buClr>
              <a:buSzPts val="1400"/>
              <a:buNone/>
              <a:defRPr>
                <a:solidFill>
                  <a:schemeClr val="accent1"/>
                </a:solidFill>
              </a:defRPr>
            </a:lvl3pPr>
            <a:lvl4pPr lvl="3" algn="ctr" rtl="0">
              <a:lnSpc>
                <a:spcPct val="100000"/>
              </a:lnSpc>
              <a:spcBef>
                <a:spcPts val="0"/>
              </a:spcBef>
              <a:spcAft>
                <a:spcPts val="0"/>
              </a:spcAft>
              <a:buClr>
                <a:schemeClr val="accent1"/>
              </a:buClr>
              <a:buSzPts val="1400"/>
              <a:buNone/>
              <a:defRPr>
                <a:solidFill>
                  <a:schemeClr val="accent1"/>
                </a:solidFill>
              </a:defRPr>
            </a:lvl4pPr>
            <a:lvl5pPr lvl="4" algn="ctr" rtl="0">
              <a:lnSpc>
                <a:spcPct val="100000"/>
              </a:lnSpc>
              <a:spcBef>
                <a:spcPts val="0"/>
              </a:spcBef>
              <a:spcAft>
                <a:spcPts val="0"/>
              </a:spcAft>
              <a:buClr>
                <a:schemeClr val="accent1"/>
              </a:buClr>
              <a:buSzPts val="1400"/>
              <a:buNone/>
              <a:defRPr>
                <a:solidFill>
                  <a:schemeClr val="accent1"/>
                </a:solidFill>
              </a:defRPr>
            </a:lvl5pPr>
            <a:lvl6pPr lvl="5" algn="ctr" rtl="0">
              <a:lnSpc>
                <a:spcPct val="100000"/>
              </a:lnSpc>
              <a:spcBef>
                <a:spcPts val="0"/>
              </a:spcBef>
              <a:spcAft>
                <a:spcPts val="0"/>
              </a:spcAft>
              <a:buClr>
                <a:schemeClr val="accent1"/>
              </a:buClr>
              <a:buSzPts val="1400"/>
              <a:buNone/>
              <a:defRPr>
                <a:solidFill>
                  <a:schemeClr val="accent1"/>
                </a:solidFill>
              </a:defRPr>
            </a:lvl6pPr>
            <a:lvl7pPr lvl="6" algn="ctr" rtl="0">
              <a:lnSpc>
                <a:spcPct val="100000"/>
              </a:lnSpc>
              <a:spcBef>
                <a:spcPts val="0"/>
              </a:spcBef>
              <a:spcAft>
                <a:spcPts val="0"/>
              </a:spcAft>
              <a:buClr>
                <a:schemeClr val="accent1"/>
              </a:buClr>
              <a:buSzPts val="1400"/>
              <a:buNone/>
              <a:defRPr>
                <a:solidFill>
                  <a:schemeClr val="accent1"/>
                </a:solidFill>
              </a:defRPr>
            </a:lvl7pPr>
            <a:lvl8pPr lvl="7" algn="ctr" rtl="0">
              <a:lnSpc>
                <a:spcPct val="100000"/>
              </a:lnSpc>
              <a:spcBef>
                <a:spcPts val="0"/>
              </a:spcBef>
              <a:spcAft>
                <a:spcPts val="0"/>
              </a:spcAft>
              <a:buClr>
                <a:schemeClr val="accent1"/>
              </a:buClr>
              <a:buSzPts val="1400"/>
              <a:buNone/>
              <a:defRPr>
                <a:solidFill>
                  <a:schemeClr val="accent1"/>
                </a:solidFill>
              </a:defRPr>
            </a:lvl8pPr>
            <a:lvl9pPr lvl="8" algn="ctr" rtl="0">
              <a:lnSpc>
                <a:spcPct val="100000"/>
              </a:lnSpc>
              <a:spcBef>
                <a:spcPts val="0"/>
              </a:spcBef>
              <a:spcAft>
                <a:spcPts val="0"/>
              </a:spcAft>
              <a:buClr>
                <a:schemeClr val="accent1"/>
              </a:buClr>
              <a:buSzPts val="1400"/>
              <a:buNone/>
              <a:defRPr>
                <a:solidFill>
                  <a:schemeClr val="accent1"/>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p:cSld name="CUSTOM_11">
    <p:spTree>
      <p:nvGrpSpPr>
        <p:cNvPr id="1" name="Shape 544"/>
        <p:cNvGrpSpPr/>
        <p:nvPr/>
      </p:nvGrpSpPr>
      <p:grpSpPr>
        <a:xfrm>
          <a:off x="0" y="0"/>
          <a:ext cx="0" cy="0"/>
          <a:chOff x="0" y="0"/>
          <a:chExt cx="0" cy="0"/>
        </a:xfrm>
      </p:grpSpPr>
      <p:sp>
        <p:nvSpPr>
          <p:cNvPr id="545" name="Google Shape;545;p33"/>
          <p:cNvSpPr/>
          <p:nvPr/>
        </p:nvSpPr>
        <p:spPr>
          <a:xfrm rot="147250">
            <a:off x="3817449" y="3618522"/>
            <a:ext cx="5505415" cy="1694106"/>
          </a:xfrm>
          <a:custGeom>
            <a:avLst/>
            <a:gdLst/>
            <a:ahLst/>
            <a:cxnLst/>
            <a:rect l="l" t="t" r="r" b="b"/>
            <a:pathLst>
              <a:path w="29367" h="9472" extrusionOk="0">
                <a:moveTo>
                  <a:pt x="27433" y="1"/>
                </a:moveTo>
                <a:cubicBezTo>
                  <a:pt x="26344" y="1"/>
                  <a:pt x="25033" y="431"/>
                  <a:pt x="24210" y="706"/>
                </a:cubicBezTo>
                <a:cubicBezTo>
                  <a:pt x="22773" y="1189"/>
                  <a:pt x="21417" y="1910"/>
                  <a:pt x="20174" y="2775"/>
                </a:cubicBezTo>
                <a:cubicBezTo>
                  <a:pt x="19431" y="3291"/>
                  <a:pt x="18705" y="3861"/>
                  <a:pt x="17856" y="4179"/>
                </a:cubicBezTo>
                <a:cubicBezTo>
                  <a:pt x="17214" y="4420"/>
                  <a:pt x="16551" y="4504"/>
                  <a:pt x="15875" y="4504"/>
                </a:cubicBezTo>
                <a:cubicBezTo>
                  <a:pt x="14404" y="4504"/>
                  <a:pt x="12875" y="4107"/>
                  <a:pt x="11384" y="4067"/>
                </a:cubicBezTo>
                <a:cubicBezTo>
                  <a:pt x="11302" y="4065"/>
                  <a:pt x="11220" y="4064"/>
                  <a:pt x="11138" y="4064"/>
                </a:cubicBezTo>
                <a:cubicBezTo>
                  <a:pt x="9756" y="4064"/>
                  <a:pt x="8393" y="4373"/>
                  <a:pt x="7099" y="4876"/>
                </a:cubicBezTo>
                <a:cubicBezTo>
                  <a:pt x="6462" y="5123"/>
                  <a:pt x="5840" y="5417"/>
                  <a:pt x="5242" y="5744"/>
                </a:cubicBezTo>
                <a:cubicBezTo>
                  <a:pt x="3360" y="6774"/>
                  <a:pt x="1674" y="8127"/>
                  <a:pt x="1" y="9471"/>
                </a:cubicBezTo>
                <a:cubicBezTo>
                  <a:pt x="5699" y="9333"/>
                  <a:pt x="11402" y="9194"/>
                  <a:pt x="17068" y="8583"/>
                </a:cubicBezTo>
                <a:cubicBezTo>
                  <a:pt x="18177" y="8464"/>
                  <a:pt x="19292" y="8326"/>
                  <a:pt x="20405" y="8326"/>
                </a:cubicBezTo>
                <a:cubicBezTo>
                  <a:pt x="20731" y="8326"/>
                  <a:pt x="21057" y="8337"/>
                  <a:pt x="21382" y="8365"/>
                </a:cubicBezTo>
                <a:cubicBezTo>
                  <a:pt x="22455" y="8454"/>
                  <a:pt x="23506" y="8714"/>
                  <a:pt x="24581" y="8779"/>
                </a:cubicBezTo>
                <a:cubicBezTo>
                  <a:pt x="24777" y="8791"/>
                  <a:pt x="24974" y="8797"/>
                  <a:pt x="25171" y="8797"/>
                </a:cubicBezTo>
                <a:cubicBezTo>
                  <a:pt x="26056" y="8797"/>
                  <a:pt x="26939" y="8688"/>
                  <a:pt x="27817" y="8579"/>
                </a:cubicBezTo>
                <a:cubicBezTo>
                  <a:pt x="27997" y="8556"/>
                  <a:pt x="28191" y="8528"/>
                  <a:pt x="28322" y="8403"/>
                </a:cubicBezTo>
                <a:cubicBezTo>
                  <a:pt x="28458" y="8271"/>
                  <a:pt x="28490" y="8067"/>
                  <a:pt x="28516" y="7878"/>
                </a:cubicBezTo>
                <a:cubicBezTo>
                  <a:pt x="28743" y="6175"/>
                  <a:pt x="29008" y="4474"/>
                  <a:pt x="29197" y="2766"/>
                </a:cubicBezTo>
                <a:cubicBezTo>
                  <a:pt x="29262" y="2173"/>
                  <a:pt x="29367" y="1479"/>
                  <a:pt x="29172" y="936"/>
                </a:cubicBezTo>
                <a:cubicBezTo>
                  <a:pt x="29057" y="616"/>
                  <a:pt x="28844" y="347"/>
                  <a:pt x="28460" y="181"/>
                </a:cubicBezTo>
                <a:cubicBezTo>
                  <a:pt x="28164" y="53"/>
                  <a:pt x="27812" y="1"/>
                  <a:pt x="27433" y="1"/>
                </a:cubicBezTo>
                <a:close/>
              </a:path>
            </a:pathLst>
          </a:custGeom>
          <a:gradFill>
            <a:gsLst>
              <a:gs pos="0">
                <a:schemeClr val="accent3"/>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33"/>
          <p:cNvSpPr/>
          <p:nvPr/>
        </p:nvSpPr>
        <p:spPr>
          <a:xfrm rot="999132">
            <a:off x="8386094" y="3834191"/>
            <a:ext cx="623100" cy="1567069"/>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7" name="Google Shape;547;p33"/>
          <p:cNvGrpSpPr/>
          <p:nvPr/>
        </p:nvGrpSpPr>
        <p:grpSpPr>
          <a:xfrm rot="405101" flipH="1">
            <a:off x="6648208" y="3099717"/>
            <a:ext cx="1682848" cy="2106709"/>
            <a:chOff x="3581675" y="1822922"/>
            <a:chExt cx="1768067" cy="2213393"/>
          </a:xfrm>
        </p:grpSpPr>
        <p:sp>
          <p:nvSpPr>
            <p:cNvPr id="548" name="Google Shape;548;p33"/>
            <p:cNvSpPr/>
            <p:nvPr/>
          </p:nvSpPr>
          <p:spPr>
            <a:xfrm>
              <a:off x="4698437" y="2869949"/>
              <a:ext cx="415413" cy="909832"/>
            </a:xfrm>
            <a:custGeom>
              <a:avLst/>
              <a:gdLst/>
              <a:ahLst/>
              <a:cxnLst/>
              <a:rect l="l" t="t" r="r" b="b"/>
              <a:pathLst>
                <a:path w="4790" h="10491" extrusionOk="0">
                  <a:moveTo>
                    <a:pt x="4620" y="1"/>
                  </a:moveTo>
                  <a:cubicBezTo>
                    <a:pt x="4593" y="1"/>
                    <a:pt x="4566" y="12"/>
                    <a:pt x="4540" y="38"/>
                  </a:cubicBezTo>
                  <a:cubicBezTo>
                    <a:pt x="3301" y="1260"/>
                    <a:pt x="2341" y="3009"/>
                    <a:pt x="1604" y="4681"/>
                  </a:cubicBezTo>
                  <a:cubicBezTo>
                    <a:pt x="848" y="6401"/>
                    <a:pt x="217" y="8323"/>
                    <a:pt x="18" y="10235"/>
                  </a:cubicBezTo>
                  <a:cubicBezTo>
                    <a:pt x="0" y="10403"/>
                    <a:pt x="97" y="10490"/>
                    <a:pt x="202" y="10490"/>
                  </a:cubicBezTo>
                  <a:cubicBezTo>
                    <a:pt x="294" y="10490"/>
                    <a:pt x="393" y="10422"/>
                    <a:pt x="422" y="10282"/>
                  </a:cubicBezTo>
                  <a:cubicBezTo>
                    <a:pt x="819" y="8437"/>
                    <a:pt x="1261" y="6656"/>
                    <a:pt x="2004" y="4945"/>
                  </a:cubicBezTo>
                  <a:cubicBezTo>
                    <a:pt x="2366" y="4109"/>
                    <a:pt x="2773" y="3303"/>
                    <a:pt x="3231" y="2533"/>
                  </a:cubicBezTo>
                  <a:cubicBezTo>
                    <a:pt x="3699" y="1742"/>
                    <a:pt x="4227" y="1013"/>
                    <a:pt x="4717" y="244"/>
                  </a:cubicBezTo>
                  <a:cubicBezTo>
                    <a:pt x="4789" y="137"/>
                    <a:pt x="4713" y="1"/>
                    <a:pt x="46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3"/>
            <p:cNvSpPr/>
            <p:nvPr/>
          </p:nvSpPr>
          <p:spPr>
            <a:xfrm>
              <a:off x="4744315" y="2673344"/>
              <a:ext cx="605427" cy="552005"/>
            </a:xfrm>
            <a:custGeom>
              <a:avLst/>
              <a:gdLst/>
              <a:ahLst/>
              <a:cxnLst/>
              <a:rect l="l" t="t" r="r" b="b"/>
              <a:pathLst>
                <a:path w="6981" h="6365" extrusionOk="0">
                  <a:moveTo>
                    <a:pt x="4305" y="0"/>
                  </a:moveTo>
                  <a:cubicBezTo>
                    <a:pt x="4098" y="0"/>
                    <a:pt x="3883" y="139"/>
                    <a:pt x="3727" y="295"/>
                  </a:cubicBezTo>
                  <a:cubicBezTo>
                    <a:pt x="3305" y="720"/>
                    <a:pt x="3051" y="1313"/>
                    <a:pt x="3032" y="1916"/>
                  </a:cubicBezTo>
                  <a:cubicBezTo>
                    <a:pt x="2932" y="1578"/>
                    <a:pt x="2917" y="1211"/>
                    <a:pt x="2798" y="877"/>
                  </a:cubicBezTo>
                  <a:cubicBezTo>
                    <a:pt x="2678" y="546"/>
                    <a:pt x="2402" y="228"/>
                    <a:pt x="2059" y="228"/>
                  </a:cubicBezTo>
                  <a:cubicBezTo>
                    <a:pt x="2058" y="228"/>
                    <a:pt x="2057" y="228"/>
                    <a:pt x="2056" y="228"/>
                  </a:cubicBezTo>
                  <a:cubicBezTo>
                    <a:pt x="1680" y="228"/>
                    <a:pt x="1386" y="625"/>
                    <a:pt x="1375" y="1011"/>
                  </a:cubicBezTo>
                  <a:cubicBezTo>
                    <a:pt x="1363" y="1396"/>
                    <a:pt x="1568" y="1755"/>
                    <a:pt x="1817" y="2043"/>
                  </a:cubicBezTo>
                  <a:cubicBezTo>
                    <a:pt x="1540" y="1876"/>
                    <a:pt x="1250" y="1709"/>
                    <a:pt x="931" y="1681"/>
                  </a:cubicBezTo>
                  <a:cubicBezTo>
                    <a:pt x="907" y="1679"/>
                    <a:pt x="882" y="1678"/>
                    <a:pt x="857" y="1678"/>
                  </a:cubicBezTo>
                  <a:cubicBezTo>
                    <a:pt x="558" y="1678"/>
                    <a:pt x="245" y="1830"/>
                    <a:pt x="136" y="2114"/>
                  </a:cubicBezTo>
                  <a:cubicBezTo>
                    <a:pt x="1" y="2466"/>
                    <a:pt x="238" y="2872"/>
                    <a:pt x="560" y="3048"/>
                  </a:cubicBezTo>
                  <a:cubicBezTo>
                    <a:pt x="864" y="3212"/>
                    <a:pt x="1220" y="3227"/>
                    <a:pt x="1564" y="3227"/>
                  </a:cubicBezTo>
                  <a:cubicBezTo>
                    <a:pt x="1587" y="3227"/>
                    <a:pt x="1611" y="3227"/>
                    <a:pt x="1635" y="3226"/>
                  </a:cubicBezTo>
                  <a:lnTo>
                    <a:pt x="1635" y="3226"/>
                  </a:lnTo>
                  <a:cubicBezTo>
                    <a:pt x="1354" y="3362"/>
                    <a:pt x="1069" y="3506"/>
                    <a:pt x="858" y="3738"/>
                  </a:cubicBezTo>
                  <a:cubicBezTo>
                    <a:pt x="648" y="3972"/>
                    <a:pt x="530" y="4321"/>
                    <a:pt x="648" y="4613"/>
                  </a:cubicBezTo>
                  <a:cubicBezTo>
                    <a:pt x="764" y="4901"/>
                    <a:pt x="1075" y="5047"/>
                    <a:pt x="1383" y="5047"/>
                  </a:cubicBezTo>
                  <a:cubicBezTo>
                    <a:pt x="1461" y="5047"/>
                    <a:pt x="1538" y="5037"/>
                    <a:pt x="1612" y="5019"/>
                  </a:cubicBezTo>
                  <a:cubicBezTo>
                    <a:pt x="1979" y="4930"/>
                    <a:pt x="2283" y="4670"/>
                    <a:pt x="2574" y="4420"/>
                  </a:cubicBezTo>
                  <a:lnTo>
                    <a:pt x="2574" y="4420"/>
                  </a:lnTo>
                  <a:cubicBezTo>
                    <a:pt x="2478" y="4765"/>
                    <a:pt x="2382" y="5121"/>
                    <a:pt x="2419" y="5480"/>
                  </a:cubicBezTo>
                  <a:cubicBezTo>
                    <a:pt x="2455" y="5836"/>
                    <a:pt x="2653" y="6200"/>
                    <a:pt x="2981" y="6316"/>
                  </a:cubicBezTo>
                  <a:cubicBezTo>
                    <a:pt x="3075" y="6349"/>
                    <a:pt x="3178" y="6365"/>
                    <a:pt x="3283" y="6365"/>
                  </a:cubicBezTo>
                  <a:cubicBezTo>
                    <a:pt x="3657" y="6365"/>
                    <a:pt x="4057" y="6161"/>
                    <a:pt x="4192" y="5763"/>
                  </a:cubicBezTo>
                  <a:cubicBezTo>
                    <a:pt x="4323" y="5378"/>
                    <a:pt x="4391" y="4980"/>
                    <a:pt x="4246" y="4451"/>
                  </a:cubicBezTo>
                  <a:lnTo>
                    <a:pt x="4246" y="4451"/>
                  </a:lnTo>
                  <a:cubicBezTo>
                    <a:pt x="4432" y="4657"/>
                    <a:pt x="4745" y="5173"/>
                    <a:pt x="5115" y="5339"/>
                  </a:cubicBezTo>
                  <a:cubicBezTo>
                    <a:pt x="5252" y="5400"/>
                    <a:pt x="5409" y="5431"/>
                    <a:pt x="5567" y="5431"/>
                  </a:cubicBezTo>
                  <a:cubicBezTo>
                    <a:pt x="5838" y="5431"/>
                    <a:pt x="6113" y="5340"/>
                    <a:pt x="6300" y="5159"/>
                  </a:cubicBezTo>
                  <a:cubicBezTo>
                    <a:pt x="6625" y="4848"/>
                    <a:pt x="6580" y="4270"/>
                    <a:pt x="6308" y="3911"/>
                  </a:cubicBezTo>
                  <a:cubicBezTo>
                    <a:pt x="6034" y="3551"/>
                    <a:pt x="5603" y="3366"/>
                    <a:pt x="5177" y="3237"/>
                  </a:cubicBezTo>
                  <a:lnTo>
                    <a:pt x="5177" y="3237"/>
                  </a:lnTo>
                  <a:cubicBezTo>
                    <a:pt x="5271" y="3258"/>
                    <a:pt x="5367" y="3269"/>
                    <a:pt x="5463" y="3269"/>
                  </a:cubicBezTo>
                  <a:cubicBezTo>
                    <a:pt x="6086" y="3269"/>
                    <a:pt x="6711" y="2831"/>
                    <a:pt x="6899" y="2213"/>
                  </a:cubicBezTo>
                  <a:cubicBezTo>
                    <a:pt x="6981" y="1946"/>
                    <a:pt x="6981" y="1630"/>
                    <a:pt x="6811" y="1412"/>
                  </a:cubicBezTo>
                  <a:cubicBezTo>
                    <a:pt x="6668" y="1230"/>
                    <a:pt x="6445" y="1159"/>
                    <a:pt x="6214" y="1159"/>
                  </a:cubicBezTo>
                  <a:cubicBezTo>
                    <a:pt x="6080" y="1159"/>
                    <a:pt x="5942" y="1183"/>
                    <a:pt x="5816" y="1223"/>
                  </a:cubicBezTo>
                  <a:cubicBezTo>
                    <a:pt x="5243" y="1405"/>
                    <a:pt x="4759" y="1857"/>
                    <a:pt x="4528" y="2424"/>
                  </a:cubicBezTo>
                  <a:cubicBezTo>
                    <a:pt x="4726" y="1903"/>
                    <a:pt x="4822" y="1341"/>
                    <a:pt x="4812" y="781"/>
                  </a:cubicBezTo>
                  <a:cubicBezTo>
                    <a:pt x="4806" y="496"/>
                    <a:pt x="4742" y="167"/>
                    <a:pt x="4493" y="44"/>
                  </a:cubicBezTo>
                  <a:cubicBezTo>
                    <a:pt x="4432" y="14"/>
                    <a:pt x="4369" y="0"/>
                    <a:pt x="430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3"/>
            <p:cNvSpPr/>
            <p:nvPr/>
          </p:nvSpPr>
          <p:spPr>
            <a:xfrm>
              <a:off x="4908226" y="2837687"/>
              <a:ext cx="253584" cy="212043"/>
            </a:xfrm>
            <a:custGeom>
              <a:avLst/>
              <a:gdLst/>
              <a:ahLst/>
              <a:cxnLst/>
              <a:rect l="l" t="t" r="r" b="b"/>
              <a:pathLst>
                <a:path w="2924" h="2445" extrusionOk="0">
                  <a:moveTo>
                    <a:pt x="1914" y="1"/>
                  </a:moveTo>
                  <a:cubicBezTo>
                    <a:pt x="1891" y="1"/>
                    <a:pt x="1868" y="5"/>
                    <a:pt x="1846" y="16"/>
                  </a:cubicBezTo>
                  <a:cubicBezTo>
                    <a:pt x="1681" y="88"/>
                    <a:pt x="1657" y="242"/>
                    <a:pt x="1631" y="402"/>
                  </a:cubicBezTo>
                  <a:cubicBezTo>
                    <a:pt x="1609" y="539"/>
                    <a:pt x="1572" y="696"/>
                    <a:pt x="1623" y="830"/>
                  </a:cubicBezTo>
                  <a:cubicBezTo>
                    <a:pt x="1648" y="893"/>
                    <a:pt x="1705" y="923"/>
                    <a:pt x="1765" y="923"/>
                  </a:cubicBezTo>
                  <a:cubicBezTo>
                    <a:pt x="1801" y="923"/>
                    <a:pt x="1838" y="912"/>
                    <a:pt x="1869" y="891"/>
                  </a:cubicBezTo>
                  <a:cubicBezTo>
                    <a:pt x="1984" y="812"/>
                    <a:pt x="2038" y="644"/>
                    <a:pt x="2080" y="517"/>
                  </a:cubicBezTo>
                  <a:cubicBezTo>
                    <a:pt x="2128" y="367"/>
                    <a:pt x="2182" y="197"/>
                    <a:pt x="2058" y="68"/>
                  </a:cubicBezTo>
                  <a:cubicBezTo>
                    <a:pt x="2020" y="27"/>
                    <a:pt x="1968" y="1"/>
                    <a:pt x="1914" y="1"/>
                  </a:cubicBezTo>
                  <a:close/>
                  <a:moveTo>
                    <a:pt x="714" y="275"/>
                  </a:moveTo>
                  <a:cubicBezTo>
                    <a:pt x="553" y="275"/>
                    <a:pt x="490" y="470"/>
                    <a:pt x="569" y="594"/>
                  </a:cubicBezTo>
                  <a:cubicBezTo>
                    <a:pt x="620" y="673"/>
                    <a:pt x="700" y="728"/>
                    <a:pt x="768" y="793"/>
                  </a:cubicBezTo>
                  <a:cubicBezTo>
                    <a:pt x="851" y="875"/>
                    <a:pt x="931" y="942"/>
                    <a:pt x="1039" y="991"/>
                  </a:cubicBezTo>
                  <a:cubicBezTo>
                    <a:pt x="1065" y="1003"/>
                    <a:pt x="1091" y="1008"/>
                    <a:pt x="1115" y="1008"/>
                  </a:cubicBezTo>
                  <a:cubicBezTo>
                    <a:pt x="1251" y="1008"/>
                    <a:pt x="1358" y="852"/>
                    <a:pt x="1303" y="716"/>
                  </a:cubicBezTo>
                  <a:cubicBezTo>
                    <a:pt x="1223" y="511"/>
                    <a:pt x="968" y="311"/>
                    <a:pt x="748" y="277"/>
                  </a:cubicBezTo>
                  <a:cubicBezTo>
                    <a:pt x="736" y="276"/>
                    <a:pt x="725" y="275"/>
                    <a:pt x="714" y="275"/>
                  </a:cubicBezTo>
                  <a:close/>
                  <a:moveTo>
                    <a:pt x="2596" y="795"/>
                  </a:moveTo>
                  <a:cubicBezTo>
                    <a:pt x="2522" y="795"/>
                    <a:pt x="2449" y="811"/>
                    <a:pt x="2369" y="837"/>
                  </a:cubicBezTo>
                  <a:cubicBezTo>
                    <a:pt x="2259" y="873"/>
                    <a:pt x="2131" y="917"/>
                    <a:pt x="2049" y="1000"/>
                  </a:cubicBezTo>
                  <a:cubicBezTo>
                    <a:pt x="1934" y="1115"/>
                    <a:pt x="1965" y="1329"/>
                    <a:pt x="2147" y="1349"/>
                  </a:cubicBezTo>
                  <a:cubicBezTo>
                    <a:pt x="2166" y="1351"/>
                    <a:pt x="2186" y="1352"/>
                    <a:pt x="2205" y="1352"/>
                  </a:cubicBezTo>
                  <a:cubicBezTo>
                    <a:pt x="2300" y="1352"/>
                    <a:pt x="2395" y="1328"/>
                    <a:pt x="2485" y="1305"/>
                  </a:cubicBezTo>
                  <a:cubicBezTo>
                    <a:pt x="2609" y="1275"/>
                    <a:pt x="2724" y="1241"/>
                    <a:pt x="2818" y="1154"/>
                  </a:cubicBezTo>
                  <a:cubicBezTo>
                    <a:pt x="2916" y="1064"/>
                    <a:pt x="2923" y="869"/>
                    <a:pt x="2770" y="823"/>
                  </a:cubicBezTo>
                  <a:cubicBezTo>
                    <a:pt x="2709" y="804"/>
                    <a:pt x="2652" y="795"/>
                    <a:pt x="2596" y="795"/>
                  </a:cubicBezTo>
                  <a:close/>
                  <a:moveTo>
                    <a:pt x="659" y="1016"/>
                  </a:moveTo>
                  <a:cubicBezTo>
                    <a:pt x="494" y="1016"/>
                    <a:pt x="328" y="1042"/>
                    <a:pt x="180" y="1093"/>
                  </a:cubicBezTo>
                  <a:cubicBezTo>
                    <a:pt x="1" y="1153"/>
                    <a:pt x="14" y="1438"/>
                    <a:pt x="184" y="1496"/>
                  </a:cubicBezTo>
                  <a:cubicBezTo>
                    <a:pt x="325" y="1543"/>
                    <a:pt x="452" y="1563"/>
                    <a:pt x="595" y="1563"/>
                  </a:cubicBezTo>
                  <a:cubicBezTo>
                    <a:pt x="610" y="1563"/>
                    <a:pt x="624" y="1563"/>
                    <a:pt x="639" y="1563"/>
                  </a:cubicBezTo>
                  <a:cubicBezTo>
                    <a:pt x="651" y="1562"/>
                    <a:pt x="664" y="1562"/>
                    <a:pt x="678" y="1562"/>
                  </a:cubicBezTo>
                  <a:cubicBezTo>
                    <a:pt x="706" y="1562"/>
                    <a:pt x="736" y="1563"/>
                    <a:pt x="766" y="1563"/>
                  </a:cubicBezTo>
                  <a:cubicBezTo>
                    <a:pt x="873" y="1563"/>
                    <a:pt x="989" y="1557"/>
                    <a:pt x="1075" y="1510"/>
                  </a:cubicBezTo>
                  <a:cubicBezTo>
                    <a:pt x="1293" y="1391"/>
                    <a:pt x="1237" y="1116"/>
                    <a:pt x="1008" y="1058"/>
                  </a:cubicBezTo>
                  <a:cubicBezTo>
                    <a:pt x="897" y="1029"/>
                    <a:pt x="778" y="1016"/>
                    <a:pt x="659" y="1016"/>
                  </a:cubicBezTo>
                  <a:close/>
                  <a:moveTo>
                    <a:pt x="1091" y="1808"/>
                  </a:moveTo>
                  <a:cubicBezTo>
                    <a:pt x="1088" y="1813"/>
                    <a:pt x="1087" y="1816"/>
                    <a:pt x="1086" y="1817"/>
                  </a:cubicBezTo>
                  <a:lnTo>
                    <a:pt x="1086" y="1817"/>
                  </a:lnTo>
                  <a:cubicBezTo>
                    <a:pt x="1088" y="1814"/>
                    <a:pt x="1090" y="1811"/>
                    <a:pt x="1091" y="1808"/>
                  </a:cubicBezTo>
                  <a:close/>
                  <a:moveTo>
                    <a:pt x="1992" y="1498"/>
                  </a:moveTo>
                  <a:cubicBezTo>
                    <a:pt x="1860" y="1498"/>
                    <a:pt x="1765" y="1609"/>
                    <a:pt x="1776" y="1743"/>
                  </a:cubicBezTo>
                  <a:cubicBezTo>
                    <a:pt x="1788" y="1856"/>
                    <a:pt x="1869" y="1946"/>
                    <a:pt x="1933" y="2037"/>
                  </a:cubicBezTo>
                  <a:cubicBezTo>
                    <a:pt x="1958" y="2073"/>
                    <a:pt x="1984" y="2106"/>
                    <a:pt x="2013" y="2140"/>
                  </a:cubicBezTo>
                  <a:cubicBezTo>
                    <a:pt x="2067" y="2199"/>
                    <a:pt x="2121" y="2230"/>
                    <a:pt x="2190" y="2271"/>
                  </a:cubicBezTo>
                  <a:cubicBezTo>
                    <a:pt x="2219" y="2287"/>
                    <a:pt x="2249" y="2294"/>
                    <a:pt x="2279" y="2294"/>
                  </a:cubicBezTo>
                  <a:cubicBezTo>
                    <a:pt x="2417" y="2294"/>
                    <a:pt x="2558" y="2146"/>
                    <a:pt x="2522" y="2007"/>
                  </a:cubicBezTo>
                  <a:cubicBezTo>
                    <a:pt x="2501" y="1930"/>
                    <a:pt x="2484" y="1869"/>
                    <a:pt x="2437" y="1805"/>
                  </a:cubicBezTo>
                  <a:cubicBezTo>
                    <a:pt x="2401" y="1755"/>
                    <a:pt x="2356" y="1712"/>
                    <a:pt x="2311" y="1669"/>
                  </a:cubicBezTo>
                  <a:cubicBezTo>
                    <a:pt x="2227" y="1590"/>
                    <a:pt x="2132" y="1509"/>
                    <a:pt x="2014" y="1499"/>
                  </a:cubicBezTo>
                  <a:cubicBezTo>
                    <a:pt x="2007" y="1498"/>
                    <a:pt x="2000" y="1498"/>
                    <a:pt x="1992" y="1498"/>
                  </a:cubicBezTo>
                  <a:close/>
                  <a:moveTo>
                    <a:pt x="1354" y="1628"/>
                  </a:moveTo>
                  <a:cubicBezTo>
                    <a:pt x="1279" y="1628"/>
                    <a:pt x="1213" y="1664"/>
                    <a:pt x="1155" y="1723"/>
                  </a:cubicBezTo>
                  <a:cubicBezTo>
                    <a:pt x="1144" y="1735"/>
                    <a:pt x="1087" y="1818"/>
                    <a:pt x="1086" y="1818"/>
                  </a:cubicBezTo>
                  <a:cubicBezTo>
                    <a:pt x="1086" y="1818"/>
                    <a:pt x="1086" y="1817"/>
                    <a:pt x="1086" y="1817"/>
                  </a:cubicBezTo>
                  <a:lnTo>
                    <a:pt x="1086" y="1817"/>
                  </a:lnTo>
                  <a:cubicBezTo>
                    <a:pt x="1071" y="1841"/>
                    <a:pt x="1055" y="1864"/>
                    <a:pt x="1040" y="1888"/>
                  </a:cubicBezTo>
                  <a:cubicBezTo>
                    <a:pt x="997" y="1960"/>
                    <a:pt x="959" y="2032"/>
                    <a:pt x="936" y="2111"/>
                  </a:cubicBezTo>
                  <a:cubicBezTo>
                    <a:pt x="904" y="2212"/>
                    <a:pt x="921" y="2333"/>
                    <a:pt x="1016" y="2397"/>
                  </a:cubicBezTo>
                  <a:cubicBezTo>
                    <a:pt x="1062" y="2429"/>
                    <a:pt x="1112" y="2444"/>
                    <a:pt x="1163" y="2444"/>
                  </a:cubicBezTo>
                  <a:cubicBezTo>
                    <a:pt x="1214" y="2444"/>
                    <a:pt x="1266" y="2427"/>
                    <a:pt x="1314" y="2394"/>
                  </a:cubicBezTo>
                  <a:cubicBezTo>
                    <a:pt x="1462" y="2291"/>
                    <a:pt x="1584" y="2083"/>
                    <a:pt x="1594" y="1900"/>
                  </a:cubicBezTo>
                  <a:cubicBezTo>
                    <a:pt x="1600" y="1797"/>
                    <a:pt x="1549" y="1682"/>
                    <a:pt x="1444" y="1644"/>
                  </a:cubicBezTo>
                  <a:cubicBezTo>
                    <a:pt x="1413" y="1633"/>
                    <a:pt x="1383" y="1628"/>
                    <a:pt x="1354" y="162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3"/>
            <p:cNvSpPr/>
            <p:nvPr/>
          </p:nvSpPr>
          <p:spPr>
            <a:xfrm>
              <a:off x="4051033" y="2206592"/>
              <a:ext cx="175011" cy="1372770"/>
            </a:xfrm>
            <a:custGeom>
              <a:avLst/>
              <a:gdLst/>
              <a:ahLst/>
              <a:cxnLst/>
              <a:rect l="l" t="t" r="r" b="b"/>
              <a:pathLst>
                <a:path w="2018" h="15829" extrusionOk="0">
                  <a:moveTo>
                    <a:pt x="238" y="0"/>
                  </a:moveTo>
                  <a:cubicBezTo>
                    <a:pt x="125" y="0"/>
                    <a:pt x="1" y="126"/>
                    <a:pt x="33" y="282"/>
                  </a:cubicBezTo>
                  <a:cubicBezTo>
                    <a:pt x="293" y="1524"/>
                    <a:pt x="615" y="2730"/>
                    <a:pt x="833" y="3988"/>
                  </a:cubicBezTo>
                  <a:cubicBezTo>
                    <a:pt x="1045" y="5211"/>
                    <a:pt x="1176" y="6460"/>
                    <a:pt x="1233" y="7723"/>
                  </a:cubicBezTo>
                  <a:cubicBezTo>
                    <a:pt x="1350" y="10312"/>
                    <a:pt x="1045" y="12842"/>
                    <a:pt x="645" y="15432"/>
                  </a:cubicBezTo>
                  <a:cubicBezTo>
                    <a:pt x="608" y="15676"/>
                    <a:pt x="762" y="15829"/>
                    <a:pt x="920" y="15829"/>
                  </a:cubicBezTo>
                  <a:cubicBezTo>
                    <a:pt x="1033" y="15829"/>
                    <a:pt x="1148" y="15750"/>
                    <a:pt x="1196" y="15570"/>
                  </a:cubicBezTo>
                  <a:cubicBezTo>
                    <a:pt x="1885" y="12989"/>
                    <a:pt x="2018" y="10183"/>
                    <a:pt x="1887" y="7576"/>
                  </a:cubicBezTo>
                  <a:cubicBezTo>
                    <a:pt x="1757" y="5042"/>
                    <a:pt x="1374" y="2296"/>
                    <a:pt x="375" y="97"/>
                  </a:cubicBezTo>
                  <a:cubicBezTo>
                    <a:pt x="344" y="29"/>
                    <a:pt x="292" y="0"/>
                    <a:pt x="2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3"/>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3"/>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3"/>
            <p:cNvSpPr/>
            <p:nvPr/>
          </p:nvSpPr>
          <p:spPr>
            <a:xfrm>
              <a:off x="3581675" y="2459481"/>
              <a:ext cx="1631037" cy="1576834"/>
            </a:xfrm>
            <a:custGeom>
              <a:avLst/>
              <a:gdLst/>
              <a:ahLst/>
              <a:cxnLst/>
              <a:rect l="l" t="t" r="r" b="b"/>
              <a:pathLst>
                <a:path w="18807" h="18182" extrusionOk="0">
                  <a:moveTo>
                    <a:pt x="10589" y="0"/>
                  </a:moveTo>
                  <a:cubicBezTo>
                    <a:pt x="10383" y="0"/>
                    <a:pt x="10175" y="86"/>
                    <a:pt x="10021" y="280"/>
                  </a:cubicBezTo>
                  <a:cubicBezTo>
                    <a:pt x="9807" y="550"/>
                    <a:pt x="9627" y="865"/>
                    <a:pt x="9485" y="1164"/>
                  </a:cubicBezTo>
                  <a:cubicBezTo>
                    <a:pt x="7617" y="5083"/>
                    <a:pt x="6599" y="9403"/>
                    <a:pt x="6517" y="13743"/>
                  </a:cubicBezTo>
                  <a:cubicBezTo>
                    <a:pt x="6299" y="10325"/>
                    <a:pt x="6085" y="6906"/>
                    <a:pt x="5867" y="3487"/>
                  </a:cubicBezTo>
                  <a:cubicBezTo>
                    <a:pt x="5839" y="3045"/>
                    <a:pt x="5637" y="2459"/>
                    <a:pt x="5235" y="2459"/>
                  </a:cubicBezTo>
                  <a:cubicBezTo>
                    <a:pt x="5193" y="2459"/>
                    <a:pt x="5148" y="2466"/>
                    <a:pt x="5102" y="2479"/>
                  </a:cubicBezTo>
                  <a:cubicBezTo>
                    <a:pt x="4994" y="2511"/>
                    <a:pt x="4900" y="2581"/>
                    <a:pt x="4827" y="2664"/>
                  </a:cubicBezTo>
                  <a:cubicBezTo>
                    <a:pt x="3968" y="3672"/>
                    <a:pt x="3798" y="5056"/>
                    <a:pt x="3709" y="6366"/>
                  </a:cubicBezTo>
                  <a:cubicBezTo>
                    <a:pt x="3513" y="9284"/>
                    <a:pt x="3580" y="12218"/>
                    <a:pt x="3905" y="15124"/>
                  </a:cubicBezTo>
                  <a:cubicBezTo>
                    <a:pt x="3398" y="12171"/>
                    <a:pt x="2552" y="9276"/>
                    <a:pt x="1384" y="6515"/>
                  </a:cubicBezTo>
                  <a:cubicBezTo>
                    <a:pt x="1263" y="6227"/>
                    <a:pt x="982" y="6038"/>
                    <a:pt x="684" y="6038"/>
                  </a:cubicBezTo>
                  <a:cubicBezTo>
                    <a:pt x="622" y="6038"/>
                    <a:pt x="559" y="6046"/>
                    <a:pt x="496" y="6063"/>
                  </a:cubicBezTo>
                  <a:cubicBezTo>
                    <a:pt x="76" y="6179"/>
                    <a:pt x="35" y="6594"/>
                    <a:pt x="31" y="6950"/>
                  </a:cubicBezTo>
                  <a:cubicBezTo>
                    <a:pt x="0" y="9872"/>
                    <a:pt x="624" y="15306"/>
                    <a:pt x="3495" y="16962"/>
                  </a:cubicBezTo>
                  <a:cubicBezTo>
                    <a:pt x="4632" y="17617"/>
                    <a:pt x="6269" y="17706"/>
                    <a:pt x="7537" y="17914"/>
                  </a:cubicBezTo>
                  <a:cubicBezTo>
                    <a:pt x="8611" y="18090"/>
                    <a:pt x="9695" y="18181"/>
                    <a:pt x="10779" y="18181"/>
                  </a:cubicBezTo>
                  <a:cubicBezTo>
                    <a:pt x="11942" y="18181"/>
                    <a:pt x="13105" y="18076"/>
                    <a:pt x="14254" y="17859"/>
                  </a:cubicBezTo>
                  <a:cubicBezTo>
                    <a:pt x="14817" y="17754"/>
                    <a:pt x="15390" y="17614"/>
                    <a:pt x="15868" y="17296"/>
                  </a:cubicBezTo>
                  <a:cubicBezTo>
                    <a:pt x="16360" y="16965"/>
                    <a:pt x="16714" y="16469"/>
                    <a:pt x="17025" y="15961"/>
                  </a:cubicBezTo>
                  <a:cubicBezTo>
                    <a:pt x="17783" y="14726"/>
                    <a:pt x="18343" y="13370"/>
                    <a:pt x="18679" y="11960"/>
                  </a:cubicBezTo>
                  <a:cubicBezTo>
                    <a:pt x="18757" y="11635"/>
                    <a:pt x="18806" y="11236"/>
                    <a:pt x="18460" y="11050"/>
                  </a:cubicBezTo>
                  <a:cubicBezTo>
                    <a:pt x="18367" y="10999"/>
                    <a:pt x="18266" y="10975"/>
                    <a:pt x="18163" y="10975"/>
                  </a:cubicBezTo>
                  <a:cubicBezTo>
                    <a:pt x="18007" y="10975"/>
                    <a:pt x="17849" y="11031"/>
                    <a:pt x="17722" y="11131"/>
                  </a:cubicBezTo>
                  <a:cubicBezTo>
                    <a:pt x="16678" y="11953"/>
                    <a:pt x="15807" y="12991"/>
                    <a:pt x="15180" y="14159"/>
                  </a:cubicBezTo>
                  <a:cubicBezTo>
                    <a:pt x="15604" y="13216"/>
                    <a:pt x="15839" y="12188"/>
                    <a:pt x="15871" y="11156"/>
                  </a:cubicBezTo>
                  <a:cubicBezTo>
                    <a:pt x="15882" y="10818"/>
                    <a:pt x="15604" y="10577"/>
                    <a:pt x="15304" y="10577"/>
                  </a:cubicBezTo>
                  <a:cubicBezTo>
                    <a:pt x="15200" y="10577"/>
                    <a:pt x="15094" y="10606"/>
                    <a:pt x="14996" y="10669"/>
                  </a:cubicBezTo>
                  <a:cubicBezTo>
                    <a:pt x="13919" y="11364"/>
                    <a:pt x="13102" y="12464"/>
                    <a:pt x="12771" y="13702"/>
                  </a:cubicBezTo>
                  <a:lnTo>
                    <a:pt x="12771" y="13702"/>
                  </a:lnTo>
                  <a:cubicBezTo>
                    <a:pt x="13226" y="11705"/>
                    <a:pt x="13538" y="9679"/>
                    <a:pt x="13703" y="7641"/>
                  </a:cubicBezTo>
                  <a:cubicBezTo>
                    <a:pt x="13725" y="7373"/>
                    <a:pt x="13727" y="7059"/>
                    <a:pt x="13408" y="6947"/>
                  </a:cubicBezTo>
                  <a:cubicBezTo>
                    <a:pt x="13353" y="6928"/>
                    <a:pt x="13297" y="6919"/>
                    <a:pt x="13240" y="6919"/>
                  </a:cubicBezTo>
                  <a:cubicBezTo>
                    <a:pt x="13067" y="6919"/>
                    <a:pt x="12898" y="7005"/>
                    <a:pt x="12789" y="7148"/>
                  </a:cubicBezTo>
                  <a:cubicBezTo>
                    <a:pt x="11271" y="9127"/>
                    <a:pt x="10051" y="11331"/>
                    <a:pt x="9182" y="13667"/>
                  </a:cubicBezTo>
                  <a:cubicBezTo>
                    <a:pt x="10268" y="9452"/>
                    <a:pt x="10992" y="5143"/>
                    <a:pt x="11339" y="804"/>
                  </a:cubicBezTo>
                  <a:cubicBezTo>
                    <a:pt x="11378" y="323"/>
                    <a:pt x="10988" y="0"/>
                    <a:pt x="1058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3"/>
            <p:cNvSpPr/>
            <p:nvPr/>
          </p:nvSpPr>
          <p:spPr>
            <a:xfrm>
              <a:off x="3603703" y="2630936"/>
              <a:ext cx="1527921" cy="1322296"/>
            </a:xfrm>
            <a:custGeom>
              <a:avLst/>
              <a:gdLst/>
              <a:ahLst/>
              <a:cxnLst/>
              <a:rect l="l" t="t" r="r" b="b"/>
              <a:pathLst>
                <a:path w="17618" h="15247" extrusionOk="0">
                  <a:moveTo>
                    <a:pt x="10131" y="0"/>
                  </a:moveTo>
                  <a:cubicBezTo>
                    <a:pt x="10097" y="0"/>
                    <a:pt x="10064" y="6"/>
                    <a:pt x="10034" y="20"/>
                  </a:cubicBezTo>
                  <a:cubicBezTo>
                    <a:pt x="9474" y="268"/>
                    <a:pt x="9343" y="1161"/>
                    <a:pt x="9439" y="1695"/>
                  </a:cubicBezTo>
                  <a:cubicBezTo>
                    <a:pt x="9470" y="1860"/>
                    <a:pt x="9594" y="1941"/>
                    <a:pt x="9724" y="1941"/>
                  </a:cubicBezTo>
                  <a:cubicBezTo>
                    <a:pt x="9836" y="1941"/>
                    <a:pt x="9952" y="1880"/>
                    <a:pt x="10014" y="1761"/>
                  </a:cubicBezTo>
                  <a:cubicBezTo>
                    <a:pt x="10152" y="1501"/>
                    <a:pt x="10256" y="1229"/>
                    <a:pt x="10326" y="943"/>
                  </a:cubicBezTo>
                  <a:cubicBezTo>
                    <a:pt x="10390" y="680"/>
                    <a:pt x="10464" y="418"/>
                    <a:pt x="10373" y="153"/>
                  </a:cubicBezTo>
                  <a:cubicBezTo>
                    <a:pt x="10338" y="56"/>
                    <a:pt x="10232" y="0"/>
                    <a:pt x="10131" y="0"/>
                  </a:cubicBezTo>
                  <a:close/>
                  <a:moveTo>
                    <a:pt x="4433" y="3498"/>
                  </a:moveTo>
                  <a:cubicBezTo>
                    <a:pt x="4399" y="3498"/>
                    <a:pt x="4365" y="3505"/>
                    <a:pt x="4335" y="3519"/>
                  </a:cubicBezTo>
                  <a:cubicBezTo>
                    <a:pt x="4096" y="3630"/>
                    <a:pt x="4048" y="3891"/>
                    <a:pt x="3997" y="4130"/>
                  </a:cubicBezTo>
                  <a:cubicBezTo>
                    <a:pt x="3941" y="4386"/>
                    <a:pt x="3951" y="4647"/>
                    <a:pt x="4013" y="4900"/>
                  </a:cubicBezTo>
                  <a:cubicBezTo>
                    <a:pt x="4053" y="5060"/>
                    <a:pt x="4179" y="5145"/>
                    <a:pt x="4308" y="5145"/>
                  </a:cubicBezTo>
                  <a:cubicBezTo>
                    <a:pt x="4413" y="5145"/>
                    <a:pt x="4520" y="5088"/>
                    <a:pt x="4582" y="4967"/>
                  </a:cubicBezTo>
                  <a:cubicBezTo>
                    <a:pt x="4697" y="4735"/>
                    <a:pt x="4768" y="4486"/>
                    <a:pt x="4772" y="4221"/>
                  </a:cubicBezTo>
                  <a:cubicBezTo>
                    <a:pt x="4778" y="3980"/>
                    <a:pt x="4790" y="3713"/>
                    <a:pt x="4586" y="3550"/>
                  </a:cubicBezTo>
                  <a:cubicBezTo>
                    <a:pt x="4543" y="3516"/>
                    <a:pt x="4488" y="3498"/>
                    <a:pt x="4433" y="3498"/>
                  </a:cubicBezTo>
                  <a:close/>
                  <a:moveTo>
                    <a:pt x="9215" y="3230"/>
                  </a:moveTo>
                  <a:cubicBezTo>
                    <a:pt x="9188" y="3230"/>
                    <a:pt x="9160" y="3235"/>
                    <a:pt x="9133" y="3244"/>
                  </a:cubicBezTo>
                  <a:cubicBezTo>
                    <a:pt x="8877" y="3330"/>
                    <a:pt x="8781" y="3650"/>
                    <a:pt x="8688" y="3878"/>
                  </a:cubicBezTo>
                  <a:cubicBezTo>
                    <a:pt x="8570" y="4171"/>
                    <a:pt x="8461" y="4461"/>
                    <a:pt x="8411" y="4775"/>
                  </a:cubicBezTo>
                  <a:cubicBezTo>
                    <a:pt x="8371" y="5038"/>
                    <a:pt x="8574" y="5188"/>
                    <a:pt x="8783" y="5188"/>
                  </a:cubicBezTo>
                  <a:cubicBezTo>
                    <a:pt x="8926" y="5188"/>
                    <a:pt x="9072" y="5117"/>
                    <a:pt x="9146" y="4964"/>
                  </a:cubicBezTo>
                  <a:cubicBezTo>
                    <a:pt x="9279" y="4679"/>
                    <a:pt x="9343" y="4371"/>
                    <a:pt x="9409" y="4063"/>
                  </a:cubicBezTo>
                  <a:cubicBezTo>
                    <a:pt x="9460" y="3813"/>
                    <a:pt x="9546" y="3526"/>
                    <a:pt x="9377" y="3305"/>
                  </a:cubicBezTo>
                  <a:cubicBezTo>
                    <a:pt x="9335" y="3254"/>
                    <a:pt x="9276" y="3230"/>
                    <a:pt x="9215" y="3230"/>
                  </a:cubicBezTo>
                  <a:close/>
                  <a:moveTo>
                    <a:pt x="504" y="6166"/>
                  </a:moveTo>
                  <a:cubicBezTo>
                    <a:pt x="402" y="6166"/>
                    <a:pt x="299" y="6214"/>
                    <a:pt x="233" y="6296"/>
                  </a:cubicBezTo>
                  <a:cubicBezTo>
                    <a:pt x="1" y="6584"/>
                    <a:pt x="177" y="7045"/>
                    <a:pt x="278" y="7353"/>
                  </a:cubicBezTo>
                  <a:cubicBezTo>
                    <a:pt x="322" y="7486"/>
                    <a:pt x="433" y="7545"/>
                    <a:pt x="550" y="7545"/>
                  </a:cubicBezTo>
                  <a:cubicBezTo>
                    <a:pt x="709" y="7545"/>
                    <a:pt x="877" y="7437"/>
                    <a:pt x="895" y="7263"/>
                  </a:cubicBezTo>
                  <a:cubicBezTo>
                    <a:pt x="930" y="6930"/>
                    <a:pt x="984" y="6466"/>
                    <a:pt x="694" y="6232"/>
                  </a:cubicBezTo>
                  <a:cubicBezTo>
                    <a:pt x="638" y="6187"/>
                    <a:pt x="571" y="6166"/>
                    <a:pt x="504" y="6166"/>
                  </a:cubicBezTo>
                  <a:close/>
                  <a:moveTo>
                    <a:pt x="4560" y="6560"/>
                  </a:moveTo>
                  <a:cubicBezTo>
                    <a:pt x="4481" y="6560"/>
                    <a:pt x="4402" y="6584"/>
                    <a:pt x="4342" y="6628"/>
                  </a:cubicBezTo>
                  <a:cubicBezTo>
                    <a:pt x="4080" y="6820"/>
                    <a:pt x="4041" y="7190"/>
                    <a:pt x="4005" y="7493"/>
                  </a:cubicBezTo>
                  <a:cubicBezTo>
                    <a:pt x="3963" y="7831"/>
                    <a:pt x="3961" y="8160"/>
                    <a:pt x="4127" y="8467"/>
                  </a:cubicBezTo>
                  <a:cubicBezTo>
                    <a:pt x="4201" y="8603"/>
                    <a:pt x="4343" y="8679"/>
                    <a:pt x="4481" y="8679"/>
                  </a:cubicBezTo>
                  <a:cubicBezTo>
                    <a:pt x="4612" y="8679"/>
                    <a:pt x="4740" y="8610"/>
                    <a:pt x="4801" y="8458"/>
                  </a:cubicBezTo>
                  <a:cubicBezTo>
                    <a:pt x="4924" y="8151"/>
                    <a:pt x="4913" y="7868"/>
                    <a:pt x="4922" y="7544"/>
                  </a:cubicBezTo>
                  <a:cubicBezTo>
                    <a:pt x="4931" y="7237"/>
                    <a:pt x="4983" y="6950"/>
                    <a:pt x="4809" y="6683"/>
                  </a:cubicBezTo>
                  <a:cubicBezTo>
                    <a:pt x="4752" y="6597"/>
                    <a:pt x="4657" y="6560"/>
                    <a:pt x="4560" y="6560"/>
                  </a:cubicBezTo>
                  <a:close/>
                  <a:moveTo>
                    <a:pt x="12445" y="6671"/>
                  </a:moveTo>
                  <a:cubicBezTo>
                    <a:pt x="12372" y="6671"/>
                    <a:pt x="12298" y="6700"/>
                    <a:pt x="12250" y="6761"/>
                  </a:cubicBezTo>
                  <a:cubicBezTo>
                    <a:pt x="11850" y="7260"/>
                    <a:pt x="11603" y="7874"/>
                    <a:pt x="11596" y="8518"/>
                  </a:cubicBezTo>
                  <a:cubicBezTo>
                    <a:pt x="11593" y="8751"/>
                    <a:pt x="11821" y="8933"/>
                    <a:pt x="12023" y="8933"/>
                  </a:cubicBezTo>
                  <a:cubicBezTo>
                    <a:pt x="12146" y="8933"/>
                    <a:pt x="12259" y="8865"/>
                    <a:pt x="12304" y="8699"/>
                  </a:cubicBezTo>
                  <a:cubicBezTo>
                    <a:pt x="12459" y="8118"/>
                    <a:pt x="12573" y="7526"/>
                    <a:pt x="12689" y="6937"/>
                  </a:cubicBezTo>
                  <a:cubicBezTo>
                    <a:pt x="12721" y="6773"/>
                    <a:pt x="12583" y="6671"/>
                    <a:pt x="12445" y="6671"/>
                  </a:cubicBezTo>
                  <a:close/>
                  <a:moveTo>
                    <a:pt x="8282" y="7262"/>
                  </a:moveTo>
                  <a:cubicBezTo>
                    <a:pt x="8193" y="7262"/>
                    <a:pt x="8103" y="7307"/>
                    <a:pt x="8068" y="7401"/>
                  </a:cubicBezTo>
                  <a:cubicBezTo>
                    <a:pt x="7866" y="7939"/>
                    <a:pt x="7655" y="8429"/>
                    <a:pt x="7589" y="9005"/>
                  </a:cubicBezTo>
                  <a:cubicBezTo>
                    <a:pt x="7558" y="9261"/>
                    <a:pt x="7765" y="9418"/>
                    <a:pt x="7972" y="9418"/>
                  </a:cubicBezTo>
                  <a:cubicBezTo>
                    <a:pt x="8110" y="9418"/>
                    <a:pt x="8248" y="9349"/>
                    <a:pt x="8316" y="9192"/>
                  </a:cubicBezTo>
                  <a:cubicBezTo>
                    <a:pt x="8566" y="8615"/>
                    <a:pt x="8558" y="8070"/>
                    <a:pt x="8506" y="7452"/>
                  </a:cubicBezTo>
                  <a:cubicBezTo>
                    <a:pt x="8495" y="7327"/>
                    <a:pt x="8388" y="7262"/>
                    <a:pt x="8282" y="7262"/>
                  </a:cubicBezTo>
                  <a:close/>
                  <a:moveTo>
                    <a:pt x="1237" y="8580"/>
                  </a:moveTo>
                  <a:cubicBezTo>
                    <a:pt x="1161" y="8580"/>
                    <a:pt x="1085" y="8613"/>
                    <a:pt x="1036" y="8681"/>
                  </a:cubicBezTo>
                  <a:cubicBezTo>
                    <a:pt x="748" y="9075"/>
                    <a:pt x="963" y="9775"/>
                    <a:pt x="1324" y="10049"/>
                  </a:cubicBezTo>
                  <a:cubicBezTo>
                    <a:pt x="1381" y="10091"/>
                    <a:pt x="1444" y="10110"/>
                    <a:pt x="1507" y="10110"/>
                  </a:cubicBezTo>
                  <a:cubicBezTo>
                    <a:pt x="1657" y="10110"/>
                    <a:pt x="1800" y="9999"/>
                    <a:pt x="1824" y="9836"/>
                  </a:cubicBezTo>
                  <a:cubicBezTo>
                    <a:pt x="1860" y="9594"/>
                    <a:pt x="1798" y="9386"/>
                    <a:pt x="1722" y="9160"/>
                  </a:cubicBezTo>
                  <a:cubicBezTo>
                    <a:pt x="1658" y="8968"/>
                    <a:pt x="1562" y="8747"/>
                    <a:pt x="1392" y="8630"/>
                  </a:cubicBezTo>
                  <a:cubicBezTo>
                    <a:pt x="1346" y="8597"/>
                    <a:pt x="1292" y="8580"/>
                    <a:pt x="1237" y="8580"/>
                  </a:cubicBezTo>
                  <a:close/>
                  <a:moveTo>
                    <a:pt x="14641" y="10328"/>
                  </a:moveTo>
                  <a:cubicBezTo>
                    <a:pt x="14604" y="10328"/>
                    <a:pt x="14564" y="10337"/>
                    <a:pt x="14524" y="10357"/>
                  </a:cubicBezTo>
                  <a:cubicBezTo>
                    <a:pt x="14131" y="10555"/>
                    <a:pt x="13858" y="11090"/>
                    <a:pt x="13785" y="11503"/>
                  </a:cubicBezTo>
                  <a:cubicBezTo>
                    <a:pt x="13740" y="11757"/>
                    <a:pt x="13989" y="11957"/>
                    <a:pt x="14220" y="11957"/>
                  </a:cubicBezTo>
                  <a:cubicBezTo>
                    <a:pt x="14334" y="11957"/>
                    <a:pt x="14443" y="11908"/>
                    <a:pt x="14511" y="11793"/>
                  </a:cubicBezTo>
                  <a:cubicBezTo>
                    <a:pt x="14621" y="11607"/>
                    <a:pt x="14701" y="11431"/>
                    <a:pt x="14768" y="11226"/>
                  </a:cubicBezTo>
                  <a:cubicBezTo>
                    <a:pt x="14826" y="11050"/>
                    <a:pt x="14925" y="10840"/>
                    <a:pt x="14924" y="10653"/>
                  </a:cubicBezTo>
                  <a:cubicBezTo>
                    <a:pt x="14921" y="10493"/>
                    <a:pt x="14801" y="10328"/>
                    <a:pt x="14641" y="10328"/>
                  </a:cubicBezTo>
                  <a:close/>
                  <a:moveTo>
                    <a:pt x="11313" y="10073"/>
                  </a:moveTo>
                  <a:cubicBezTo>
                    <a:pt x="11275" y="10073"/>
                    <a:pt x="11236" y="10081"/>
                    <a:pt x="11202" y="10098"/>
                  </a:cubicBezTo>
                  <a:cubicBezTo>
                    <a:pt x="10857" y="10268"/>
                    <a:pt x="10697" y="10691"/>
                    <a:pt x="10537" y="11021"/>
                  </a:cubicBezTo>
                  <a:cubicBezTo>
                    <a:pt x="10383" y="11337"/>
                    <a:pt x="10225" y="11863"/>
                    <a:pt x="10666" y="12040"/>
                  </a:cubicBezTo>
                  <a:cubicBezTo>
                    <a:pt x="10730" y="12066"/>
                    <a:pt x="10789" y="12077"/>
                    <a:pt x="10845" y="12077"/>
                  </a:cubicBezTo>
                  <a:cubicBezTo>
                    <a:pt x="11154" y="12077"/>
                    <a:pt x="11349" y="11725"/>
                    <a:pt x="11436" y="11450"/>
                  </a:cubicBezTo>
                  <a:cubicBezTo>
                    <a:pt x="11546" y="11087"/>
                    <a:pt x="11734" y="10619"/>
                    <a:pt x="11587" y="10248"/>
                  </a:cubicBezTo>
                  <a:cubicBezTo>
                    <a:pt x="11544" y="10142"/>
                    <a:pt x="11427" y="10073"/>
                    <a:pt x="11313" y="10073"/>
                  </a:cubicBezTo>
                  <a:close/>
                  <a:moveTo>
                    <a:pt x="17332" y="10670"/>
                  </a:moveTo>
                  <a:cubicBezTo>
                    <a:pt x="17296" y="10670"/>
                    <a:pt x="17262" y="10676"/>
                    <a:pt x="17232" y="10690"/>
                  </a:cubicBezTo>
                  <a:cubicBezTo>
                    <a:pt x="17062" y="10770"/>
                    <a:pt x="16939" y="10920"/>
                    <a:pt x="16821" y="11062"/>
                  </a:cubicBezTo>
                  <a:cubicBezTo>
                    <a:pt x="16697" y="11218"/>
                    <a:pt x="16590" y="11366"/>
                    <a:pt x="16516" y="11552"/>
                  </a:cubicBezTo>
                  <a:cubicBezTo>
                    <a:pt x="16446" y="11729"/>
                    <a:pt x="16516" y="11936"/>
                    <a:pt x="16684" y="12029"/>
                  </a:cubicBezTo>
                  <a:cubicBezTo>
                    <a:pt x="16746" y="12063"/>
                    <a:pt x="16810" y="12080"/>
                    <a:pt x="16871" y="12080"/>
                  </a:cubicBezTo>
                  <a:cubicBezTo>
                    <a:pt x="16985" y="12080"/>
                    <a:pt x="17094" y="12024"/>
                    <a:pt x="17180" y="11930"/>
                  </a:cubicBezTo>
                  <a:cubicBezTo>
                    <a:pt x="17312" y="11785"/>
                    <a:pt x="17394" y="11614"/>
                    <a:pt x="17477" y="11437"/>
                  </a:cubicBezTo>
                  <a:cubicBezTo>
                    <a:pt x="17558" y="11263"/>
                    <a:pt x="17618" y="11095"/>
                    <a:pt x="17613" y="10901"/>
                  </a:cubicBezTo>
                  <a:cubicBezTo>
                    <a:pt x="17610" y="10761"/>
                    <a:pt x="17463" y="10670"/>
                    <a:pt x="17332" y="10670"/>
                  </a:cubicBezTo>
                  <a:close/>
                  <a:moveTo>
                    <a:pt x="4794" y="10470"/>
                  </a:moveTo>
                  <a:cubicBezTo>
                    <a:pt x="4750" y="10470"/>
                    <a:pt x="4707" y="10484"/>
                    <a:pt x="4675" y="10517"/>
                  </a:cubicBezTo>
                  <a:cubicBezTo>
                    <a:pt x="4521" y="10674"/>
                    <a:pt x="4496" y="10864"/>
                    <a:pt x="4444" y="11072"/>
                  </a:cubicBezTo>
                  <a:cubicBezTo>
                    <a:pt x="4386" y="11300"/>
                    <a:pt x="4368" y="11517"/>
                    <a:pt x="4361" y="11753"/>
                  </a:cubicBezTo>
                  <a:cubicBezTo>
                    <a:pt x="4353" y="12027"/>
                    <a:pt x="4579" y="12183"/>
                    <a:pt x="4790" y="12183"/>
                  </a:cubicBezTo>
                  <a:cubicBezTo>
                    <a:pt x="4964" y="12183"/>
                    <a:pt x="5128" y="12077"/>
                    <a:pt x="5143" y="11844"/>
                  </a:cubicBezTo>
                  <a:cubicBezTo>
                    <a:pt x="5158" y="11610"/>
                    <a:pt x="5169" y="11380"/>
                    <a:pt x="5136" y="11145"/>
                  </a:cubicBezTo>
                  <a:cubicBezTo>
                    <a:pt x="5110" y="10943"/>
                    <a:pt x="5105" y="10716"/>
                    <a:pt x="4973" y="10552"/>
                  </a:cubicBezTo>
                  <a:cubicBezTo>
                    <a:pt x="4933" y="10503"/>
                    <a:pt x="4862" y="10470"/>
                    <a:pt x="4794" y="10470"/>
                  </a:cubicBezTo>
                  <a:close/>
                  <a:moveTo>
                    <a:pt x="7673" y="10700"/>
                  </a:moveTo>
                  <a:cubicBezTo>
                    <a:pt x="7584" y="10700"/>
                    <a:pt x="7494" y="10748"/>
                    <a:pt x="7446" y="10848"/>
                  </a:cubicBezTo>
                  <a:cubicBezTo>
                    <a:pt x="7261" y="11236"/>
                    <a:pt x="7087" y="11751"/>
                    <a:pt x="7181" y="12180"/>
                  </a:cubicBezTo>
                  <a:cubicBezTo>
                    <a:pt x="7224" y="12372"/>
                    <a:pt x="7378" y="12474"/>
                    <a:pt x="7534" y="12474"/>
                  </a:cubicBezTo>
                  <a:cubicBezTo>
                    <a:pt x="7662" y="12474"/>
                    <a:pt x="7792" y="12405"/>
                    <a:pt x="7862" y="12260"/>
                  </a:cubicBezTo>
                  <a:cubicBezTo>
                    <a:pt x="8057" y="11865"/>
                    <a:pt x="8006" y="11324"/>
                    <a:pt x="7916" y="10902"/>
                  </a:cubicBezTo>
                  <a:cubicBezTo>
                    <a:pt x="7888" y="10770"/>
                    <a:pt x="7781" y="10700"/>
                    <a:pt x="7673" y="10700"/>
                  </a:cubicBezTo>
                  <a:close/>
                  <a:moveTo>
                    <a:pt x="2244" y="11513"/>
                  </a:moveTo>
                  <a:cubicBezTo>
                    <a:pt x="2244" y="11513"/>
                    <a:pt x="2243" y="11513"/>
                    <a:pt x="2243" y="11513"/>
                  </a:cubicBezTo>
                  <a:lnTo>
                    <a:pt x="2235" y="11513"/>
                  </a:lnTo>
                  <a:cubicBezTo>
                    <a:pt x="2104" y="11516"/>
                    <a:pt x="2007" y="11562"/>
                    <a:pt x="1950" y="11683"/>
                  </a:cubicBezTo>
                  <a:cubicBezTo>
                    <a:pt x="1769" y="12064"/>
                    <a:pt x="1888" y="12698"/>
                    <a:pt x="2330" y="12833"/>
                  </a:cubicBezTo>
                  <a:cubicBezTo>
                    <a:pt x="2367" y="12845"/>
                    <a:pt x="2403" y="12850"/>
                    <a:pt x="2438" y="12850"/>
                  </a:cubicBezTo>
                  <a:cubicBezTo>
                    <a:pt x="2639" y="12850"/>
                    <a:pt x="2775" y="12660"/>
                    <a:pt x="2708" y="12446"/>
                  </a:cubicBezTo>
                  <a:cubicBezTo>
                    <a:pt x="2657" y="12282"/>
                    <a:pt x="2538" y="12148"/>
                    <a:pt x="2496" y="11978"/>
                  </a:cubicBezTo>
                  <a:cubicBezTo>
                    <a:pt x="2458" y="11821"/>
                    <a:pt x="2494" y="11513"/>
                    <a:pt x="2244" y="11513"/>
                  </a:cubicBezTo>
                  <a:close/>
                  <a:moveTo>
                    <a:pt x="4436" y="13106"/>
                  </a:moveTo>
                  <a:cubicBezTo>
                    <a:pt x="4357" y="13106"/>
                    <a:pt x="4279" y="13157"/>
                    <a:pt x="4259" y="13262"/>
                  </a:cubicBezTo>
                  <a:cubicBezTo>
                    <a:pt x="4195" y="13582"/>
                    <a:pt x="4088" y="13896"/>
                    <a:pt x="4121" y="14224"/>
                  </a:cubicBezTo>
                  <a:cubicBezTo>
                    <a:pt x="4140" y="14415"/>
                    <a:pt x="4304" y="14510"/>
                    <a:pt x="4466" y="14510"/>
                  </a:cubicBezTo>
                  <a:cubicBezTo>
                    <a:pt x="4632" y="14510"/>
                    <a:pt x="4796" y="14411"/>
                    <a:pt x="4806" y="14214"/>
                  </a:cubicBezTo>
                  <a:cubicBezTo>
                    <a:pt x="4822" y="13880"/>
                    <a:pt x="4700" y="13576"/>
                    <a:pt x="4620" y="13256"/>
                  </a:cubicBezTo>
                  <a:cubicBezTo>
                    <a:pt x="4594" y="13157"/>
                    <a:pt x="4515" y="13106"/>
                    <a:pt x="4436" y="13106"/>
                  </a:cubicBezTo>
                  <a:close/>
                  <a:moveTo>
                    <a:pt x="15741" y="12741"/>
                  </a:moveTo>
                  <a:cubicBezTo>
                    <a:pt x="15667" y="12741"/>
                    <a:pt x="15590" y="12762"/>
                    <a:pt x="15521" y="12805"/>
                  </a:cubicBezTo>
                  <a:cubicBezTo>
                    <a:pt x="15312" y="12936"/>
                    <a:pt x="15156" y="13160"/>
                    <a:pt x="15014" y="13359"/>
                  </a:cubicBezTo>
                  <a:cubicBezTo>
                    <a:pt x="14860" y="13576"/>
                    <a:pt x="14729" y="13787"/>
                    <a:pt x="14628" y="14034"/>
                  </a:cubicBezTo>
                  <a:cubicBezTo>
                    <a:pt x="14491" y="14377"/>
                    <a:pt x="14759" y="14630"/>
                    <a:pt x="15046" y="14630"/>
                  </a:cubicBezTo>
                  <a:cubicBezTo>
                    <a:pt x="15171" y="14630"/>
                    <a:pt x="15299" y="14582"/>
                    <a:pt x="15399" y="14471"/>
                  </a:cubicBezTo>
                  <a:cubicBezTo>
                    <a:pt x="15578" y="14274"/>
                    <a:pt x="15701" y="14057"/>
                    <a:pt x="15828" y="13823"/>
                  </a:cubicBezTo>
                  <a:cubicBezTo>
                    <a:pt x="15946" y="13605"/>
                    <a:pt x="16066" y="13377"/>
                    <a:pt x="16091" y="13129"/>
                  </a:cubicBezTo>
                  <a:cubicBezTo>
                    <a:pt x="16120" y="12886"/>
                    <a:pt x="15939" y="12741"/>
                    <a:pt x="15741" y="12741"/>
                  </a:cubicBezTo>
                  <a:close/>
                  <a:moveTo>
                    <a:pt x="13362" y="12612"/>
                  </a:moveTo>
                  <a:cubicBezTo>
                    <a:pt x="13290" y="12612"/>
                    <a:pt x="13220" y="12631"/>
                    <a:pt x="13167" y="12683"/>
                  </a:cubicBezTo>
                  <a:cubicBezTo>
                    <a:pt x="12769" y="13063"/>
                    <a:pt x="12357" y="13618"/>
                    <a:pt x="12212" y="14152"/>
                  </a:cubicBezTo>
                  <a:cubicBezTo>
                    <a:pt x="12121" y="14490"/>
                    <a:pt x="12356" y="14753"/>
                    <a:pt x="12626" y="14753"/>
                  </a:cubicBezTo>
                  <a:cubicBezTo>
                    <a:pt x="12744" y="14753"/>
                    <a:pt x="12869" y="14703"/>
                    <a:pt x="12977" y="14586"/>
                  </a:cubicBezTo>
                  <a:cubicBezTo>
                    <a:pt x="13355" y="14178"/>
                    <a:pt x="13605" y="13532"/>
                    <a:pt x="13717" y="12990"/>
                  </a:cubicBezTo>
                  <a:cubicBezTo>
                    <a:pt x="13740" y="12868"/>
                    <a:pt x="13669" y="12747"/>
                    <a:pt x="13583" y="12676"/>
                  </a:cubicBezTo>
                  <a:cubicBezTo>
                    <a:pt x="13566" y="12660"/>
                    <a:pt x="13544" y="12645"/>
                    <a:pt x="13521" y="12638"/>
                  </a:cubicBezTo>
                  <a:lnTo>
                    <a:pt x="13506" y="12635"/>
                  </a:lnTo>
                  <a:cubicBezTo>
                    <a:pt x="13460" y="12621"/>
                    <a:pt x="13411" y="12612"/>
                    <a:pt x="13362" y="12612"/>
                  </a:cubicBezTo>
                  <a:close/>
                  <a:moveTo>
                    <a:pt x="7099" y="13564"/>
                  </a:moveTo>
                  <a:cubicBezTo>
                    <a:pt x="7023" y="13564"/>
                    <a:pt x="6948" y="13602"/>
                    <a:pt x="6923" y="13683"/>
                  </a:cubicBezTo>
                  <a:cubicBezTo>
                    <a:pt x="6865" y="13867"/>
                    <a:pt x="6821" y="14056"/>
                    <a:pt x="6757" y="14237"/>
                  </a:cubicBezTo>
                  <a:cubicBezTo>
                    <a:pt x="6684" y="14441"/>
                    <a:pt x="6614" y="14615"/>
                    <a:pt x="6654" y="14835"/>
                  </a:cubicBezTo>
                  <a:cubicBezTo>
                    <a:pt x="6686" y="15014"/>
                    <a:pt x="6836" y="15111"/>
                    <a:pt x="6986" y="15111"/>
                  </a:cubicBezTo>
                  <a:cubicBezTo>
                    <a:pt x="7109" y="15111"/>
                    <a:pt x="7233" y="15046"/>
                    <a:pt x="7292" y="14910"/>
                  </a:cubicBezTo>
                  <a:cubicBezTo>
                    <a:pt x="7381" y="14707"/>
                    <a:pt x="7353" y="14519"/>
                    <a:pt x="7330" y="14303"/>
                  </a:cubicBezTo>
                  <a:cubicBezTo>
                    <a:pt x="7308" y="14112"/>
                    <a:pt x="7312" y="13917"/>
                    <a:pt x="7298" y="13727"/>
                  </a:cubicBezTo>
                  <a:cubicBezTo>
                    <a:pt x="7290" y="13622"/>
                    <a:pt x="7193" y="13564"/>
                    <a:pt x="7099" y="13564"/>
                  </a:cubicBezTo>
                  <a:close/>
                  <a:moveTo>
                    <a:pt x="10366" y="13069"/>
                  </a:moveTo>
                  <a:cubicBezTo>
                    <a:pt x="10341" y="13069"/>
                    <a:pt x="10317" y="13074"/>
                    <a:pt x="10296" y="13087"/>
                  </a:cubicBezTo>
                  <a:cubicBezTo>
                    <a:pt x="9999" y="13265"/>
                    <a:pt x="9890" y="13551"/>
                    <a:pt x="9759" y="13858"/>
                  </a:cubicBezTo>
                  <a:cubicBezTo>
                    <a:pt x="9614" y="14195"/>
                    <a:pt x="9422" y="14554"/>
                    <a:pt x="9474" y="14929"/>
                  </a:cubicBezTo>
                  <a:cubicBezTo>
                    <a:pt x="9500" y="15103"/>
                    <a:pt x="9681" y="15246"/>
                    <a:pt x="9856" y="15246"/>
                  </a:cubicBezTo>
                  <a:cubicBezTo>
                    <a:pt x="9930" y="15246"/>
                    <a:pt x="10002" y="15221"/>
                    <a:pt x="10062" y="15161"/>
                  </a:cubicBezTo>
                  <a:cubicBezTo>
                    <a:pt x="10332" y="14886"/>
                    <a:pt x="10396" y="14541"/>
                    <a:pt x="10485" y="14178"/>
                  </a:cubicBezTo>
                  <a:cubicBezTo>
                    <a:pt x="10565" y="13846"/>
                    <a:pt x="10681" y="13512"/>
                    <a:pt x="10544" y="13185"/>
                  </a:cubicBezTo>
                  <a:cubicBezTo>
                    <a:pt x="10517" y="13121"/>
                    <a:pt x="10440" y="13069"/>
                    <a:pt x="10366" y="13069"/>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6" name="Google Shape;556;p33"/>
          <p:cNvGrpSpPr/>
          <p:nvPr/>
        </p:nvGrpSpPr>
        <p:grpSpPr>
          <a:xfrm rot="-2078918" flipH="1">
            <a:off x="5553473" y="3103862"/>
            <a:ext cx="1079701" cy="2381495"/>
            <a:chOff x="1768957" y="2795221"/>
            <a:chExt cx="905793" cy="1997906"/>
          </a:xfrm>
        </p:grpSpPr>
        <p:sp>
          <p:nvSpPr>
            <p:cNvPr id="557" name="Google Shape;557;p33"/>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3"/>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3"/>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0" name="Google Shape;560;p33"/>
          <p:cNvGrpSpPr/>
          <p:nvPr/>
        </p:nvGrpSpPr>
        <p:grpSpPr>
          <a:xfrm rot="405101" flipH="1">
            <a:off x="6546626" y="2468390"/>
            <a:ext cx="806629" cy="734155"/>
            <a:chOff x="3662937" y="1822922"/>
            <a:chExt cx="847477" cy="771332"/>
          </a:xfrm>
        </p:grpSpPr>
        <p:sp>
          <p:nvSpPr>
            <p:cNvPr id="561" name="Google Shape;561;p33"/>
            <p:cNvSpPr/>
            <p:nvPr/>
          </p:nvSpPr>
          <p:spPr>
            <a:xfrm>
              <a:off x="3662937" y="1822922"/>
              <a:ext cx="847477" cy="771332"/>
            </a:xfrm>
            <a:custGeom>
              <a:avLst/>
              <a:gdLst/>
              <a:ahLst/>
              <a:cxnLst/>
              <a:rect l="l" t="t" r="r" b="b"/>
              <a:pathLst>
                <a:path w="9772" h="8894" extrusionOk="0">
                  <a:moveTo>
                    <a:pt x="5193" y="0"/>
                  </a:moveTo>
                  <a:cubicBezTo>
                    <a:pt x="5176" y="0"/>
                    <a:pt x="5158" y="1"/>
                    <a:pt x="5141" y="3"/>
                  </a:cubicBezTo>
                  <a:cubicBezTo>
                    <a:pt x="4757" y="39"/>
                    <a:pt x="4511" y="437"/>
                    <a:pt x="4364" y="805"/>
                  </a:cubicBezTo>
                  <a:cubicBezTo>
                    <a:pt x="4073" y="1526"/>
                    <a:pt x="3922" y="2303"/>
                    <a:pt x="3918" y="3078"/>
                  </a:cubicBezTo>
                  <a:cubicBezTo>
                    <a:pt x="3897" y="2227"/>
                    <a:pt x="3492" y="1398"/>
                    <a:pt x="2839" y="881"/>
                  </a:cubicBezTo>
                  <a:cubicBezTo>
                    <a:pt x="2574" y="671"/>
                    <a:pt x="2234" y="513"/>
                    <a:pt x="1907" y="513"/>
                  </a:cubicBezTo>
                  <a:cubicBezTo>
                    <a:pt x="1750" y="513"/>
                    <a:pt x="1597" y="549"/>
                    <a:pt x="1456" y="634"/>
                  </a:cubicBezTo>
                  <a:cubicBezTo>
                    <a:pt x="1128" y="831"/>
                    <a:pt x="971" y="1241"/>
                    <a:pt x="946" y="1629"/>
                  </a:cubicBezTo>
                  <a:cubicBezTo>
                    <a:pt x="876" y="2668"/>
                    <a:pt x="1676" y="3672"/>
                    <a:pt x="2678" y="3809"/>
                  </a:cubicBezTo>
                  <a:cubicBezTo>
                    <a:pt x="2539" y="3799"/>
                    <a:pt x="2399" y="3793"/>
                    <a:pt x="2259" y="3793"/>
                  </a:cubicBezTo>
                  <a:cubicBezTo>
                    <a:pt x="1774" y="3793"/>
                    <a:pt x="1288" y="3867"/>
                    <a:pt x="876" y="4124"/>
                  </a:cubicBezTo>
                  <a:cubicBezTo>
                    <a:pt x="346" y="4457"/>
                    <a:pt x="1" y="5183"/>
                    <a:pt x="267" y="5750"/>
                  </a:cubicBezTo>
                  <a:cubicBezTo>
                    <a:pt x="501" y="6247"/>
                    <a:pt x="1099" y="6573"/>
                    <a:pt x="1644" y="6573"/>
                  </a:cubicBezTo>
                  <a:cubicBezTo>
                    <a:pt x="1669" y="6573"/>
                    <a:pt x="1693" y="6573"/>
                    <a:pt x="1717" y="6571"/>
                  </a:cubicBezTo>
                  <a:cubicBezTo>
                    <a:pt x="2279" y="6541"/>
                    <a:pt x="2941" y="6023"/>
                    <a:pt x="3285" y="5847"/>
                  </a:cubicBezTo>
                  <a:lnTo>
                    <a:pt x="3285" y="5847"/>
                  </a:lnTo>
                  <a:cubicBezTo>
                    <a:pt x="2829" y="6464"/>
                    <a:pt x="2721" y="7013"/>
                    <a:pt x="2701" y="7580"/>
                  </a:cubicBezTo>
                  <a:cubicBezTo>
                    <a:pt x="2676" y="8326"/>
                    <a:pt x="3368" y="8879"/>
                    <a:pt x="3999" y="8893"/>
                  </a:cubicBezTo>
                  <a:cubicBezTo>
                    <a:pt x="4008" y="8893"/>
                    <a:pt x="4016" y="8894"/>
                    <a:pt x="4024" y="8894"/>
                  </a:cubicBezTo>
                  <a:cubicBezTo>
                    <a:pt x="4500" y="8894"/>
                    <a:pt x="4925" y="8526"/>
                    <a:pt x="5143" y="8086"/>
                  </a:cubicBezTo>
                  <a:cubicBezTo>
                    <a:pt x="5367" y="7640"/>
                    <a:pt x="5418" y="7131"/>
                    <a:pt x="5466" y="6635"/>
                  </a:cubicBezTo>
                  <a:cubicBezTo>
                    <a:pt x="5718" y="7105"/>
                    <a:pt x="5985" y="7590"/>
                    <a:pt x="6420" y="7893"/>
                  </a:cubicBezTo>
                  <a:cubicBezTo>
                    <a:pt x="6635" y="8041"/>
                    <a:pt x="6904" y="8127"/>
                    <a:pt x="7166" y="8127"/>
                  </a:cubicBezTo>
                  <a:cubicBezTo>
                    <a:pt x="7430" y="8127"/>
                    <a:pt x="7686" y="8040"/>
                    <a:pt x="7870" y="7842"/>
                  </a:cubicBezTo>
                  <a:cubicBezTo>
                    <a:pt x="8168" y="7522"/>
                    <a:pt x="8188" y="7007"/>
                    <a:pt x="8029" y="6602"/>
                  </a:cubicBezTo>
                  <a:cubicBezTo>
                    <a:pt x="7871" y="6195"/>
                    <a:pt x="7570" y="5868"/>
                    <a:pt x="7276" y="5552"/>
                  </a:cubicBezTo>
                  <a:lnTo>
                    <a:pt x="7276" y="5552"/>
                  </a:lnTo>
                  <a:cubicBezTo>
                    <a:pt x="7684" y="5709"/>
                    <a:pt x="8109" y="5867"/>
                    <a:pt x="8540" y="5867"/>
                  </a:cubicBezTo>
                  <a:cubicBezTo>
                    <a:pt x="8612" y="5867"/>
                    <a:pt x="8684" y="5863"/>
                    <a:pt x="8756" y="5853"/>
                  </a:cubicBezTo>
                  <a:cubicBezTo>
                    <a:pt x="9264" y="5786"/>
                    <a:pt x="9771" y="5373"/>
                    <a:pt x="9770" y="4850"/>
                  </a:cubicBezTo>
                  <a:cubicBezTo>
                    <a:pt x="9767" y="4392"/>
                    <a:pt x="9379" y="4018"/>
                    <a:pt x="8950" y="3895"/>
                  </a:cubicBezTo>
                  <a:cubicBezTo>
                    <a:pt x="8785" y="3847"/>
                    <a:pt x="8617" y="3829"/>
                    <a:pt x="8446" y="3829"/>
                  </a:cubicBezTo>
                  <a:cubicBezTo>
                    <a:pt x="8172" y="3829"/>
                    <a:pt x="7894" y="3876"/>
                    <a:pt x="7622" y="3927"/>
                  </a:cubicBezTo>
                  <a:cubicBezTo>
                    <a:pt x="8088" y="3677"/>
                    <a:pt x="8531" y="3313"/>
                    <a:pt x="8706" y="2804"/>
                  </a:cubicBezTo>
                  <a:cubicBezTo>
                    <a:pt x="8883" y="2297"/>
                    <a:pt x="8695" y="1638"/>
                    <a:pt x="8208" y="1452"/>
                  </a:cubicBezTo>
                  <a:cubicBezTo>
                    <a:pt x="8114" y="1416"/>
                    <a:pt x="8017" y="1399"/>
                    <a:pt x="7919" y="1399"/>
                  </a:cubicBezTo>
                  <a:cubicBezTo>
                    <a:pt x="7552" y="1399"/>
                    <a:pt x="7177" y="1633"/>
                    <a:pt x="6924" y="1928"/>
                  </a:cubicBezTo>
                  <a:cubicBezTo>
                    <a:pt x="6605" y="2303"/>
                    <a:pt x="6405" y="2769"/>
                    <a:pt x="6107" y="3162"/>
                  </a:cubicBezTo>
                  <a:cubicBezTo>
                    <a:pt x="6379" y="2368"/>
                    <a:pt x="6346" y="1471"/>
                    <a:pt x="6009" y="712"/>
                  </a:cubicBezTo>
                  <a:cubicBezTo>
                    <a:pt x="5853" y="359"/>
                    <a:pt x="5564" y="0"/>
                    <a:pt x="519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3"/>
            <p:cNvSpPr/>
            <p:nvPr/>
          </p:nvSpPr>
          <p:spPr>
            <a:xfrm>
              <a:off x="3940631" y="2060027"/>
              <a:ext cx="331810" cy="310996"/>
            </a:xfrm>
            <a:custGeom>
              <a:avLst/>
              <a:gdLst/>
              <a:ahLst/>
              <a:cxnLst/>
              <a:rect l="l" t="t" r="r" b="b"/>
              <a:pathLst>
                <a:path w="3826" h="3586" extrusionOk="0">
                  <a:moveTo>
                    <a:pt x="1829" y="1"/>
                  </a:moveTo>
                  <a:cubicBezTo>
                    <a:pt x="1783" y="1"/>
                    <a:pt x="1737" y="13"/>
                    <a:pt x="1694" y="34"/>
                  </a:cubicBezTo>
                  <a:cubicBezTo>
                    <a:pt x="1472" y="143"/>
                    <a:pt x="1454" y="386"/>
                    <a:pt x="1443" y="605"/>
                  </a:cubicBezTo>
                  <a:cubicBezTo>
                    <a:pt x="1433" y="791"/>
                    <a:pt x="1422" y="1039"/>
                    <a:pt x="1531" y="1197"/>
                  </a:cubicBezTo>
                  <a:cubicBezTo>
                    <a:pt x="1578" y="1263"/>
                    <a:pt x="1656" y="1305"/>
                    <a:pt x="1733" y="1305"/>
                  </a:cubicBezTo>
                  <a:cubicBezTo>
                    <a:pt x="1787" y="1305"/>
                    <a:pt x="1840" y="1284"/>
                    <a:pt x="1882" y="1238"/>
                  </a:cubicBezTo>
                  <a:cubicBezTo>
                    <a:pt x="2014" y="1091"/>
                    <a:pt x="2043" y="870"/>
                    <a:pt x="2084" y="678"/>
                  </a:cubicBezTo>
                  <a:cubicBezTo>
                    <a:pt x="2129" y="457"/>
                    <a:pt x="2173" y="246"/>
                    <a:pt x="1997" y="70"/>
                  </a:cubicBezTo>
                  <a:cubicBezTo>
                    <a:pt x="1948" y="22"/>
                    <a:pt x="1889" y="1"/>
                    <a:pt x="1829" y="1"/>
                  </a:cubicBezTo>
                  <a:close/>
                  <a:moveTo>
                    <a:pt x="382" y="660"/>
                  </a:moveTo>
                  <a:cubicBezTo>
                    <a:pt x="171" y="660"/>
                    <a:pt x="90" y="906"/>
                    <a:pt x="171" y="1069"/>
                  </a:cubicBezTo>
                  <a:cubicBezTo>
                    <a:pt x="248" y="1230"/>
                    <a:pt x="381" y="1329"/>
                    <a:pt x="527" y="1431"/>
                  </a:cubicBezTo>
                  <a:cubicBezTo>
                    <a:pt x="658" y="1521"/>
                    <a:pt x="791" y="1616"/>
                    <a:pt x="946" y="1656"/>
                  </a:cubicBezTo>
                  <a:cubicBezTo>
                    <a:pt x="971" y="1663"/>
                    <a:pt x="996" y="1666"/>
                    <a:pt x="1020" y="1666"/>
                  </a:cubicBezTo>
                  <a:cubicBezTo>
                    <a:pt x="1223" y="1666"/>
                    <a:pt x="1329" y="1435"/>
                    <a:pt x="1248" y="1251"/>
                  </a:cubicBezTo>
                  <a:cubicBezTo>
                    <a:pt x="1181" y="1100"/>
                    <a:pt x="1040" y="979"/>
                    <a:pt x="914" y="879"/>
                  </a:cubicBezTo>
                  <a:cubicBezTo>
                    <a:pt x="754" y="751"/>
                    <a:pt x="607" y="672"/>
                    <a:pt x="399" y="661"/>
                  </a:cubicBezTo>
                  <a:cubicBezTo>
                    <a:pt x="393" y="660"/>
                    <a:pt x="388" y="660"/>
                    <a:pt x="382" y="660"/>
                  </a:cubicBezTo>
                  <a:close/>
                  <a:moveTo>
                    <a:pt x="3131" y="939"/>
                  </a:moveTo>
                  <a:cubicBezTo>
                    <a:pt x="2852" y="939"/>
                    <a:pt x="2524" y="1062"/>
                    <a:pt x="2353" y="1249"/>
                  </a:cubicBezTo>
                  <a:cubicBezTo>
                    <a:pt x="2195" y="1421"/>
                    <a:pt x="2299" y="1735"/>
                    <a:pt x="2546" y="1735"/>
                  </a:cubicBezTo>
                  <a:cubicBezTo>
                    <a:pt x="2551" y="1735"/>
                    <a:pt x="2557" y="1735"/>
                    <a:pt x="2562" y="1735"/>
                  </a:cubicBezTo>
                  <a:cubicBezTo>
                    <a:pt x="2725" y="1723"/>
                    <a:pt x="2860" y="1678"/>
                    <a:pt x="3010" y="1613"/>
                  </a:cubicBezTo>
                  <a:cubicBezTo>
                    <a:pt x="3129" y="1562"/>
                    <a:pt x="3262" y="1533"/>
                    <a:pt x="3365" y="1454"/>
                  </a:cubicBezTo>
                  <a:cubicBezTo>
                    <a:pt x="3544" y="1323"/>
                    <a:pt x="3544" y="1008"/>
                    <a:pt x="3292" y="954"/>
                  </a:cubicBezTo>
                  <a:cubicBezTo>
                    <a:pt x="3242" y="944"/>
                    <a:pt x="3187" y="939"/>
                    <a:pt x="3131" y="939"/>
                  </a:cubicBezTo>
                  <a:close/>
                  <a:moveTo>
                    <a:pt x="2514" y="1837"/>
                  </a:moveTo>
                  <a:cubicBezTo>
                    <a:pt x="2221" y="1837"/>
                    <a:pt x="2046" y="2143"/>
                    <a:pt x="2257" y="2392"/>
                  </a:cubicBezTo>
                  <a:cubicBezTo>
                    <a:pt x="2379" y="2539"/>
                    <a:pt x="2623" y="2609"/>
                    <a:pt x="2796" y="2677"/>
                  </a:cubicBezTo>
                  <a:cubicBezTo>
                    <a:pt x="3006" y="2761"/>
                    <a:pt x="3195" y="2808"/>
                    <a:pt x="3420" y="2815"/>
                  </a:cubicBezTo>
                  <a:cubicBezTo>
                    <a:pt x="3423" y="2815"/>
                    <a:pt x="3425" y="2815"/>
                    <a:pt x="3427" y="2815"/>
                  </a:cubicBezTo>
                  <a:cubicBezTo>
                    <a:pt x="3673" y="2815"/>
                    <a:pt x="3825" y="2457"/>
                    <a:pt x="3625" y="2295"/>
                  </a:cubicBezTo>
                  <a:cubicBezTo>
                    <a:pt x="3331" y="2055"/>
                    <a:pt x="2943" y="1883"/>
                    <a:pt x="2565" y="1840"/>
                  </a:cubicBezTo>
                  <a:cubicBezTo>
                    <a:pt x="2548" y="1838"/>
                    <a:pt x="2531" y="1837"/>
                    <a:pt x="2514" y="1837"/>
                  </a:cubicBezTo>
                  <a:close/>
                  <a:moveTo>
                    <a:pt x="925" y="1899"/>
                  </a:moveTo>
                  <a:cubicBezTo>
                    <a:pt x="804" y="1899"/>
                    <a:pt x="684" y="1945"/>
                    <a:pt x="573" y="1991"/>
                  </a:cubicBezTo>
                  <a:cubicBezTo>
                    <a:pt x="493" y="2023"/>
                    <a:pt x="413" y="2053"/>
                    <a:pt x="342" y="2103"/>
                  </a:cubicBezTo>
                  <a:cubicBezTo>
                    <a:pt x="252" y="2165"/>
                    <a:pt x="195" y="2235"/>
                    <a:pt x="131" y="2324"/>
                  </a:cubicBezTo>
                  <a:cubicBezTo>
                    <a:pt x="0" y="2510"/>
                    <a:pt x="168" y="2831"/>
                    <a:pt x="398" y="2831"/>
                  </a:cubicBezTo>
                  <a:cubicBezTo>
                    <a:pt x="409" y="2831"/>
                    <a:pt x="422" y="2830"/>
                    <a:pt x="434" y="2828"/>
                  </a:cubicBezTo>
                  <a:cubicBezTo>
                    <a:pt x="543" y="2812"/>
                    <a:pt x="626" y="2798"/>
                    <a:pt x="726" y="2747"/>
                  </a:cubicBezTo>
                  <a:cubicBezTo>
                    <a:pt x="781" y="2719"/>
                    <a:pt x="829" y="2687"/>
                    <a:pt x="880" y="2654"/>
                  </a:cubicBezTo>
                  <a:cubicBezTo>
                    <a:pt x="1007" y="2569"/>
                    <a:pt x="1159" y="2492"/>
                    <a:pt x="1228" y="2351"/>
                  </a:cubicBezTo>
                  <a:cubicBezTo>
                    <a:pt x="1316" y="2175"/>
                    <a:pt x="1235" y="1970"/>
                    <a:pt x="1043" y="1915"/>
                  </a:cubicBezTo>
                  <a:cubicBezTo>
                    <a:pt x="1004" y="1904"/>
                    <a:pt x="964" y="1899"/>
                    <a:pt x="925" y="1899"/>
                  </a:cubicBezTo>
                  <a:close/>
                  <a:moveTo>
                    <a:pt x="1705" y="2383"/>
                  </a:moveTo>
                  <a:cubicBezTo>
                    <a:pt x="1552" y="2383"/>
                    <a:pt x="1435" y="2504"/>
                    <a:pt x="1389" y="2641"/>
                  </a:cubicBezTo>
                  <a:cubicBezTo>
                    <a:pt x="1312" y="2885"/>
                    <a:pt x="1367" y="3211"/>
                    <a:pt x="1513" y="3421"/>
                  </a:cubicBezTo>
                  <a:cubicBezTo>
                    <a:pt x="1585" y="3526"/>
                    <a:pt x="1690" y="3585"/>
                    <a:pt x="1808" y="3585"/>
                  </a:cubicBezTo>
                  <a:cubicBezTo>
                    <a:pt x="1837" y="3585"/>
                    <a:pt x="1867" y="3582"/>
                    <a:pt x="1898" y="3574"/>
                  </a:cubicBezTo>
                  <a:cubicBezTo>
                    <a:pt x="2053" y="3538"/>
                    <a:pt x="2133" y="3387"/>
                    <a:pt x="2144" y="3240"/>
                  </a:cubicBezTo>
                  <a:cubicBezTo>
                    <a:pt x="2152" y="3125"/>
                    <a:pt x="2141" y="3011"/>
                    <a:pt x="2116" y="2901"/>
                  </a:cubicBezTo>
                  <a:cubicBezTo>
                    <a:pt x="2107" y="2857"/>
                    <a:pt x="2098" y="2815"/>
                    <a:pt x="2090" y="2772"/>
                  </a:cubicBezTo>
                  <a:lnTo>
                    <a:pt x="2090" y="2772"/>
                  </a:lnTo>
                  <a:cubicBezTo>
                    <a:pt x="2091" y="2781"/>
                    <a:pt x="2092" y="2786"/>
                    <a:pt x="2092" y="2786"/>
                  </a:cubicBezTo>
                  <a:cubicBezTo>
                    <a:pt x="2089" y="2786"/>
                    <a:pt x="2056" y="2650"/>
                    <a:pt x="2049" y="2629"/>
                  </a:cubicBezTo>
                  <a:cubicBezTo>
                    <a:pt x="1985" y="2484"/>
                    <a:pt x="1879" y="2385"/>
                    <a:pt x="1713" y="2383"/>
                  </a:cubicBezTo>
                  <a:cubicBezTo>
                    <a:pt x="1710" y="2383"/>
                    <a:pt x="1708" y="2383"/>
                    <a:pt x="1705" y="2383"/>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63" name="Google Shape;563;p33"/>
          <p:cNvSpPr/>
          <p:nvPr/>
        </p:nvSpPr>
        <p:spPr>
          <a:xfrm rot="-999194" flipH="1">
            <a:off x="5095162" y="4118056"/>
            <a:ext cx="503425" cy="1266081"/>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1">
  <p:cSld name="CUSTOM_12">
    <p:spTree>
      <p:nvGrpSpPr>
        <p:cNvPr id="1" name="Shape 564"/>
        <p:cNvGrpSpPr/>
        <p:nvPr/>
      </p:nvGrpSpPr>
      <p:grpSpPr>
        <a:xfrm>
          <a:off x="0" y="0"/>
          <a:ext cx="0" cy="0"/>
          <a:chOff x="0" y="0"/>
          <a:chExt cx="0" cy="0"/>
        </a:xfrm>
      </p:grpSpPr>
      <p:sp>
        <p:nvSpPr>
          <p:cNvPr id="565" name="Google Shape;565;p34"/>
          <p:cNvSpPr/>
          <p:nvPr/>
        </p:nvSpPr>
        <p:spPr>
          <a:xfrm rot="4305948">
            <a:off x="7907428" y="3247972"/>
            <a:ext cx="2255962" cy="2190034"/>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4"/>
          <p:cNvSpPr/>
          <p:nvPr/>
        </p:nvSpPr>
        <p:spPr>
          <a:xfrm rot="4305948">
            <a:off x="-776822" y="3534197"/>
            <a:ext cx="2255962" cy="2190034"/>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7" name="Google Shape;567;p34"/>
          <p:cNvGrpSpPr/>
          <p:nvPr/>
        </p:nvGrpSpPr>
        <p:grpSpPr>
          <a:xfrm>
            <a:off x="-725159" y="3362263"/>
            <a:ext cx="2693493" cy="1502774"/>
            <a:chOff x="-5" y="2659597"/>
            <a:chExt cx="4004598" cy="2234275"/>
          </a:xfrm>
        </p:grpSpPr>
        <p:sp>
          <p:nvSpPr>
            <p:cNvPr id="568" name="Google Shape;568;p34"/>
            <p:cNvSpPr/>
            <p:nvPr/>
          </p:nvSpPr>
          <p:spPr>
            <a:xfrm flipH="1">
              <a:off x="1024740" y="3462379"/>
              <a:ext cx="462130" cy="703209"/>
            </a:xfrm>
            <a:custGeom>
              <a:avLst/>
              <a:gdLst/>
              <a:ahLst/>
              <a:cxnLst/>
              <a:rect l="l" t="t" r="r" b="b"/>
              <a:pathLst>
                <a:path w="9483" h="14430" extrusionOk="0">
                  <a:moveTo>
                    <a:pt x="557" y="1"/>
                  </a:moveTo>
                  <a:cubicBezTo>
                    <a:pt x="557" y="1"/>
                    <a:pt x="0" y="2093"/>
                    <a:pt x="2573" y="8116"/>
                  </a:cubicBezTo>
                  <a:cubicBezTo>
                    <a:pt x="4328" y="12222"/>
                    <a:pt x="6357" y="14429"/>
                    <a:pt x="6357" y="14429"/>
                  </a:cubicBezTo>
                  <a:cubicBezTo>
                    <a:pt x="6357" y="14429"/>
                    <a:pt x="9482" y="9641"/>
                    <a:pt x="8138" y="5680"/>
                  </a:cubicBezTo>
                  <a:cubicBezTo>
                    <a:pt x="6796" y="1718"/>
                    <a:pt x="557" y="1"/>
                    <a:pt x="5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4"/>
            <p:cNvSpPr/>
            <p:nvPr/>
          </p:nvSpPr>
          <p:spPr>
            <a:xfrm flipH="1">
              <a:off x="2267696" y="4289411"/>
              <a:ext cx="631719" cy="443611"/>
            </a:xfrm>
            <a:custGeom>
              <a:avLst/>
              <a:gdLst/>
              <a:ahLst/>
              <a:cxnLst/>
              <a:rect l="l" t="t" r="r" b="b"/>
              <a:pathLst>
                <a:path w="12963" h="9103" extrusionOk="0">
                  <a:moveTo>
                    <a:pt x="10227" y="1"/>
                  </a:moveTo>
                  <a:cubicBezTo>
                    <a:pt x="9793" y="1"/>
                    <a:pt x="9394" y="72"/>
                    <a:pt x="9109" y="264"/>
                  </a:cubicBezTo>
                  <a:cubicBezTo>
                    <a:pt x="8015" y="1000"/>
                    <a:pt x="1513" y="4799"/>
                    <a:pt x="757" y="6578"/>
                  </a:cubicBezTo>
                  <a:cubicBezTo>
                    <a:pt x="1" y="8356"/>
                    <a:pt x="1920" y="9102"/>
                    <a:pt x="1920" y="9102"/>
                  </a:cubicBezTo>
                  <a:cubicBezTo>
                    <a:pt x="1920" y="9102"/>
                    <a:pt x="4951" y="6237"/>
                    <a:pt x="5947" y="5338"/>
                  </a:cubicBezTo>
                  <a:cubicBezTo>
                    <a:pt x="6945" y="4441"/>
                    <a:pt x="11694" y="1264"/>
                    <a:pt x="12962" y="569"/>
                  </a:cubicBezTo>
                  <a:cubicBezTo>
                    <a:pt x="12962" y="569"/>
                    <a:pt x="11455" y="1"/>
                    <a:pt x="10227" y="1"/>
                  </a:cubicBezTo>
                  <a:close/>
                </a:path>
              </a:pathLst>
            </a:custGeom>
            <a:solidFill>
              <a:srgbClr val="F9BA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4"/>
            <p:cNvSpPr/>
            <p:nvPr/>
          </p:nvSpPr>
          <p:spPr>
            <a:xfrm flipH="1">
              <a:off x="240014" y="3102612"/>
              <a:ext cx="3507034" cy="1791261"/>
            </a:xfrm>
            <a:custGeom>
              <a:avLst/>
              <a:gdLst/>
              <a:ahLst/>
              <a:cxnLst/>
              <a:rect l="l" t="t" r="r" b="b"/>
              <a:pathLst>
                <a:path w="71965" h="36757" extrusionOk="0">
                  <a:moveTo>
                    <a:pt x="64189" y="0"/>
                  </a:moveTo>
                  <a:cubicBezTo>
                    <a:pt x="64189" y="0"/>
                    <a:pt x="49123" y="6863"/>
                    <a:pt x="46556" y="7833"/>
                  </a:cubicBezTo>
                  <a:cubicBezTo>
                    <a:pt x="44325" y="8675"/>
                    <a:pt x="39911" y="9569"/>
                    <a:pt x="37647" y="9569"/>
                  </a:cubicBezTo>
                  <a:cubicBezTo>
                    <a:pt x="37305" y="9569"/>
                    <a:pt x="37012" y="9549"/>
                    <a:pt x="36782" y="9505"/>
                  </a:cubicBezTo>
                  <a:cubicBezTo>
                    <a:pt x="35150" y="9192"/>
                    <a:pt x="32921" y="7892"/>
                    <a:pt x="30878" y="7892"/>
                  </a:cubicBezTo>
                  <a:cubicBezTo>
                    <a:pt x="30737" y="7892"/>
                    <a:pt x="30597" y="7898"/>
                    <a:pt x="30458" y="7911"/>
                  </a:cubicBezTo>
                  <a:cubicBezTo>
                    <a:pt x="28306" y="8115"/>
                    <a:pt x="25939" y="8449"/>
                    <a:pt x="24144" y="8878"/>
                  </a:cubicBezTo>
                  <a:cubicBezTo>
                    <a:pt x="23949" y="8924"/>
                    <a:pt x="23730" y="8946"/>
                    <a:pt x="23491" y="8946"/>
                  </a:cubicBezTo>
                  <a:cubicBezTo>
                    <a:pt x="21525" y="8946"/>
                    <a:pt x="18244" y="7519"/>
                    <a:pt x="16678" y="7094"/>
                  </a:cubicBezTo>
                  <a:cubicBezTo>
                    <a:pt x="14923" y="6619"/>
                    <a:pt x="12738" y="5668"/>
                    <a:pt x="12738" y="5668"/>
                  </a:cubicBezTo>
                  <a:lnTo>
                    <a:pt x="12738" y="5668"/>
                  </a:lnTo>
                  <a:cubicBezTo>
                    <a:pt x="12738" y="5668"/>
                    <a:pt x="12222" y="7010"/>
                    <a:pt x="13263" y="8725"/>
                  </a:cubicBezTo>
                  <a:cubicBezTo>
                    <a:pt x="14305" y="10442"/>
                    <a:pt x="16517" y="11670"/>
                    <a:pt x="17594" y="12114"/>
                  </a:cubicBezTo>
                  <a:cubicBezTo>
                    <a:pt x="18671" y="12561"/>
                    <a:pt x="22108" y="13264"/>
                    <a:pt x="22799" y="13801"/>
                  </a:cubicBezTo>
                  <a:cubicBezTo>
                    <a:pt x="23489" y="14335"/>
                    <a:pt x="24325" y="15591"/>
                    <a:pt x="23817" y="17293"/>
                  </a:cubicBezTo>
                  <a:cubicBezTo>
                    <a:pt x="23380" y="18755"/>
                    <a:pt x="22631" y="19163"/>
                    <a:pt x="21957" y="19163"/>
                  </a:cubicBezTo>
                  <a:cubicBezTo>
                    <a:pt x="21845" y="19163"/>
                    <a:pt x="21736" y="19152"/>
                    <a:pt x="21630" y="19132"/>
                  </a:cubicBezTo>
                  <a:cubicBezTo>
                    <a:pt x="21487" y="19106"/>
                    <a:pt x="21333" y="19096"/>
                    <a:pt x="21176" y="19096"/>
                  </a:cubicBezTo>
                  <a:cubicBezTo>
                    <a:pt x="20514" y="19096"/>
                    <a:pt x="19813" y="19282"/>
                    <a:pt x="19813" y="19282"/>
                  </a:cubicBezTo>
                  <a:cubicBezTo>
                    <a:pt x="19813" y="19282"/>
                    <a:pt x="19594" y="18680"/>
                    <a:pt x="18699" y="18049"/>
                  </a:cubicBezTo>
                  <a:cubicBezTo>
                    <a:pt x="17803" y="17420"/>
                    <a:pt x="16554" y="17296"/>
                    <a:pt x="16554" y="17296"/>
                  </a:cubicBezTo>
                  <a:cubicBezTo>
                    <a:pt x="16554" y="17296"/>
                    <a:pt x="16668" y="15908"/>
                    <a:pt x="16480" y="15358"/>
                  </a:cubicBezTo>
                  <a:cubicBezTo>
                    <a:pt x="16294" y="14811"/>
                    <a:pt x="16221" y="13240"/>
                    <a:pt x="15028" y="11030"/>
                  </a:cubicBezTo>
                  <a:cubicBezTo>
                    <a:pt x="13834" y="8817"/>
                    <a:pt x="11518" y="8754"/>
                    <a:pt x="11518" y="8754"/>
                  </a:cubicBezTo>
                  <a:lnTo>
                    <a:pt x="11518" y="8754"/>
                  </a:lnTo>
                  <a:cubicBezTo>
                    <a:pt x="11518" y="8754"/>
                    <a:pt x="12060" y="11582"/>
                    <a:pt x="12214" y="12442"/>
                  </a:cubicBezTo>
                  <a:cubicBezTo>
                    <a:pt x="12369" y="13301"/>
                    <a:pt x="12975" y="18292"/>
                    <a:pt x="12957" y="19477"/>
                  </a:cubicBezTo>
                  <a:cubicBezTo>
                    <a:pt x="12941" y="20659"/>
                    <a:pt x="16381" y="22095"/>
                    <a:pt x="17470" y="22683"/>
                  </a:cubicBezTo>
                  <a:cubicBezTo>
                    <a:pt x="17726" y="22821"/>
                    <a:pt x="18136" y="23062"/>
                    <a:pt x="18626" y="23366"/>
                  </a:cubicBezTo>
                  <a:cubicBezTo>
                    <a:pt x="16639" y="23773"/>
                    <a:pt x="13109" y="24369"/>
                    <a:pt x="12136" y="24670"/>
                  </a:cubicBezTo>
                  <a:cubicBezTo>
                    <a:pt x="10893" y="25057"/>
                    <a:pt x="6226" y="24954"/>
                    <a:pt x="3107" y="25377"/>
                  </a:cubicBezTo>
                  <a:cubicBezTo>
                    <a:pt x="1" y="25801"/>
                    <a:pt x="140" y="28695"/>
                    <a:pt x="419" y="28695"/>
                  </a:cubicBezTo>
                  <a:cubicBezTo>
                    <a:pt x="420" y="28695"/>
                    <a:pt x="421" y="28695"/>
                    <a:pt x="422" y="28695"/>
                  </a:cubicBezTo>
                  <a:cubicBezTo>
                    <a:pt x="701" y="28670"/>
                    <a:pt x="5415" y="28455"/>
                    <a:pt x="6306" y="28354"/>
                  </a:cubicBezTo>
                  <a:cubicBezTo>
                    <a:pt x="6374" y="28347"/>
                    <a:pt x="6471" y="28343"/>
                    <a:pt x="6591" y="28343"/>
                  </a:cubicBezTo>
                  <a:cubicBezTo>
                    <a:pt x="8038" y="28343"/>
                    <a:pt x="12924" y="28869"/>
                    <a:pt x="13789" y="28954"/>
                  </a:cubicBezTo>
                  <a:cubicBezTo>
                    <a:pt x="13849" y="28959"/>
                    <a:pt x="13918" y="28962"/>
                    <a:pt x="13994" y="28962"/>
                  </a:cubicBezTo>
                  <a:cubicBezTo>
                    <a:pt x="14422" y="28962"/>
                    <a:pt x="15094" y="28875"/>
                    <a:pt x="15800" y="28763"/>
                  </a:cubicBezTo>
                  <a:lnTo>
                    <a:pt x="15800" y="28763"/>
                  </a:lnTo>
                  <a:cubicBezTo>
                    <a:pt x="15193" y="29154"/>
                    <a:pt x="14621" y="29525"/>
                    <a:pt x="14222" y="29792"/>
                  </a:cubicBezTo>
                  <a:cubicBezTo>
                    <a:pt x="13021" y="30594"/>
                    <a:pt x="10198" y="31867"/>
                    <a:pt x="8000" y="33567"/>
                  </a:cubicBezTo>
                  <a:cubicBezTo>
                    <a:pt x="5803" y="35268"/>
                    <a:pt x="7219" y="36757"/>
                    <a:pt x="7219" y="36757"/>
                  </a:cubicBezTo>
                  <a:cubicBezTo>
                    <a:pt x="7219" y="36757"/>
                    <a:pt x="10782" y="34888"/>
                    <a:pt x="11620" y="34454"/>
                  </a:cubicBezTo>
                  <a:cubicBezTo>
                    <a:pt x="12459" y="34019"/>
                    <a:pt x="16035" y="32657"/>
                    <a:pt x="16938" y="32331"/>
                  </a:cubicBezTo>
                  <a:cubicBezTo>
                    <a:pt x="17841" y="32004"/>
                    <a:pt x="19708" y="30724"/>
                    <a:pt x="20211" y="30346"/>
                  </a:cubicBezTo>
                  <a:cubicBezTo>
                    <a:pt x="20670" y="30000"/>
                    <a:pt x="23414" y="28269"/>
                    <a:pt x="24589" y="27657"/>
                  </a:cubicBezTo>
                  <a:cubicBezTo>
                    <a:pt x="25091" y="27918"/>
                    <a:pt x="25602" y="28029"/>
                    <a:pt x="26059" y="28029"/>
                  </a:cubicBezTo>
                  <a:cubicBezTo>
                    <a:pt x="26579" y="28029"/>
                    <a:pt x="27028" y="27885"/>
                    <a:pt x="27312" y="27652"/>
                  </a:cubicBezTo>
                  <a:cubicBezTo>
                    <a:pt x="27997" y="27090"/>
                    <a:pt x="31439" y="25144"/>
                    <a:pt x="32461" y="24529"/>
                  </a:cubicBezTo>
                  <a:cubicBezTo>
                    <a:pt x="34503" y="23301"/>
                    <a:pt x="39836" y="20351"/>
                    <a:pt x="42060" y="19662"/>
                  </a:cubicBezTo>
                  <a:cubicBezTo>
                    <a:pt x="44285" y="18974"/>
                    <a:pt x="46874" y="18283"/>
                    <a:pt x="48251" y="18256"/>
                  </a:cubicBezTo>
                  <a:cubicBezTo>
                    <a:pt x="49629" y="18227"/>
                    <a:pt x="52688" y="16373"/>
                    <a:pt x="55407" y="15896"/>
                  </a:cubicBezTo>
                  <a:cubicBezTo>
                    <a:pt x="58127" y="15421"/>
                    <a:pt x="71964" y="12825"/>
                    <a:pt x="71964" y="12825"/>
                  </a:cubicBezTo>
                  <a:lnTo>
                    <a:pt x="64189" y="0"/>
                  </a:ln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4"/>
            <p:cNvSpPr/>
            <p:nvPr/>
          </p:nvSpPr>
          <p:spPr>
            <a:xfrm flipH="1">
              <a:off x="2498091" y="3543727"/>
              <a:ext cx="933177" cy="1327472"/>
            </a:xfrm>
            <a:custGeom>
              <a:avLst/>
              <a:gdLst/>
              <a:ahLst/>
              <a:cxnLst/>
              <a:rect l="l" t="t" r="r" b="b"/>
              <a:pathLst>
                <a:path w="19149" h="27240" extrusionOk="0">
                  <a:moveTo>
                    <a:pt x="6322" y="0"/>
                  </a:moveTo>
                  <a:lnTo>
                    <a:pt x="6322" y="0"/>
                  </a:lnTo>
                  <a:cubicBezTo>
                    <a:pt x="7520" y="1495"/>
                    <a:pt x="8395" y="3385"/>
                    <a:pt x="8642" y="5274"/>
                  </a:cubicBezTo>
                  <a:cubicBezTo>
                    <a:pt x="8789" y="6398"/>
                    <a:pt x="8504" y="7218"/>
                    <a:pt x="8280" y="8305"/>
                  </a:cubicBezTo>
                  <a:cubicBezTo>
                    <a:pt x="8110" y="9132"/>
                    <a:pt x="8233" y="9286"/>
                    <a:pt x="8531" y="9286"/>
                  </a:cubicBezTo>
                  <a:cubicBezTo>
                    <a:pt x="8708" y="9286"/>
                    <a:pt x="8945" y="9232"/>
                    <a:pt x="9220" y="9232"/>
                  </a:cubicBezTo>
                  <a:cubicBezTo>
                    <a:pt x="9377" y="9232"/>
                    <a:pt x="9547" y="9250"/>
                    <a:pt x="9724" y="9305"/>
                  </a:cubicBezTo>
                  <a:cubicBezTo>
                    <a:pt x="10836" y="9656"/>
                    <a:pt x="10801" y="10777"/>
                    <a:pt x="11570" y="11398"/>
                  </a:cubicBezTo>
                  <a:cubicBezTo>
                    <a:pt x="11735" y="11530"/>
                    <a:pt x="11932" y="11572"/>
                    <a:pt x="12148" y="11572"/>
                  </a:cubicBezTo>
                  <a:cubicBezTo>
                    <a:pt x="12524" y="11572"/>
                    <a:pt x="12961" y="11445"/>
                    <a:pt x="13400" y="11445"/>
                  </a:cubicBezTo>
                  <a:cubicBezTo>
                    <a:pt x="13569" y="11445"/>
                    <a:pt x="13739" y="11464"/>
                    <a:pt x="13905" y="11517"/>
                  </a:cubicBezTo>
                  <a:cubicBezTo>
                    <a:pt x="14394" y="11671"/>
                    <a:pt x="14839" y="11788"/>
                    <a:pt x="15248" y="11788"/>
                  </a:cubicBezTo>
                  <a:cubicBezTo>
                    <a:pt x="15795" y="11788"/>
                    <a:pt x="16280" y="11580"/>
                    <a:pt x="16726" y="10980"/>
                  </a:cubicBezTo>
                  <a:cubicBezTo>
                    <a:pt x="17273" y="10246"/>
                    <a:pt x="17454" y="9563"/>
                    <a:pt x="17008" y="9067"/>
                  </a:cubicBezTo>
                  <a:lnTo>
                    <a:pt x="17008" y="9067"/>
                  </a:lnTo>
                  <a:cubicBezTo>
                    <a:pt x="16574" y="9865"/>
                    <a:pt x="16003" y="10112"/>
                    <a:pt x="15479" y="10112"/>
                  </a:cubicBezTo>
                  <a:cubicBezTo>
                    <a:pt x="15368" y="10112"/>
                    <a:pt x="15259" y="10101"/>
                    <a:pt x="15154" y="10082"/>
                  </a:cubicBezTo>
                  <a:cubicBezTo>
                    <a:pt x="15011" y="10056"/>
                    <a:pt x="14855" y="10045"/>
                    <a:pt x="14698" y="10045"/>
                  </a:cubicBezTo>
                  <a:cubicBezTo>
                    <a:pt x="14036" y="10045"/>
                    <a:pt x="13337" y="10230"/>
                    <a:pt x="13337" y="10230"/>
                  </a:cubicBezTo>
                  <a:cubicBezTo>
                    <a:pt x="13337" y="10230"/>
                    <a:pt x="13119" y="9628"/>
                    <a:pt x="12222" y="8999"/>
                  </a:cubicBezTo>
                  <a:cubicBezTo>
                    <a:pt x="11326" y="8368"/>
                    <a:pt x="10077" y="8244"/>
                    <a:pt x="10077" y="8244"/>
                  </a:cubicBezTo>
                  <a:cubicBezTo>
                    <a:pt x="10077" y="8244"/>
                    <a:pt x="10189" y="6856"/>
                    <a:pt x="10003" y="6306"/>
                  </a:cubicBezTo>
                  <a:cubicBezTo>
                    <a:pt x="9818" y="5759"/>
                    <a:pt x="9746" y="4189"/>
                    <a:pt x="8551" y="1978"/>
                  </a:cubicBezTo>
                  <a:cubicBezTo>
                    <a:pt x="7946" y="858"/>
                    <a:pt x="7053" y="288"/>
                    <a:pt x="6322" y="0"/>
                  </a:cubicBezTo>
                  <a:close/>
                  <a:moveTo>
                    <a:pt x="12087" y="14291"/>
                  </a:moveTo>
                  <a:lnTo>
                    <a:pt x="9759" y="14774"/>
                  </a:lnTo>
                  <a:lnTo>
                    <a:pt x="16828" y="17594"/>
                  </a:lnTo>
                  <a:cubicBezTo>
                    <a:pt x="16054" y="16700"/>
                    <a:pt x="12087" y="14291"/>
                    <a:pt x="12087" y="14291"/>
                  </a:cubicBezTo>
                  <a:close/>
                  <a:moveTo>
                    <a:pt x="18177" y="18640"/>
                  </a:moveTo>
                  <a:cubicBezTo>
                    <a:pt x="18177" y="18640"/>
                    <a:pt x="16508" y="19500"/>
                    <a:pt x="15465" y="20163"/>
                  </a:cubicBezTo>
                  <a:cubicBezTo>
                    <a:pt x="15465" y="20163"/>
                    <a:pt x="15465" y="20163"/>
                    <a:pt x="15465" y="20163"/>
                  </a:cubicBezTo>
                  <a:cubicBezTo>
                    <a:pt x="15463" y="20163"/>
                    <a:pt x="11983" y="22492"/>
                    <a:pt x="11492" y="22761"/>
                  </a:cubicBezTo>
                  <a:cubicBezTo>
                    <a:pt x="11492" y="22761"/>
                    <a:pt x="11637" y="24032"/>
                    <a:pt x="12831" y="24406"/>
                  </a:cubicBezTo>
                  <a:cubicBezTo>
                    <a:pt x="12831" y="24406"/>
                    <a:pt x="17508" y="19840"/>
                    <a:pt x="19148" y="18945"/>
                  </a:cubicBezTo>
                  <a:lnTo>
                    <a:pt x="19148" y="18945"/>
                  </a:lnTo>
                  <a:cubicBezTo>
                    <a:pt x="19148" y="18945"/>
                    <a:pt x="19138" y="18946"/>
                    <a:pt x="19119" y="18946"/>
                  </a:cubicBezTo>
                  <a:cubicBezTo>
                    <a:pt x="19016" y="18946"/>
                    <a:pt x="18644" y="18924"/>
                    <a:pt x="18177" y="18640"/>
                  </a:cubicBezTo>
                  <a:close/>
                  <a:moveTo>
                    <a:pt x="16413" y="18437"/>
                  </a:moveTo>
                  <a:cubicBezTo>
                    <a:pt x="16413" y="18438"/>
                    <a:pt x="10856" y="19521"/>
                    <a:pt x="9324" y="19710"/>
                  </a:cubicBezTo>
                  <a:cubicBezTo>
                    <a:pt x="9324" y="19710"/>
                    <a:pt x="6700" y="21360"/>
                    <a:pt x="6022" y="21731"/>
                  </a:cubicBezTo>
                  <a:cubicBezTo>
                    <a:pt x="6022" y="21731"/>
                    <a:pt x="1360" y="24144"/>
                    <a:pt x="601" y="25493"/>
                  </a:cubicBezTo>
                  <a:cubicBezTo>
                    <a:pt x="0" y="26556"/>
                    <a:pt x="349" y="27045"/>
                    <a:pt x="450" y="27239"/>
                  </a:cubicBezTo>
                  <a:cubicBezTo>
                    <a:pt x="450" y="27239"/>
                    <a:pt x="1642" y="25610"/>
                    <a:pt x="3407" y="24682"/>
                  </a:cubicBezTo>
                  <a:cubicBezTo>
                    <a:pt x="5173" y="23756"/>
                    <a:pt x="6863" y="22849"/>
                    <a:pt x="6863" y="22849"/>
                  </a:cubicBezTo>
                  <a:cubicBezTo>
                    <a:pt x="6863" y="22849"/>
                    <a:pt x="16150" y="18669"/>
                    <a:pt x="16413" y="18437"/>
                  </a:cubicBez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4"/>
            <p:cNvSpPr/>
            <p:nvPr/>
          </p:nvSpPr>
          <p:spPr>
            <a:xfrm flipH="1">
              <a:off x="487410" y="3102612"/>
              <a:ext cx="2044228" cy="590735"/>
            </a:xfrm>
            <a:custGeom>
              <a:avLst/>
              <a:gdLst/>
              <a:ahLst/>
              <a:cxnLst/>
              <a:rect l="l" t="t" r="r" b="b"/>
              <a:pathLst>
                <a:path w="41948" h="12122" extrusionOk="0">
                  <a:moveTo>
                    <a:pt x="39248" y="0"/>
                  </a:moveTo>
                  <a:cubicBezTo>
                    <a:pt x="39248" y="0"/>
                    <a:pt x="24182" y="6863"/>
                    <a:pt x="21615" y="7833"/>
                  </a:cubicBezTo>
                  <a:cubicBezTo>
                    <a:pt x="19384" y="8675"/>
                    <a:pt x="14970" y="9569"/>
                    <a:pt x="12706" y="9569"/>
                  </a:cubicBezTo>
                  <a:cubicBezTo>
                    <a:pt x="12364" y="9569"/>
                    <a:pt x="12071" y="9549"/>
                    <a:pt x="11841" y="9505"/>
                  </a:cubicBezTo>
                  <a:cubicBezTo>
                    <a:pt x="10209" y="9192"/>
                    <a:pt x="7980" y="7892"/>
                    <a:pt x="5937" y="7892"/>
                  </a:cubicBezTo>
                  <a:cubicBezTo>
                    <a:pt x="5796" y="7892"/>
                    <a:pt x="5656" y="7898"/>
                    <a:pt x="5517" y="7911"/>
                  </a:cubicBezTo>
                  <a:cubicBezTo>
                    <a:pt x="3671" y="8086"/>
                    <a:pt x="1667" y="8356"/>
                    <a:pt x="1" y="8702"/>
                  </a:cubicBezTo>
                  <a:cubicBezTo>
                    <a:pt x="944" y="8798"/>
                    <a:pt x="1952" y="8717"/>
                    <a:pt x="2853" y="8853"/>
                  </a:cubicBezTo>
                  <a:cubicBezTo>
                    <a:pt x="4553" y="9114"/>
                    <a:pt x="6532" y="9519"/>
                    <a:pt x="8066" y="10271"/>
                  </a:cubicBezTo>
                  <a:cubicBezTo>
                    <a:pt x="10184" y="11313"/>
                    <a:pt x="12178" y="12122"/>
                    <a:pt x="14320" y="12122"/>
                  </a:cubicBezTo>
                  <a:cubicBezTo>
                    <a:pt x="15412" y="12122"/>
                    <a:pt x="16543" y="11911"/>
                    <a:pt x="17747" y="11414"/>
                  </a:cubicBezTo>
                  <a:cubicBezTo>
                    <a:pt x="22714" y="9359"/>
                    <a:pt x="27785" y="7863"/>
                    <a:pt x="32891" y="6175"/>
                  </a:cubicBezTo>
                  <a:cubicBezTo>
                    <a:pt x="35941" y="5169"/>
                    <a:pt x="39707" y="4873"/>
                    <a:pt x="41947" y="4454"/>
                  </a:cubicBezTo>
                  <a:lnTo>
                    <a:pt x="39248" y="0"/>
                  </a:ln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4"/>
            <p:cNvSpPr/>
            <p:nvPr/>
          </p:nvSpPr>
          <p:spPr>
            <a:xfrm flipH="1">
              <a:off x="-5" y="2908110"/>
              <a:ext cx="1459683" cy="1257492"/>
            </a:xfrm>
            <a:custGeom>
              <a:avLst/>
              <a:gdLst/>
              <a:ahLst/>
              <a:cxnLst/>
              <a:rect l="l" t="t" r="r" b="b"/>
              <a:pathLst>
                <a:path w="29953" h="25804" extrusionOk="0">
                  <a:moveTo>
                    <a:pt x="24830" y="1"/>
                  </a:moveTo>
                  <a:lnTo>
                    <a:pt x="0" y="11375"/>
                  </a:lnTo>
                  <a:cubicBezTo>
                    <a:pt x="0" y="11375"/>
                    <a:pt x="4346" y="15069"/>
                    <a:pt x="5784" y="18659"/>
                  </a:cubicBezTo>
                  <a:cubicBezTo>
                    <a:pt x="7220" y="22248"/>
                    <a:pt x="5799" y="25803"/>
                    <a:pt x="5799" y="25803"/>
                  </a:cubicBezTo>
                  <a:lnTo>
                    <a:pt x="29952" y="20623"/>
                  </a:lnTo>
                  <a:lnTo>
                    <a:pt x="24830" y="1"/>
                  </a:lnTo>
                  <a:close/>
                </a:path>
              </a:pathLst>
            </a:custGeom>
            <a:gradFill>
              <a:gsLst>
                <a:gs pos="0">
                  <a:schemeClr val="lt2"/>
                </a:gs>
                <a:gs pos="100000">
                  <a:schemeClr val="accen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4"/>
            <p:cNvSpPr/>
            <p:nvPr/>
          </p:nvSpPr>
          <p:spPr>
            <a:xfrm flipH="1">
              <a:off x="2364696" y="2659597"/>
              <a:ext cx="1639897" cy="1232786"/>
            </a:xfrm>
            <a:custGeom>
              <a:avLst/>
              <a:gdLst/>
              <a:ahLst/>
              <a:cxnLst/>
              <a:rect l="l" t="t" r="r" b="b"/>
              <a:pathLst>
                <a:path w="33651" h="25297" extrusionOk="0">
                  <a:moveTo>
                    <a:pt x="16906" y="0"/>
                  </a:moveTo>
                  <a:cubicBezTo>
                    <a:pt x="14530" y="0"/>
                    <a:pt x="12595" y="1816"/>
                    <a:pt x="12579" y="4073"/>
                  </a:cubicBezTo>
                  <a:cubicBezTo>
                    <a:pt x="12575" y="5037"/>
                    <a:pt x="12920" y="5923"/>
                    <a:pt x="13501" y="6626"/>
                  </a:cubicBezTo>
                  <a:lnTo>
                    <a:pt x="7095" y="6581"/>
                  </a:lnTo>
                  <a:lnTo>
                    <a:pt x="7053" y="12656"/>
                  </a:lnTo>
                  <a:cubicBezTo>
                    <a:pt x="6319" y="12097"/>
                    <a:pt x="5388" y="11755"/>
                    <a:pt x="4372" y="11748"/>
                  </a:cubicBezTo>
                  <a:cubicBezTo>
                    <a:pt x="4362" y="11748"/>
                    <a:pt x="4351" y="11748"/>
                    <a:pt x="4341" y="11748"/>
                  </a:cubicBezTo>
                  <a:cubicBezTo>
                    <a:pt x="1968" y="11748"/>
                    <a:pt x="35" y="13565"/>
                    <a:pt x="16" y="15820"/>
                  </a:cubicBezTo>
                  <a:cubicBezTo>
                    <a:pt x="0" y="18087"/>
                    <a:pt x="1925" y="19938"/>
                    <a:pt x="4314" y="19954"/>
                  </a:cubicBezTo>
                  <a:cubicBezTo>
                    <a:pt x="4325" y="19954"/>
                    <a:pt x="4336" y="19954"/>
                    <a:pt x="4347" y="19954"/>
                  </a:cubicBezTo>
                  <a:cubicBezTo>
                    <a:pt x="5351" y="19954"/>
                    <a:pt x="6275" y="19628"/>
                    <a:pt x="7008" y="19083"/>
                  </a:cubicBezTo>
                  <a:lnTo>
                    <a:pt x="7008" y="19083"/>
                  </a:lnTo>
                  <a:lnTo>
                    <a:pt x="6966" y="25159"/>
                  </a:lnTo>
                  <a:lnTo>
                    <a:pt x="13372" y="25204"/>
                  </a:lnTo>
                  <a:cubicBezTo>
                    <a:pt x="12790" y="24500"/>
                    <a:pt x="12444" y="23613"/>
                    <a:pt x="12452" y="22651"/>
                  </a:cubicBezTo>
                  <a:cubicBezTo>
                    <a:pt x="12467" y="20395"/>
                    <a:pt x="14399" y="18578"/>
                    <a:pt x="16773" y="18578"/>
                  </a:cubicBezTo>
                  <a:cubicBezTo>
                    <a:pt x="16785" y="18578"/>
                    <a:pt x="16796" y="18578"/>
                    <a:pt x="16807" y="18578"/>
                  </a:cubicBezTo>
                  <a:cubicBezTo>
                    <a:pt x="19198" y="18594"/>
                    <a:pt x="21121" y="20444"/>
                    <a:pt x="21105" y="22710"/>
                  </a:cubicBezTo>
                  <a:cubicBezTo>
                    <a:pt x="21099" y="23674"/>
                    <a:pt x="20740" y="24555"/>
                    <a:pt x="20150" y="25252"/>
                  </a:cubicBezTo>
                  <a:lnTo>
                    <a:pt x="26556" y="25297"/>
                  </a:lnTo>
                  <a:lnTo>
                    <a:pt x="26598" y="19221"/>
                  </a:lnTo>
                  <a:cubicBezTo>
                    <a:pt x="27332" y="19782"/>
                    <a:pt x="28263" y="20122"/>
                    <a:pt x="29278" y="20130"/>
                  </a:cubicBezTo>
                  <a:cubicBezTo>
                    <a:pt x="29288" y="20130"/>
                    <a:pt x="29298" y="20130"/>
                    <a:pt x="29309" y="20130"/>
                  </a:cubicBezTo>
                  <a:cubicBezTo>
                    <a:pt x="31685" y="20130"/>
                    <a:pt x="33617" y="18314"/>
                    <a:pt x="33635" y="16057"/>
                  </a:cubicBezTo>
                  <a:cubicBezTo>
                    <a:pt x="33651" y="13791"/>
                    <a:pt x="31726" y="11941"/>
                    <a:pt x="29336" y="11924"/>
                  </a:cubicBezTo>
                  <a:cubicBezTo>
                    <a:pt x="29325" y="11924"/>
                    <a:pt x="29314" y="11924"/>
                    <a:pt x="29303" y="11924"/>
                  </a:cubicBezTo>
                  <a:cubicBezTo>
                    <a:pt x="28300" y="11924"/>
                    <a:pt x="27376" y="12250"/>
                    <a:pt x="26643" y="12795"/>
                  </a:cubicBezTo>
                  <a:lnTo>
                    <a:pt x="26685" y="6719"/>
                  </a:lnTo>
                  <a:lnTo>
                    <a:pt x="20278" y="6674"/>
                  </a:lnTo>
                  <a:cubicBezTo>
                    <a:pt x="20870" y="5977"/>
                    <a:pt x="21227" y="5096"/>
                    <a:pt x="21235" y="4132"/>
                  </a:cubicBezTo>
                  <a:cubicBezTo>
                    <a:pt x="21251" y="1867"/>
                    <a:pt x="19326" y="16"/>
                    <a:pt x="16937" y="0"/>
                  </a:cubicBezTo>
                  <a:cubicBezTo>
                    <a:pt x="16926" y="0"/>
                    <a:pt x="16916" y="0"/>
                    <a:pt x="16906" y="0"/>
                  </a:cubicBezTo>
                  <a:close/>
                </a:path>
              </a:pathLst>
            </a:cu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4"/>
            <p:cNvSpPr/>
            <p:nvPr/>
          </p:nvSpPr>
          <p:spPr>
            <a:xfrm flipH="1">
              <a:off x="2354337" y="3378723"/>
              <a:ext cx="797068" cy="445366"/>
            </a:xfrm>
            <a:custGeom>
              <a:avLst/>
              <a:gdLst/>
              <a:ahLst/>
              <a:cxnLst/>
              <a:rect l="l" t="t" r="r" b="b"/>
              <a:pathLst>
                <a:path w="16356" h="9139" extrusionOk="0">
                  <a:moveTo>
                    <a:pt x="516" y="0"/>
                  </a:moveTo>
                  <a:cubicBezTo>
                    <a:pt x="516" y="0"/>
                    <a:pt x="0" y="1339"/>
                    <a:pt x="1043" y="3058"/>
                  </a:cubicBezTo>
                  <a:cubicBezTo>
                    <a:pt x="2084" y="4775"/>
                    <a:pt x="4295" y="6002"/>
                    <a:pt x="5372" y="6448"/>
                  </a:cubicBezTo>
                  <a:cubicBezTo>
                    <a:pt x="6451" y="6896"/>
                    <a:pt x="9887" y="7601"/>
                    <a:pt x="10577" y="8135"/>
                  </a:cubicBezTo>
                  <a:cubicBezTo>
                    <a:pt x="10861" y="8354"/>
                    <a:pt x="11166" y="8696"/>
                    <a:pt x="11396" y="9138"/>
                  </a:cubicBezTo>
                  <a:lnTo>
                    <a:pt x="16355" y="2450"/>
                  </a:lnTo>
                  <a:lnTo>
                    <a:pt x="16355" y="2450"/>
                  </a:lnTo>
                  <a:cubicBezTo>
                    <a:pt x="14778" y="2646"/>
                    <a:pt x="13205" y="2905"/>
                    <a:pt x="11922" y="3211"/>
                  </a:cubicBezTo>
                  <a:cubicBezTo>
                    <a:pt x="11729" y="3256"/>
                    <a:pt x="11511" y="3277"/>
                    <a:pt x="11273" y="3277"/>
                  </a:cubicBezTo>
                  <a:cubicBezTo>
                    <a:pt x="9308" y="3277"/>
                    <a:pt x="6023" y="1851"/>
                    <a:pt x="4456" y="1427"/>
                  </a:cubicBezTo>
                  <a:cubicBezTo>
                    <a:pt x="2700" y="951"/>
                    <a:pt x="517" y="0"/>
                    <a:pt x="516"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6" name="Google Shape;576;p34"/>
          <p:cNvGrpSpPr/>
          <p:nvPr/>
        </p:nvGrpSpPr>
        <p:grpSpPr>
          <a:xfrm>
            <a:off x="6845422" y="2940438"/>
            <a:ext cx="3023737" cy="1924587"/>
            <a:chOff x="6005406" y="2858950"/>
            <a:chExt cx="3023737" cy="1924587"/>
          </a:xfrm>
        </p:grpSpPr>
        <p:sp>
          <p:nvSpPr>
            <p:cNvPr id="577" name="Google Shape;577;p34"/>
            <p:cNvSpPr/>
            <p:nvPr/>
          </p:nvSpPr>
          <p:spPr>
            <a:xfrm>
              <a:off x="8029069" y="3820713"/>
              <a:ext cx="310829" cy="472979"/>
            </a:xfrm>
            <a:custGeom>
              <a:avLst/>
              <a:gdLst/>
              <a:ahLst/>
              <a:cxnLst/>
              <a:rect l="l" t="t" r="r" b="b"/>
              <a:pathLst>
                <a:path w="9483" h="14430" extrusionOk="0">
                  <a:moveTo>
                    <a:pt x="557" y="1"/>
                  </a:moveTo>
                  <a:cubicBezTo>
                    <a:pt x="557" y="1"/>
                    <a:pt x="0" y="2093"/>
                    <a:pt x="2573" y="8116"/>
                  </a:cubicBezTo>
                  <a:cubicBezTo>
                    <a:pt x="4328" y="12222"/>
                    <a:pt x="6357" y="14429"/>
                    <a:pt x="6357" y="14429"/>
                  </a:cubicBezTo>
                  <a:cubicBezTo>
                    <a:pt x="6357" y="14429"/>
                    <a:pt x="9482" y="9641"/>
                    <a:pt x="8138" y="5680"/>
                  </a:cubicBezTo>
                  <a:cubicBezTo>
                    <a:pt x="6796" y="1718"/>
                    <a:pt x="557" y="1"/>
                    <a:pt x="55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4"/>
            <p:cNvSpPr/>
            <p:nvPr/>
          </p:nvSpPr>
          <p:spPr>
            <a:xfrm>
              <a:off x="7078992" y="4376975"/>
              <a:ext cx="424895" cy="298374"/>
            </a:xfrm>
            <a:custGeom>
              <a:avLst/>
              <a:gdLst/>
              <a:ahLst/>
              <a:cxnLst/>
              <a:rect l="l" t="t" r="r" b="b"/>
              <a:pathLst>
                <a:path w="12963" h="9103" extrusionOk="0">
                  <a:moveTo>
                    <a:pt x="10227" y="1"/>
                  </a:moveTo>
                  <a:cubicBezTo>
                    <a:pt x="9793" y="1"/>
                    <a:pt x="9394" y="72"/>
                    <a:pt x="9109" y="264"/>
                  </a:cubicBezTo>
                  <a:cubicBezTo>
                    <a:pt x="8015" y="1000"/>
                    <a:pt x="1513" y="4799"/>
                    <a:pt x="757" y="6578"/>
                  </a:cubicBezTo>
                  <a:cubicBezTo>
                    <a:pt x="1" y="8356"/>
                    <a:pt x="1920" y="9102"/>
                    <a:pt x="1920" y="9102"/>
                  </a:cubicBezTo>
                  <a:cubicBezTo>
                    <a:pt x="1920" y="9102"/>
                    <a:pt x="4951" y="6237"/>
                    <a:pt x="5947" y="5338"/>
                  </a:cubicBezTo>
                  <a:cubicBezTo>
                    <a:pt x="6945" y="4441"/>
                    <a:pt x="11694" y="1264"/>
                    <a:pt x="12962" y="569"/>
                  </a:cubicBezTo>
                  <a:cubicBezTo>
                    <a:pt x="12962" y="569"/>
                    <a:pt x="11455" y="1"/>
                    <a:pt x="10227" y="1"/>
                  </a:cubicBezTo>
                  <a:close/>
                </a:path>
              </a:pathLst>
            </a:custGeom>
            <a:solidFill>
              <a:srgbClr val="F9BA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4"/>
            <p:cNvSpPr/>
            <p:nvPr/>
          </p:nvSpPr>
          <p:spPr>
            <a:xfrm>
              <a:off x="6508874" y="3578735"/>
              <a:ext cx="2358833" cy="1204803"/>
            </a:xfrm>
            <a:custGeom>
              <a:avLst/>
              <a:gdLst/>
              <a:ahLst/>
              <a:cxnLst/>
              <a:rect l="l" t="t" r="r" b="b"/>
              <a:pathLst>
                <a:path w="71965" h="36757" extrusionOk="0">
                  <a:moveTo>
                    <a:pt x="64189" y="0"/>
                  </a:moveTo>
                  <a:cubicBezTo>
                    <a:pt x="64189" y="0"/>
                    <a:pt x="49123" y="6863"/>
                    <a:pt x="46556" y="7833"/>
                  </a:cubicBezTo>
                  <a:cubicBezTo>
                    <a:pt x="44325" y="8675"/>
                    <a:pt x="39911" y="9569"/>
                    <a:pt x="37647" y="9569"/>
                  </a:cubicBezTo>
                  <a:cubicBezTo>
                    <a:pt x="37305" y="9569"/>
                    <a:pt x="37012" y="9549"/>
                    <a:pt x="36782" y="9505"/>
                  </a:cubicBezTo>
                  <a:cubicBezTo>
                    <a:pt x="35150" y="9192"/>
                    <a:pt x="32921" y="7892"/>
                    <a:pt x="30878" y="7892"/>
                  </a:cubicBezTo>
                  <a:cubicBezTo>
                    <a:pt x="30737" y="7892"/>
                    <a:pt x="30597" y="7898"/>
                    <a:pt x="30458" y="7911"/>
                  </a:cubicBezTo>
                  <a:cubicBezTo>
                    <a:pt x="28306" y="8115"/>
                    <a:pt x="25939" y="8449"/>
                    <a:pt x="24144" y="8878"/>
                  </a:cubicBezTo>
                  <a:cubicBezTo>
                    <a:pt x="23949" y="8924"/>
                    <a:pt x="23730" y="8946"/>
                    <a:pt x="23491" y="8946"/>
                  </a:cubicBezTo>
                  <a:cubicBezTo>
                    <a:pt x="21525" y="8946"/>
                    <a:pt x="18244" y="7519"/>
                    <a:pt x="16678" y="7094"/>
                  </a:cubicBezTo>
                  <a:cubicBezTo>
                    <a:pt x="14923" y="6619"/>
                    <a:pt x="12738" y="5668"/>
                    <a:pt x="12738" y="5668"/>
                  </a:cubicBezTo>
                  <a:lnTo>
                    <a:pt x="12738" y="5668"/>
                  </a:lnTo>
                  <a:cubicBezTo>
                    <a:pt x="12738" y="5668"/>
                    <a:pt x="12222" y="7010"/>
                    <a:pt x="13263" y="8725"/>
                  </a:cubicBezTo>
                  <a:cubicBezTo>
                    <a:pt x="14305" y="10442"/>
                    <a:pt x="16517" y="11670"/>
                    <a:pt x="17594" y="12114"/>
                  </a:cubicBezTo>
                  <a:cubicBezTo>
                    <a:pt x="18671" y="12561"/>
                    <a:pt x="22108" y="13264"/>
                    <a:pt x="22799" y="13801"/>
                  </a:cubicBezTo>
                  <a:cubicBezTo>
                    <a:pt x="23489" y="14335"/>
                    <a:pt x="24325" y="15591"/>
                    <a:pt x="23817" y="17293"/>
                  </a:cubicBezTo>
                  <a:cubicBezTo>
                    <a:pt x="23380" y="18755"/>
                    <a:pt x="22631" y="19163"/>
                    <a:pt x="21957" y="19163"/>
                  </a:cubicBezTo>
                  <a:cubicBezTo>
                    <a:pt x="21845" y="19163"/>
                    <a:pt x="21736" y="19152"/>
                    <a:pt x="21630" y="19132"/>
                  </a:cubicBezTo>
                  <a:cubicBezTo>
                    <a:pt x="21487" y="19106"/>
                    <a:pt x="21333" y="19096"/>
                    <a:pt x="21176" y="19096"/>
                  </a:cubicBezTo>
                  <a:cubicBezTo>
                    <a:pt x="20514" y="19096"/>
                    <a:pt x="19813" y="19282"/>
                    <a:pt x="19813" y="19282"/>
                  </a:cubicBezTo>
                  <a:cubicBezTo>
                    <a:pt x="19813" y="19282"/>
                    <a:pt x="19594" y="18680"/>
                    <a:pt x="18699" y="18049"/>
                  </a:cubicBezTo>
                  <a:cubicBezTo>
                    <a:pt x="17803" y="17420"/>
                    <a:pt x="16554" y="17296"/>
                    <a:pt x="16554" y="17296"/>
                  </a:cubicBezTo>
                  <a:cubicBezTo>
                    <a:pt x="16554" y="17296"/>
                    <a:pt x="16668" y="15908"/>
                    <a:pt x="16480" y="15358"/>
                  </a:cubicBezTo>
                  <a:cubicBezTo>
                    <a:pt x="16294" y="14811"/>
                    <a:pt x="16221" y="13240"/>
                    <a:pt x="15028" y="11030"/>
                  </a:cubicBezTo>
                  <a:cubicBezTo>
                    <a:pt x="13834" y="8817"/>
                    <a:pt x="11518" y="8754"/>
                    <a:pt x="11518" y="8754"/>
                  </a:cubicBezTo>
                  <a:lnTo>
                    <a:pt x="11518" y="8754"/>
                  </a:lnTo>
                  <a:cubicBezTo>
                    <a:pt x="11518" y="8754"/>
                    <a:pt x="12060" y="11582"/>
                    <a:pt x="12214" y="12442"/>
                  </a:cubicBezTo>
                  <a:cubicBezTo>
                    <a:pt x="12369" y="13301"/>
                    <a:pt x="12975" y="18292"/>
                    <a:pt x="12957" y="19477"/>
                  </a:cubicBezTo>
                  <a:cubicBezTo>
                    <a:pt x="12941" y="20659"/>
                    <a:pt x="16381" y="22095"/>
                    <a:pt x="17470" y="22683"/>
                  </a:cubicBezTo>
                  <a:cubicBezTo>
                    <a:pt x="17726" y="22821"/>
                    <a:pt x="18136" y="23062"/>
                    <a:pt x="18626" y="23366"/>
                  </a:cubicBezTo>
                  <a:cubicBezTo>
                    <a:pt x="16639" y="23773"/>
                    <a:pt x="13109" y="24369"/>
                    <a:pt x="12136" y="24670"/>
                  </a:cubicBezTo>
                  <a:cubicBezTo>
                    <a:pt x="10893" y="25057"/>
                    <a:pt x="6226" y="24954"/>
                    <a:pt x="3107" y="25377"/>
                  </a:cubicBezTo>
                  <a:cubicBezTo>
                    <a:pt x="1" y="25801"/>
                    <a:pt x="140" y="28695"/>
                    <a:pt x="419" y="28695"/>
                  </a:cubicBezTo>
                  <a:cubicBezTo>
                    <a:pt x="420" y="28695"/>
                    <a:pt x="421" y="28695"/>
                    <a:pt x="422" y="28695"/>
                  </a:cubicBezTo>
                  <a:cubicBezTo>
                    <a:pt x="701" y="28670"/>
                    <a:pt x="5415" y="28455"/>
                    <a:pt x="6306" y="28354"/>
                  </a:cubicBezTo>
                  <a:cubicBezTo>
                    <a:pt x="6374" y="28347"/>
                    <a:pt x="6471" y="28343"/>
                    <a:pt x="6591" y="28343"/>
                  </a:cubicBezTo>
                  <a:cubicBezTo>
                    <a:pt x="8038" y="28343"/>
                    <a:pt x="12924" y="28869"/>
                    <a:pt x="13789" y="28954"/>
                  </a:cubicBezTo>
                  <a:cubicBezTo>
                    <a:pt x="13849" y="28959"/>
                    <a:pt x="13918" y="28962"/>
                    <a:pt x="13994" y="28962"/>
                  </a:cubicBezTo>
                  <a:cubicBezTo>
                    <a:pt x="14422" y="28962"/>
                    <a:pt x="15094" y="28875"/>
                    <a:pt x="15800" y="28763"/>
                  </a:cubicBezTo>
                  <a:lnTo>
                    <a:pt x="15800" y="28763"/>
                  </a:lnTo>
                  <a:cubicBezTo>
                    <a:pt x="15193" y="29154"/>
                    <a:pt x="14621" y="29525"/>
                    <a:pt x="14222" y="29792"/>
                  </a:cubicBezTo>
                  <a:cubicBezTo>
                    <a:pt x="13021" y="30594"/>
                    <a:pt x="10198" y="31867"/>
                    <a:pt x="8000" y="33567"/>
                  </a:cubicBezTo>
                  <a:cubicBezTo>
                    <a:pt x="5803" y="35268"/>
                    <a:pt x="7219" y="36757"/>
                    <a:pt x="7219" y="36757"/>
                  </a:cubicBezTo>
                  <a:cubicBezTo>
                    <a:pt x="7219" y="36757"/>
                    <a:pt x="10782" y="34888"/>
                    <a:pt x="11620" y="34454"/>
                  </a:cubicBezTo>
                  <a:cubicBezTo>
                    <a:pt x="12459" y="34019"/>
                    <a:pt x="16035" y="32657"/>
                    <a:pt x="16938" y="32331"/>
                  </a:cubicBezTo>
                  <a:cubicBezTo>
                    <a:pt x="17841" y="32004"/>
                    <a:pt x="19708" y="30724"/>
                    <a:pt x="20211" y="30346"/>
                  </a:cubicBezTo>
                  <a:cubicBezTo>
                    <a:pt x="20670" y="30000"/>
                    <a:pt x="23414" y="28269"/>
                    <a:pt x="24589" y="27657"/>
                  </a:cubicBezTo>
                  <a:cubicBezTo>
                    <a:pt x="25091" y="27918"/>
                    <a:pt x="25602" y="28029"/>
                    <a:pt x="26059" y="28029"/>
                  </a:cubicBezTo>
                  <a:cubicBezTo>
                    <a:pt x="26579" y="28029"/>
                    <a:pt x="27028" y="27885"/>
                    <a:pt x="27312" y="27652"/>
                  </a:cubicBezTo>
                  <a:cubicBezTo>
                    <a:pt x="27997" y="27090"/>
                    <a:pt x="31439" y="25144"/>
                    <a:pt x="32461" y="24529"/>
                  </a:cubicBezTo>
                  <a:cubicBezTo>
                    <a:pt x="34503" y="23301"/>
                    <a:pt x="39836" y="20351"/>
                    <a:pt x="42060" y="19662"/>
                  </a:cubicBezTo>
                  <a:cubicBezTo>
                    <a:pt x="44285" y="18974"/>
                    <a:pt x="46874" y="18283"/>
                    <a:pt x="48251" y="18256"/>
                  </a:cubicBezTo>
                  <a:cubicBezTo>
                    <a:pt x="49629" y="18227"/>
                    <a:pt x="52688" y="16373"/>
                    <a:pt x="55407" y="15896"/>
                  </a:cubicBezTo>
                  <a:cubicBezTo>
                    <a:pt x="58127" y="15421"/>
                    <a:pt x="71964" y="12825"/>
                    <a:pt x="71964" y="12825"/>
                  </a:cubicBezTo>
                  <a:lnTo>
                    <a:pt x="64189" y="0"/>
                  </a:ln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4"/>
            <p:cNvSpPr/>
            <p:nvPr/>
          </p:nvSpPr>
          <p:spPr>
            <a:xfrm>
              <a:off x="6721267" y="3875428"/>
              <a:ext cx="627656" cy="892859"/>
            </a:xfrm>
            <a:custGeom>
              <a:avLst/>
              <a:gdLst/>
              <a:ahLst/>
              <a:cxnLst/>
              <a:rect l="l" t="t" r="r" b="b"/>
              <a:pathLst>
                <a:path w="19149" h="27240" extrusionOk="0">
                  <a:moveTo>
                    <a:pt x="6322" y="0"/>
                  </a:moveTo>
                  <a:lnTo>
                    <a:pt x="6322" y="0"/>
                  </a:lnTo>
                  <a:cubicBezTo>
                    <a:pt x="7520" y="1495"/>
                    <a:pt x="8395" y="3385"/>
                    <a:pt x="8642" y="5274"/>
                  </a:cubicBezTo>
                  <a:cubicBezTo>
                    <a:pt x="8789" y="6398"/>
                    <a:pt x="8504" y="7218"/>
                    <a:pt x="8280" y="8305"/>
                  </a:cubicBezTo>
                  <a:cubicBezTo>
                    <a:pt x="8110" y="9132"/>
                    <a:pt x="8233" y="9286"/>
                    <a:pt x="8531" y="9286"/>
                  </a:cubicBezTo>
                  <a:cubicBezTo>
                    <a:pt x="8708" y="9286"/>
                    <a:pt x="8945" y="9232"/>
                    <a:pt x="9220" y="9232"/>
                  </a:cubicBezTo>
                  <a:cubicBezTo>
                    <a:pt x="9377" y="9232"/>
                    <a:pt x="9547" y="9250"/>
                    <a:pt x="9724" y="9305"/>
                  </a:cubicBezTo>
                  <a:cubicBezTo>
                    <a:pt x="10836" y="9656"/>
                    <a:pt x="10801" y="10777"/>
                    <a:pt x="11570" y="11398"/>
                  </a:cubicBezTo>
                  <a:cubicBezTo>
                    <a:pt x="11735" y="11530"/>
                    <a:pt x="11932" y="11572"/>
                    <a:pt x="12148" y="11572"/>
                  </a:cubicBezTo>
                  <a:cubicBezTo>
                    <a:pt x="12524" y="11572"/>
                    <a:pt x="12961" y="11445"/>
                    <a:pt x="13400" y="11445"/>
                  </a:cubicBezTo>
                  <a:cubicBezTo>
                    <a:pt x="13569" y="11445"/>
                    <a:pt x="13739" y="11464"/>
                    <a:pt x="13905" y="11517"/>
                  </a:cubicBezTo>
                  <a:cubicBezTo>
                    <a:pt x="14394" y="11671"/>
                    <a:pt x="14839" y="11788"/>
                    <a:pt x="15248" y="11788"/>
                  </a:cubicBezTo>
                  <a:cubicBezTo>
                    <a:pt x="15795" y="11788"/>
                    <a:pt x="16280" y="11580"/>
                    <a:pt x="16726" y="10980"/>
                  </a:cubicBezTo>
                  <a:cubicBezTo>
                    <a:pt x="17273" y="10246"/>
                    <a:pt x="17454" y="9563"/>
                    <a:pt x="17008" y="9067"/>
                  </a:cubicBezTo>
                  <a:lnTo>
                    <a:pt x="17008" y="9067"/>
                  </a:lnTo>
                  <a:cubicBezTo>
                    <a:pt x="16574" y="9865"/>
                    <a:pt x="16003" y="10112"/>
                    <a:pt x="15479" y="10112"/>
                  </a:cubicBezTo>
                  <a:cubicBezTo>
                    <a:pt x="15368" y="10112"/>
                    <a:pt x="15259" y="10101"/>
                    <a:pt x="15154" y="10082"/>
                  </a:cubicBezTo>
                  <a:cubicBezTo>
                    <a:pt x="15011" y="10056"/>
                    <a:pt x="14855" y="10045"/>
                    <a:pt x="14698" y="10045"/>
                  </a:cubicBezTo>
                  <a:cubicBezTo>
                    <a:pt x="14036" y="10045"/>
                    <a:pt x="13337" y="10230"/>
                    <a:pt x="13337" y="10230"/>
                  </a:cubicBezTo>
                  <a:cubicBezTo>
                    <a:pt x="13337" y="10230"/>
                    <a:pt x="13119" y="9628"/>
                    <a:pt x="12222" y="8999"/>
                  </a:cubicBezTo>
                  <a:cubicBezTo>
                    <a:pt x="11326" y="8368"/>
                    <a:pt x="10077" y="8244"/>
                    <a:pt x="10077" y="8244"/>
                  </a:cubicBezTo>
                  <a:cubicBezTo>
                    <a:pt x="10077" y="8244"/>
                    <a:pt x="10189" y="6856"/>
                    <a:pt x="10003" y="6306"/>
                  </a:cubicBezTo>
                  <a:cubicBezTo>
                    <a:pt x="9818" y="5759"/>
                    <a:pt x="9746" y="4189"/>
                    <a:pt x="8551" y="1978"/>
                  </a:cubicBezTo>
                  <a:cubicBezTo>
                    <a:pt x="7946" y="858"/>
                    <a:pt x="7053" y="288"/>
                    <a:pt x="6322" y="0"/>
                  </a:cubicBezTo>
                  <a:close/>
                  <a:moveTo>
                    <a:pt x="12087" y="14291"/>
                  </a:moveTo>
                  <a:lnTo>
                    <a:pt x="9759" y="14774"/>
                  </a:lnTo>
                  <a:lnTo>
                    <a:pt x="16828" y="17594"/>
                  </a:lnTo>
                  <a:cubicBezTo>
                    <a:pt x="16054" y="16700"/>
                    <a:pt x="12087" y="14291"/>
                    <a:pt x="12087" y="14291"/>
                  </a:cubicBezTo>
                  <a:close/>
                  <a:moveTo>
                    <a:pt x="18177" y="18640"/>
                  </a:moveTo>
                  <a:cubicBezTo>
                    <a:pt x="18177" y="18640"/>
                    <a:pt x="16508" y="19500"/>
                    <a:pt x="15465" y="20163"/>
                  </a:cubicBezTo>
                  <a:cubicBezTo>
                    <a:pt x="15465" y="20163"/>
                    <a:pt x="15465" y="20163"/>
                    <a:pt x="15465" y="20163"/>
                  </a:cubicBezTo>
                  <a:cubicBezTo>
                    <a:pt x="15463" y="20163"/>
                    <a:pt x="11983" y="22492"/>
                    <a:pt x="11492" y="22761"/>
                  </a:cubicBezTo>
                  <a:cubicBezTo>
                    <a:pt x="11492" y="22761"/>
                    <a:pt x="11637" y="24032"/>
                    <a:pt x="12831" y="24406"/>
                  </a:cubicBezTo>
                  <a:cubicBezTo>
                    <a:pt x="12831" y="24406"/>
                    <a:pt x="17508" y="19840"/>
                    <a:pt x="19148" y="18945"/>
                  </a:cubicBezTo>
                  <a:lnTo>
                    <a:pt x="19148" y="18945"/>
                  </a:lnTo>
                  <a:cubicBezTo>
                    <a:pt x="19148" y="18945"/>
                    <a:pt x="19138" y="18946"/>
                    <a:pt x="19119" y="18946"/>
                  </a:cubicBezTo>
                  <a:cubicBezTo>
                    <a:pt x="19016" y="18946"/>
                    <a:pt x="18644" y="18924"/>
                    <a:pt x="18177" y="18640"/>
                  </a:cubicBezTo>
                  <a:close/>
                  <a:moveTo>
                    <a:pt x="16413" y="18437"/>
                  </a:moveTo>
                  <a:cubicBezTo>
                    <a:pt x="16413" y="18438"/>
                    <a:pt x="10856" y="19521"/>
                    <a:pt x="9324" y="19710"/>
                  </a:cubicBezTo>
                  <a:cubicBezTo>
                    <a:pt x="9324" y="19710"/>
                    <a:pt x="6700" y="21360"/>
                    <a:pt x="6022" y="21731"/>
                  </a:cubicBezTo>
                  <a:cubicBezTo>
                    <a:pt x="6022" y="21731"/>
                    <a:pt x="1360" y="24144"/>
                    <a:pt x="601" y="25493"/>
                  </a:cubicBezTo>
                  <a:cubicBezTo>
                    <a:pt x="0" y="26556"/>
                    <a:pt x="349" y="27045"/>
                    <a:pt x="450" y="27239"/>
                  </a:cubicBezTo>
                  <a:cubicBezTo>
                    <a:pt x="450" y="27239"/>
                    <a:pt x="1642" y="25610"/>
                    <a:pt x="3407" y="24682"/>
                  </a:cubicBezTo>
                  <a:cubicBezTo>
                    <a:pt x="5173" y="23756"/>
                    <a:pt x="6863" y="22849"/>
                    <a:pt x="6863" y="22849"/>
                  </a:cubicBezTo>
                  <a:cubicBezTo>
                    <a:pt x="6863" y="22849"/>
                    <a:pt x="16150" y="18669"/>
                    <a:pt x="16413" y="18437"/>
                  </a:cubicBez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4"/>
            <p:cNvSpPr/>
            <p:nvPr/>
          </p:nvSpPr>
          <p:spPr>
            <a:xfrm>
              <a:off x="7326358" y="3578735"/>
              <a:ext cx="1374951" cy="397329"/>
            </a:xfrm>
            <a:custGeom>
              <a:avLst/>
              <a:gdLst/>
              <a:ahLst/>
              <a:cxnLst/>
              <a:rect l="l" t="t" r="r" b="b"/>
              <a:pathLst>
                <a:path w="41948" h="12122" extrusionOk="0">
                  <a:moveTo>
                    <a:pt x="39248" y="0"/>
                  </a:moveTo>
                  <a:cubicBezTo>
                    <a:pt x="39248" y="0"/>
                    <a:pt x="24182" y="6863"/>
                    <a:pt x="21615" y="7833"/>
                  </a:cubicBezTo>
                  <a:cubicBezTo>
                    <a:pt x="19384" y="8675"/>
                    <a:pt x="14970" y="9569"/>
                    <a:pt x="12706" y="9569"/>
                  </a:cubicBezTo>
                  <a:cubicBezTo>
                    <a:pt x="12364" y="9569"/>
                    <a:pt x="12071" y="9549"/>
                    <a:pt x="11841" y="9505"/>
                  </a:cubicBezTo>
                  <a:cubicBezTo>
                    <a:pt x="10209" y="9192"/>
                    <a:pt x="7980" y="7892"/>
                    <a:pt x="5937" y="7892"/>
                  </a:cubicBezTo>
                  <a:cubicBezTo>
                    <a:pt x="5796" y="7892"/>
                    <a:pt x="5656" y="7898"/>
                    <a:pt x="5517" y="7911"/>
                  </a:cubicBezTo>
                  <a:cubicBezTo>
                    <a:pt x="3671" y="8086"/>
                    <a:pt x="1667" y="8356"/>
                    <a:pt x="1" y="8702"/>
                  </a:cubicBezTo>
                  <a:cubicBezTo>
                    <a:pt x="944" y="8798"/>
                    <a:pt x="1952" y="8717"/>
                    <a:pt x="2853" y="8853"/>
                  </a:cubicBezTo>
                  <a:cubicBezTo>
                    <a:pt x="4553" y="9114"/>
                    <a:pt x="6532" y="9519"/>
                    <a:pt x="8066" y="10271"/>
                  </a:cubicBezTo>
                  <a:cubicBezTo>
                    <a:pt x="10184" y="11313"/>
                    <a:pt x="12178" y="12122"/>
                    <a:pt x="14320" y="12122"/>
                  </a:cubicBezTo>
                  <a:cubicBezTo>
                    <a:pt x="15412" y="12122"/>
                    <a:pt x="16543" y="11911"/>
                    <a:pt x="17747" y="11414"/>
                  </a:cubicBezTo>
                  <a:cubicBezTo>
                    <a:pt x="22714" y="9359"/>
                    <a:pt x="27785" y="7863"/>
                    <a:pt x="32891" y="6175"/>
                  </a:cubicBezTo>
                  <a:cubicBezTo>
                    <a:pt x="35941" y="5169"/>
                    <a:pt x="39707" y="4873"/>
                    <a:pt x="41947" y="4454"/>
                  </a:cubicBezTo>
                  <a:lnTo>
                    <a:pt x="39248" y="0"/>
                  </a:ln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4"/>
            <p:cNvSpPr/>
            <p:nvPr/>
          </p:nvSpPr>
          <p:spPr>
            <a:xfrm>
              <a:off x="8047359" y="3447913"/>
              <a:ext cx="981784" cy="845790"/>
            </a:xfrm>
            <a:custGeom>
              <a:avLst/>
              <a:gdLst/>
              <a:ahLst/>
              <a:cxnLst/>
              <a:rect l="l" t="t" r="r" b="b"/>
              <a:pathLst>
                <a:path w="29953" h="25804" extrusionOk="0">
                  <a:moveTo>
                    <a:pt x="24830" y="1"/>
                  </a:moveTo>
                  <a:lnTo>
                    <a:pt x="0" y="11375"/>
                  </a:lnTo>
                  <a:cubicBezTo>
                    <a:pt x="0" y="11375"/>
                    <a:pt x="4346" y="15069"/>
                    <a:pt x="5784" y="18659"/>
                  </a:cubicBezTo>
                  <a:cubicBezTo>
                    <a:pt x="7220" y="22248"/>
                    <a:pt x="5799" y="25803"/>
                    <a:pt x="5799" y="25803"/>
                  </a:cubicBezTo>
                  <a:lnTo>
                    <a:pt x="29952" y="20623"/>
                  </a:lnTo>
                  <a:lnTo>
                    <a:pt x="24830" y="1"/>
                  </a:lnTo>
                  <a:close/>
                </a:path>
              </a:pathLst>
            </a:custGeom>
            <a:gradFill>
              <a:gsLst>
                <a:gs pos="0">
                  <a:schemeClr val="accent3"/>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3" name="Google Shape;583;p34"/>
            <p:cNvGrpSpPr/>
            <p:nvPr/>
          </p:nvGrpSpPr>
          <p:grpSpPr>
            <a:xfrm rot="-3165620">
              <a:off x="6377287" y="2890171"/>
              <a:ext cx="718549" cy="1290626"/>
              <a:chOff x="1091670" y="1268815"/>
              <a:chExt cx="432581" cy="776982"/>
            </a:xfrm>
          </p:grpSpPr>
          <p:sp>
            <p:nvSpPr>
              <p:cNvPr id="584" name="Google Shape;584;p34"/>
              <p:cNvSpPr/>
              <p:nvPr/>
            </p:nvSpPr>
            <p:spPr>
              <a:xfrm>
                <a:off x="1091670" y="1268815"/>
                <a:ext cx="432581" cy="740517"/>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4"/>
              <p:cNvSpPr/>
              <p:nvPr/>
            </p:nvSpPr>
            <p:spPr>
              <a:xfrm>
                <a:off x="1134883" y="1344131"/>
                <a:ext cx="329749" cy="701666"/>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86" name="Google Shape;586;p34"/>
            <p:cNvSpPr/>
            <p:nvPr/>
          </p:nvSpPr>
          <p:spPr>
            <a:xfrm>
              <a:off x="6909504" y="3764447"/>
              <a:ext cx="536109" cy="299554"/>
            </a:xfrm>
            <a:custGeom>
              <a:avLst/>
              <a:gdLst/>
              <a:ahLst/>
              <a:cxnLst/>
              <a:rect l="l" t="t" r="r" b="b"/>
              <a:pathLst>
                <a:path w="16356" h="9139" extrusionOk="0">
                  <a:moveTo>
                    <a:pt x="516" y="0"/>
                  </a:moveTo>
                  <a:cubicBezTo>
                    <a:pt x="516" y="0"/>
                    <a:pt x="0" y="1339"/>
                    <a:pt x="1043" y="3058"/>
                  </a:cubicBezTo>
                  <a:cubicBezTo>
                    <a:pt x="2084" y="4775"/>
                    <a:pt x="4295" y="6002"/>
                    <a:pt x="5372" y="6448"/>
                  </a:cubicBezTo>
                  <a:cubicBezTo>
                    <a:pt x="6451" y="6896"/>
                    <a:pt x="9887" y="7601"/>
                    <a:pt x="10577" y="8135"/>
                  </a:cubicBezTo>
                  <a:cubicBezTo>
                    <a:pt x="10861" y="8354"/>
                    <a:pt x="11166" y="8696"/>
                    <a:pt x="11396" y="9138"/>
                  </a:cubicBezTo>
                  <a:lnTo>
                    <a:pt x="16355" y="2450"/>
                  </a:lnTo>
                  <a:lnTo>
                    <a:pt x="16355" y="2450"/>
                  </a:lnTo>
                  <a:cubicBezTo>
                    <a:pt x="14778" y="2646"/>
                    <a:pt x="13205" y="2905"/>
                    <a:pt x="11922" y="3211"/>
                  </a:cubicBezTo>
                  <a:cubicBezTo>
                    <a:pt x="11729" y="3256"/>
                    <a:pt x="11511" y="3277"/>
                    <a:pt x="11273" y="3277"/>
                  </a:cubicBezTo>
                  <a:cubicBezTo>
                    <a:pt x="9308" y="3277"/>
                    <a:pt x="6023" y="1851"/>
                    <a:pt x="4456" y="1427"/>
                  </a:cubicBezTo>
                  <a:cubicBezTo>
                    <a:pt x="2700" y="951"/>
                    <a:pt x="517" y="0"/>
                    <a:pt x="516"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7" name="Google Shape;587;p34"/>
          <p:cNvGrpSpPr/>
          <p:nvPr/>
        </p:nvGrpSpPr>
        <p:grpSpPr>
          <a:xfrm rot="1241619">
            <a:off x="591299" y="1315728"/>
            <a:ext cx="481392" cy="556132"/>
            <a:chOff x="1182325" y="4709275"/>
            <a:chExt cx="403200" cy="465800"/>
          </a:xfrm>
        </p:grpSpPr>
        <p:sp>
          <p:nvSpPr>
            <p:cNvPr id="588" name="Google Shape;588;p34"/>
            <p:cNvSpPr/>
            <p:nvPr/>
          </p:nvSpPr>
          <p:spPr>
            <a:xfrm>
              <a:off x="1182325" y="4714600"/>
              <a:ext cx="397375" cy="460475"/>
            </a:xfrm>
            <a:custGeom>
              <a:avLst/>
              <a:gdLst/>
              <a:ahLst/>
              <a:cxnLst/>
              <a:rect l="l" t="t" r="r" b="b"/>
              <a:pathLst>
                <a:path w="15895" h="18419" extrusionOk="0">
                  <a:moveTo>
                    <a:pt x="7900" y="1"/>
                  </a:moveTo>
                  <a:cubicBezTo>
                    <a:pt x="6786" y="1"/>
                    <a:pt x="5784" y="779"/>
                    <a:pt x="5545" y="1913"/>
                  </a:cubicBezTo>
                  <a:cubicBezTo>
                    <a:pt x="5428" y="2467"/>
                    <a:pt x="5511" y="3013"/>
                    <a:pt x="5747" y="3484"/>
                  </a:cubicBezTo>
                  <a:lnTo>
                    <a:pt x="2257" y="2746"/>
                  </a:lnTo>
                  <a:lnTo>
                    <a:pt x="1519" y="6235"/>
                  </a:lnTo>
                  <a:cubicBezTo>
                    <a:pt x="1846" y="6072"/>
                    <a:pt x="2211" y="5981"/>
                    <a:pt x="2590" y="5981"/>
                  </a:cubicBezTo>
                  <a:cubicBezTo>
                    <a:pt x="2755" y="5981"/>
                    <a:pt x="2922" y="5998"/>
                    <a:pt x="3090" y="6035"/>
                  </a:cubicBezTo>
                  <a:cubicBezTo>
                    <a:pt x="4392" y="6308"/>
                    <a:pt x="5225" y="7587"/>
                    <a:pt x="4950" y="8889"/>
                  </a:cubicBezTo>
                  <a:cubicBezTo>
                    <a:pt x="4711" y="10022"/>
                    <a:pt x="3709" y="10801"/>
                    <a:pt x="2594" y="10801"/>
                  </a:cubicBezTo>
                  <a:cubicBezTo>
                    <a:pt x="2429" y="10801"/>
                    <a:pt x="2262" y="10784"/>
                    <a:pt x="2095" y="10748"/>
                  </a:cubicBezTo>
                  <a:cubicBezTo>
                    <a:pt x="1541" y="10632"/>
                    <a:pt x="1074" y="10332"/>
                    <a:pt x="739" y="9927"/>
                  </a:cubicBezTo>
                  <a:lnTo>
                    <a:pt x="1" y="13416"/>
                  </a:lnTo>
                  <a:lnTo>
                    <a:pt x="3490" y="14155"/>
                  </a:lnTo>
                  <a:cubicBezTo>
                    <a:pt x="3088" y="14489"/>
                    <a:pt x="2788" y="14956"/>
                    <a:pt x="2670" y="15510"/>
                  </a:cubicBezTo>
                  <a:cubicBezTo>
                    <a:pt x="2395" y="16811"/>
                    <a:pt x="3227" y="18090"/>
                    <a:pt x="4528" y="18365"/>
                  </a:cubicBezTo>
                  <a:cubicBezTo>
                    <a:pt x="4697" y="18401"/>
                    <a:pt x="4865" y="18418"/>
                    <a:pt x="5031" y="18418"/>
                  </a:cubicBezTo>
                  <a:cubicBezTo>
                    <a:pt x="6146" y="18418"/>
                    <a:pt x="7145" y="17640"/>
                    <a:pt x="7384" y="16506"/>
                  </a:cubicBezTo>
                  <a:cubicBezTo>
                    <a:pt x="7500" y="15952"/>
                    <a:pt x="7417" y="15405"/>
                    <a:pt x="7182" y="14934"/>
                  </a:cubicBezTo>
                  <a:lnTo>
                    <a:pt x="7182" y="14934"/>
                  </a:lnTo>
                  <a:lnTo>
                    <a:pt x="10671" y="15671"/>
                  </a:lnTo>
                  <a:lnTo>
                    <a:pt x="11410" y="12182"/>
                  </a:lnTo>
                  <a:cubicBezTo>
                    <a:pt x="11744" y="12586"/>
                    <a:pt x="12211" y="12885"/>
                    <a:pt x="12765" y="13003"/>
                  </a:cubicBezTo>
                  <a:cubicBezTo>
                    <a:pt x="12932" y="13039"/>
                    <a:pt x="13100" y="13056"/>
                    <a:pt x="13264" y="13056"/>
                  </a:cubicBezTo>
                  <a:cubicBezTo>
                    <a:pt x="14379" y="13056"/>
                    <a:pt x="15381" y="12277"/>
                    <a:pt x="15620" y="11145"/>
                  </a:cubicBezTo>
                  <a:cubicBezTo>
                    <a:pt x="15895" y="9844"/>
                    <a:pt x="15062" y="8564"/>
                    <a:pt x="13761" y="8290"/>
                  </a:cubicBezTo>
                  <a:cubicBezTo>
                    <a:pt x="13593" y="8254"/>
                    <a:pt x="13426" y="8237"/>
                    <a:pt x="13262" y="8237"/>
                  </a:cubicBezTo>
                  <a:cubicBezTo>
                    <a:pt x="12883" y="8237"/>
                    <a:pt x="12517" y="8327"/>
                    <a:pt x="12189" y="8492"/>
                  </a:cubicBezTo>
                  <a:lnTo>
                    <a:pt x="12926" y="5002"/>
                  </a:lnTo>
                  <a:lnTo>
                    <a:pt x="9437" y="4264"/>
                  </a:lnTo>
                  <a:cubicBezTo>
                    <a:pt x="9841" y="3929"/>
                    <a:pt x="10140" y="3463"/>
                    <a:pt x="10258" y="2909"/>
                  </a:cubicBezTo>
                  <a:cubicBezTo>
                    <a:pt x="10533" y="1608"/>
                    <a:pt x="9701" y="328"/>
                    <a:pt x="8400" y="53"/>
                  </a:cubicBezTo>
                  <a:cubicBezTo>
                    <a:pt x="8232" y="18"/>
                    <a:pt x="8065" y="1"/>
                    <a:pt x="7900" y="1"/>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4"/>
            <p:cNvSpPr/>
            <p:nvPr/>
          </p:nvSpPr>
          <p:spPr>
            <a:xfrm>
              <a:off x="1214475" y="4709275"/>
              <a:ext cx="371050" cy="289275"/>
            </a:xfrm>
            <a:custGeom>
              <a:avLst/>
              <a:gdLst/>
              <a:ahLst/>
              <a:cxnLst/>
              <a:rect l="l" t="t" r="r" b="b"/>
              <a:pathLst>
                <a:path w="14842" h="11571" extrusionOk="0">
                  <a:moveTo>
                    <a:pt x="6608" y="1"/>
                  </a:moveTo>
                  <a:cubicBezTo>
                    <a:pt x="6105" y="1"/>
                    <a:pt x="5614" y="146"/>
                    <a:pt x="5183" y="426"/>
                  </a:cubicBezTo>
                  <a:cubicBezTo>
                    <a:pt x="4597" y="807"/>
                    <a:pt x="4195" y="1395"/>
                    <a:pt x="4049" y="2079"/>
                  </a:cubicBezTo>
                  <a:cubicBezTo>
                    <a:pt x="3955" y="2527"/>
                    <a:pt x="3977" y="2978"/>
                    <a:pt x="4113" y="3405"/>
                  </a:cubicBezTo>
                  <a:lnTo>
                    <a:pt x="1014" y="2751"/>
                  </a:lnTo>
                  <a:cubicBezTo>
                    <a:pt x="998" y="2747"/>
                    <a:pt x="982" y="2746"/>
                    <a:pt x="967" y="2746"/>
                  </a:cubicBezTo>
                  <a:cubicBezTo>
                    <a:pt x="869" y="2746"/>
                    <a:pt x="782" y="2815"/>
                    <a:pt x="762" y="2914"/>
                  </a:cubicBezTo>
                  <a:lnTo>
                    <a:pt x="23" y="6403"/>
                  </a:lnTo>
                  <a:cubicBezTo>
                    <a:pt x="0" y="6518"/>
                    <a:pt x="73" y="6630"/>
                    <a:pt x="188" y="6655"/>
                  </a:cubicBezTo>
                  <a:cubicBezTo>
                    <a:pt x="202" y="6658"/>
                    <a:pt x="217" y="6659"/>
                    <a:pt x="231" y="6659"/>
                  </a:cubicBezTo>
                  <a:cubicBezTo>
                    <a:pt x="330" y="6659"/>
                    <a:pt x="416" y="6591"/>
                    <a:pt x="439" y="6492"/>
                  </a:cubicBezTo>
                  <a:lnTo>
                    <a:pt x="1133" y="3210"/>
                  </a:lnTo>
                  <a:lnTo>
                    <a:pt x="4416" y="3904"/>
                  </a:lnTo>
                  <a:cubicBezTo>
                    <a:pt x="4432" y="3908"/>
                    <a:pt x="4448" y="3909"/>
                    <a:pt x="4463" y="3909"/>
                  </a:cubicBezTo>
                  <a:cubicBezTo>
                    <a:pt x="4527" y="3909"/>
                    <a:pt x="4586" y="3879"/>
                    <a:pt x="4625" y="3827"/>
                  </a:cubicBezTo>
                  <a:cubicBezTo>
                    <a:pt x="4674" y="3763"/>
                    <a:pt x="4683" y="3676"/>
                    <a:pt x="4647" y="3603"/>
                  </a:cubicBezTo>
                  <a:cubicBezTo>
                    <a:pt x="4424" y="3154"/>
                    <a:pt x="4360" y="2658"/>
                    <a:pt x="4462" y="2171"/>
                  </a:cubicBezTo>
                  <a:cubicBezTo>
                    <a:pt x="4681" y="1139"/>
                    <a:pt x="5595" y="428"/>
                    <a:pt x="6611" y="428"/>
                  </a:cubicBezTo>
                  <a:cubicBezTo>
                    <a:pt x="6761" y="428"/>
                    <a:pt x="6913" y="443"/>
                    <a:pt x="7066" y="476"/>
                  </a:cubicBezTo>
                  <a:cubicBezTo>
                    <a:pt x="7640" y="596"/>
                    <a:pt x="8133" y="935"/>
                    <a:pt x="8453" y="1425"/>
                  </a:cubicBezTo>
                  <a:cubicBezTo>
                    <a:pt x="8773" y="1918"/>
                    <a:pt x="8883" y="2505"/>
                    <a:pt x="8763" y="3080"/>
                  </a:cubicBezTo>
                  <a:cubicBezTo>
                    <a:pt x="8738" y="3194"/>
                    <a:pt x="8811" y="3306"/>
                    <a:pt x="8926" y="3330"/>
                  </a:cubicBezTo>
                  <a:cubicBezTo>
                    <a:pt x="8941" y="3333"/>
                    <a:pt x="8957" y="3335"/>
                    <a:pt x="8972" y="3335"/>
                  </a:cubicBezTo>
                  <a:cubicBezTo>
                    <a:pt x="9069" y="3335"/>
                    <a:pt x="9156" y="3266"/>
                    <a:pt x="9177" y="3167"/>
                  </a:cubicBezTo>
                  <a:cubicBezTo>
                    <a:pt x="9323" y="2482"/>
                    <a:pt x="9192" y="1781"/>
                    <a:pt x="8809" y="1195"/>
                  </a:cubicBezTo>
                  <a:cubicBezTo>
                    <a:pt x="8430" y="606"/>
                    <a:pt x="7841" y="202"/>
                    <a:pt x="7156" y="58"/>
                  </a:cubicBezTo>
                  <a:cubicBezTo>
                    <a:pt x="6973" y="20"/>
                    <a:pt x="6790" y="1"/>
                    <a:pt x="6608" y="1"/>
                  </a:cubicBezTo>
                  <a:close/>
                  <a:moveTo>
                    <a:pt x="3660" y="8890"/>
                  </a:moveTo>
                  <a:cubicBezTo>
                    <a:pt x="3563" y="8890"/>
                    <a:pt x="3476" y="8960"/>
                    <a:pt x="3456" y="9058"/>
                  </a:cubicBezTo>
                  <a:cubicBezTo>
                    <a:pt x="3237" y="10091"/>
                    <a:pt x="2321" y="10802"/>
                    <a:pt x="1304" y="10802"/>
                  </a:cubicBezTo>
                  <a:cubicBezTo>
                    <a:pt x="1155" y="10802"/>
                    <a:pt x="1003" y="10787"/>
                    <a:pt x="851" y="10755"/>
                  </a:cubicBezTo>
                  <a:cubicBezTo>
                    <a:pt x="835" y="10751"/>
                    <a:pt x="820" y="10749"/>
                    <a:pt x="804" y="10749"/>
                  </a:cubicBezTo>
                  <a:cubicBezTo>
                    <a:pt x="707" y="10749"/>
                    <a:pt x="621" y="10818"/>
                    <a:pt x="601" y="10918"/>
                  </a:cubicBezTo>
                  <a:cubicBezTo>
                    <a:pt x="576" y="11032"/>
                    <a:pt x="649" y="11144"/>
                    <a:pt x="763" y="11168"/>
                  </a:cubicBezTo>
                  <a:cubicBezTo>
                    <a:pt x="945" y="11207"/>
                    <a:pt x="1128" y="11227"/>
                    <a:pt x="1310" y="11227"/>
                  </a:cubicBezTo>
                  <a:cubicBezTo>
                    <a:pt x="1812" y="11227"/>
                    <a:pt x="2305" y="11082"/>
                    <a:pt x="2735" y="10801"/>
                  </a:cubicBezTo>
                  <a:cubicBezTo>
                    <a:pt x="3322" y="10419"/>
                    <a:pt x="3725" y="9833"/>
                    <a:pt x="3870" y="9147"/>
                  </a:cubicBezTo>
                  <a:cubicBezTo>
                    <a:pt x="3894" y="9032"/>
                    <a:pt x="3821" y="8918"/>
                    <a:pt x="3706" y="8895"/>
                  </a:cubicBezTo>
                  <a:cubicBezTo>
                    <a:pt x="3691" y="8892"/>
                    <a:pt x="3675" y="8890"/>
                    <a:pt x="3660" y="8890"/>
                  </a:cubicBezTo>
                  <a:close/>
                  <a:moveTo>
                    <a:pt x="11972" y="8240"/>
                  </a:moveTo>
                  <a:cubicBezTo>
                    <a:pt x="11572" y="8240"/>
                    <a:pt x="11178" y="8333"/>
                    <a:pt x="10808" y="8517"/>
                  </a:cubicBezTo>
                  <a:cubicBezTo>
                    <a:pt x="10705" y="8568"/>
                    <a:pt x="10662" y="8695"/>
                    <a:pt x="10714" y="8801"/>
                  </a:cubicBezTo>
                  <a:cubicBezTo>
                    <a:pt x="10751" y="8874"/>
                    <a:pt x="10825" y="8917"/>
                    <a:pt x="10903" y="8917"/>
                  </a:cubicBezTo>
                  <a:cubicBezTo>
                    <a:pt x="10935" y="8917"/>
                    <a:pt x="10967" y="8910"/>
                    <a:pt x="10997" y="8895"/>
                  </a:cubicBezTo>
                  <a:cubicBezTo>
                    <a:pt x="11307" y="8740"/>
                    <a:pt x="11639" y="8661"/>
                    <a:pt x="11976" y="8661"/>
                  </a:cubicBezTo>
                  <a:cubicBezTo>
                    <a:pt x="12127" y="8661"/>
                    <a:pt x="12279" y="8677"/>
                    <a:pt x="12431" y="8709"/>
                  </a:cubicBezTo>
                  <a:cubicBezTo>
                    <a:pt x="13616" y="8961"/>
                    <a:pt x="14378" y="10130"/>
                    <a:pt x="14128" y="11314"/>
                  </a:cubicBezTo>
                  <a:cubicBezTo>
                    <a:pt x="14103" y="11428"/>
                    <a:pt x="14176" y="11541"/>
                    <a:pt x="14291" y="11565"/>
                  </a:cubicBezTo>
                  <a:cubicBezTo>
                    <a:pt x="14305" y="11569"/>
                    <a:pt x="14320" y="11570"/>
                    <a:pt x="14334" y="11570"/>
                  </a:cubicBezTo>
                  <a:cubicBezTo>
                    <a:pt x="14433" y="11570"/>
                    <a:pt x="14520" y="11501"/>
                    <a:pt x="14542" y="11402"/>
                  </a:cubicBezTo>
                  <a:cubicBezTo>
                    <a:pt x="14842" y="9987"/>
                    <a:pt x="13933" y="8593"/>
                    <a:pt x="12518" y="8298"/>
                  </a:cubicBezTo>
                  <a:cubicBezTo>
                    <a:pt x="12336" y="8259"/>
                    <a:pt x="12154" y="8240"/>
                    <a:pt x="11972" y="82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0" name="Google Shape;590;p34"/>
          <p:cNvGrpSpPr/>
          <p:nvPr/>
        </p:nvGrpSpPr>
        <p:grpSpPr>
          <a:xfrm rot="-5980330">
            <a:off x="472523" y="2493405"/>
            <a:ext cx="481410" cy="556152"/>
            <a:chOff x="1182325" y="4709275"/>
            <a:chExt cx="403200" cy="465800"/>
          </a:xfrm>
        </p:grpSpPr>
        <p:sp>
          <p:nvSpPr>
            <p:cNvPr id="591" name="Google Shape;591;p34"/>
            <p:cNvSpPr/>
            <p:nvPr/>
          </p:nvSpPr>
          <p:spPr>
            <a:xfrm>
              <a:off x="1182325" y="4714600"/>
              <a:ext cx="397375" cy="460475"/>
            </a:xfrm>
            <a:custGeom>
              <a:avLst/>
              <a:gdLst/>
              <a:ahLst/>
              <a:cxnLst/>
              <a:rect l="l" t="t" r="r" b="b"/>
              <a:pathLst>
                <a:path w="15895" h="18419" extrusionOk="0">
                  <a:moveTo>
                    <a:pt x="7900" y="1"/>
                  </a:moveTo>
                  <a:cubicBezTo>
                    <a:pt x="6786" y="1"/>
                    <a:pt x="5784" y="779"/>
                    <a:pt x="5545" y="1913"/>
                  </a:cubicBezTo>
                  <a:cubicBezTo>
                    <a:pt x="5428" y="2467"/>
                    <a:pt x="5511" y="3013"/>
                    <a:pt x="5747" y="3484"/>
                  </a:cubicBezTo>
                  <a:lnTo>
                    <a:pt x="2257" y="2746"/>
                  </a:lnTo>
                  <a:lnTo>
                    <a:pt x="1519" y="6235"/>
                  </a:lnTo>
                  <a:cubicBezTo>
                    <a:pt x="1846" y="6072"/>
                    <a:pt x="2211" y="5981"/>
                    <a:pt x="2590" y="5981"/>
                  </a:cubicBezTo>
                  <a:cubicBezTo>
                    <a:pt x="2755" y="5981"/>
                    <a:pt x="2922" y="5998"/>
                    <a:pt x="3090" y="6035"/>
                  </a:cubicBezTo>
                  <a:cubicBezTo>
                    <a:pt x="4392" y="6308"/>
                    <a:pt x="5225" y="7587"/>
                    <a:pt x="4950" y="8889"/>
                  </a:cubicBezTo>
                  <a:cubicBezTo>
                    <a:pt x="4711" y="10022"/>
                    <a:pt x="3709" y="10801"/>
                    <a:pt x="2594" y="10801"/>
                  </a:cubicBezTo>
                  <a:cubicBezTo>
                    <a:pt x="2429" y="10801"/>
                    <a:pt x="2262" y="10784"/>
                    <a:pt x="2095" y="10748"/>
                  </a:cubicBezTo>
                  <a:cubicBezTo>
                    <a:pt x="1541" y="10632"/>
                    <a:pt x="1074" y="10332"/>
                    <a:pt x="739" y="9927"/>
                  </a:cubicBezTo>
                  <a:lnTo>
                    <a:pt x="1" y="13416"/>
                  </a:lnTo>
                  <a:lnTo>
                    <a:pt x="3490" y="14155"/>
                  </a:lnTo>
                  <a:cubicBezTo>
                    <a:pt x="3088" y="14489"/>
                    <a:pt x="2788" y="14956"/>
                    <a:pt x="2670" y="15510"/>
                  </a:cubicBezTo>
                  <a:cubicBezTo>
                    <a:pt x="2395" y="16811"/>
                    <a:pt x="3227" y="18090"/>
                    <a:pt x="4528" y="18365"/>
                  </a:cubicBezTo>
                  <a:cubicBezTo>
                    <a:pt x="4697" y="18401"/>
                    <a:pt x="4865" y="18418"/>
                    <a:pt x="5031" y="18418"/>
                  </a:cubicBezTo>
                  <a:cubicBezTo>
                    <a:pt x="6146" y="18418"/>
                    <a:pt x="7145" y="17640"/>
                    <a:pt x="7384" y="16506"/>
                  </a:cubicBezTo>
                  <a:cubicBezTo>
                    <a:pt x="7500" y="15952"/>
                    <a:pt x="7417" y="15405"/>
                    <a:pt x="7182" y="14934"/>
                  </a:cubicBezTo>
                  <a:lnTo>
                    <a:pt x="7182" y="14934"/>
                  </a:lnTo>
                  <a:lnTo>
                    <a:pt x="10671" y="15671"/>
                  </a:lnTo>
                  <a:lnTo>
                    <a:pt x="11410" y="12182"/>
                  </a:lnTo>
                  <a:cubicBezTo>
                    <a:pt x="11744" y="12586"/>
                    <a:pt x="12211" y="12885"/>
                    <a:pt x="12765" y="13003"/>
                  </a:cubicBezTo>
                  <a:cubicBezTo>
                    <a:pt x="12932" y="13039"/>
                    <a:pt x="13100" y="13056"/>
                    <a:pt x="13264" y="13056"/>
                  </a:cubicBezTo>
                  <a:cubicBezTo>
                    <a:pt x="14379" y="13056"/>
                    <a:pt x="15381" y="12277"/>
                    <a:pt x="15620" y="11145"/>
                  </a:cubicBezTo>
                  <a:cubicBezTo>
                    <a:pt x="15895" y="9844"/>
                    <a:pt x="15062" y="8564"/>
                    <a:pt x="13761" y="8290"/>
                  </a:cubicBezTo>
                  <a:cubicBezTo>
                    <a:pt x="13593" y="8254"/>
                    <a:pt x="13426" y="8237"/>
                    <a:pt x="13262" y="8237"/>
                  </a:cubicBezTo>
                  <a:cubicBezTo>
                    <a:pt x="12883" y="8237"/>
                    <a:pt x="12517" y="8327"/>
                    <a:pt x="12189" y="8492"/>
                  </a:cubicBezTo>
                  <a:lnTo>
                    <a:pt x="12926" y="5002"/>
                  </a:lnTo>
                  <a:lnTo>
                    <a:pt x="9437" y="4264"/>
                  </a:lnTo>
                  <a:cubicBezTo>
                    <a:pt x="9841" y="3929"/>
                    <a:pt x="10140" y="3463"/>
                    <a:pt x="10258" y="2909"/>
                  </a:cubicBezTo>
                  <a:cubicBezTo>
                    <a:pt x="10533" y="1608"/>
                    <a:pt x="9701" y="328"/>
                    <a:pt x="8400" y="53"/>
                  </a:cubicBezTo>
                  <a:cubicBezTo>
                    <a:pt x="8232" y="18"/>
                    <a:pt x="8065" y="1"/>
                    <a:pt x="7900" y="1"/>
                  </a:cubicBezTo>
                  <a:close/>
                </a:path>
              </a:pathLst>
            </a:custGeom>
            <a:gradFill>
              <a:gsLst>
                <a:gs pos="0">
                  <a:schemeClr val="accent3"/>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4"/>
            <p:cNvSpPr/>
            <p:nvPr/>
          </p:nvSpPr>
          <p:spPr>
            <a:xfrm>
              <a:off x="1214475" y="4709275"/>
              <a:ext cx="371050" cy="289275"/>
            </a:xfrm>
            <a:custGeom>
              <a:avLst/>
              <a:gdLst/>
              <a:ahLst/>
              <a:cxnLst/>
              <a:rect l="l" t="t" r="r" b="b"/>
              <a:pathLst>
                <a:path w="14842" h="11571" extrusionOk="0">
                  <a:moveTo>
                    <a:pt x="6608" y="1"/>
                  </a:moveTo>
                  <a:cubicBezTo>
                    <a:pt x="6105" y="1"/>
                    <a:pt x="5614" y="146"/>
                    <a:pt x="5183" y="426"/>
                  </a:cubicBezTo>
                  <a:cubicBezTo>
                    <a:pt x="4597" y="807"/>
                    <a:pt x="4195" y="1395"/>
                    <a:pt x="4049" y="2079"/>
                  </a:cubicBezTo>
                  <a:cubicBezTo>
                    <a:pt x="3955" y="2527"/>
                    <a:pt x="3977" y="2978"/>
                    <a:pt x="4113" y="3405"/>
                  </a:cubicBezTo>
                  <a:lnTo>
                    <a:pt x="1014" y="2751"/>
                  </a:lnTo>
                  <a:cubicBezTo>
                    <a:pt x="998" y="2747"/>
                    <a:pt x="982" y="2746"/>
                    <a:pt x="967" y="2746"/>
                  </a:cubicBezTo>
                  <a:cubicBezTo>
                    <a:pt x="869" y="2746"/>
                    <a:pt x="782" y="2815"/>
                    <a:pt x="762" y="2914"/>
                  </a:cubicBezTo>
                  <a:lnTo>
                    <a:pt x="23" y="6403"/>
                  </a:lnTo>
                  <a:cubicBezTo>
                    <a:pt x="0" y="6518"/>
                    <a:pt x="73" y="6630"/>
                    <a:pt x="188" y="6655"/>
                  </a:cubicBezTo>
                  <a:cubicBezTo>
                    <a:pt x="202" y="6658"/>
                    <a:pt x="217" y="6659"/>
                    <a:pt x="231" y="6659"/>
                  </a:cubicBezTo>
                  <a:cubicBezTo>
                    <a:pt x="330" y="6659"/>
                    <a:pt x="416" y="6591"/>
                    <a:pt x="439" y="6492"/>
                  </a:cubicBezTo>
                  <a:lnTo>
                    <a:pt x="1133" y="3210"/>
                  </a:lnTo>
                  <a:lnTo>
                    <a:pt x="4416" y="3904"/>
                  </a:lnTo>
                  <a:cubicBezTo>
                    <a:pt x="4432" y="3908"/>
                    <a:pt x="4448" y="3909"/>
                    <a:pt x="4463" y="3909"/>
                  </a:cubicBezTo>
                  <a:cubicBezTo>
                    <a:pt x="4527" y="3909"/>
                    <a:pt x="4586" y="3879"/>
                    <a:pt x="4625" y="3827"/>
                  </a:cubicBezTo>
                  <a:cubicBezTo>
                    <a:pt x="4674" y="3763"/>
                    <a:pt x="4683" y="3676"/>
                    <a:pt x="4647" y="3603"/>
                  </a:cubicBezTo>
                  <a:cubicBezTo>
                    <a:pt x="4424" y="3154"/>
                    <a:pt x="4360" y="2658"/>
                    <a:pt x="4462" y="2171"/>
                  </a:cubicBezTo>
                  <a:cubicBezTo>
                    <a:pt x="4681" y="1139"/>
                    <a:pt x="5595" y="428"/>
                    <a:pt x="6611" y="428"/>
                  </a:cubicBezTo>
                  <a:cubicBezTo>
                    <a:pt x="6761" y="428"/>
                    <a:pt x="6913" y="443"/>
                    <a:pt x="7066" y="476"/>
                  </a:cubicBezTo>
                  <a:cubicBezTo>
                    <a:pt x="7640" y="596"/>
                    <a:pt x="8133" y="935"/>
                    <a:pt x="8453" y="1425"/>
                  </a:cubicBezTo>
                  <a:cubicBezTo>
                    <a:pt x="8773" y="1918"/>
                    <a:pt x="8883" y="2505"/>
                    <a:pt x="8763" y="3080"/>
                  </a:cubicBezTo>
                  <a:cubicBezTo>
                    <a:pt x="8738" y="3194"/>
                    <a:pt x="8811" y="3306"/>
                    <a:pt x="8926" y="3330"/>
                  </a:cubicBezTo>
                  <a:cubicBezTo>
                    <a:pt x="8941" y="3333"/>
                    <a:pt x="8957" y="3335"/>
                    <a:pt x="8972" y="3335"/>
                  </a:cubicBezTo>
                  <a:cubicBezTo>
                    <a:pt x="9069" y="3335"/>
                    <a:pt x="9156" y="3266"/>
                    <a:pt x="9177" y="3167"/>
                  </a:cubicBezTo>
                  <a:cubicBezTo>
                    <a:pt x="9323" y="2482"/>
                    <a:pt x="9192" y="1781"/>
                    <a:pt x="8809" y="1195"/>
                  </a:cubicBezTo>
                  <a:cubicBezTo>
                    <a:pt x="8430" y="606"/>
                    <a:pt x="7841" y="202"/>
                    <a:pt x="7156" y="58"/>
                  </a:cubicBezTo>
                  <a:cubicBezTo>
                    <a:pt x="6973" y="20"/>
                    <a:pt x="6790" y="1"/>
                    <a:pt x="6608" y="1"/>
                  </a:cubicBezTo>
                  <a:close/>
                  <a:moveTo>
                    <a:pt x="3660" y="8890"/>
                  </a:moveTo>
                  <a:cubicBezTo>
                    <a:pt x="3563" y="8890"/>
                    <a:pt x="3476" y="8960"/>
                    <a:pt x="3456" y="9058"/>
                  </a:cubicBezTo>
                  <a:cubicBezTo>
                    <a:pt x="3237" y="10091"/>
                    <a:pt x="2321" y="10802"/>
                    <a:pt x="1304" y="10802"/>
                  </a:cubicBezTo>
                  <a:cubicBezTo>
                    <a:pt x="1155" y="10802"/>
                    <a:pt x="1003" y="10787"/>
                    <a:pt x="851" y="10755"/>
                  </a:cubicBezTo>
                  <a:cubicBezTo>
                    <a:pt x="835" y="10751"/>
                    <a:pt x="820" y="10749"/>
                    <a:pt x="804" y="10749"/>
                  </a:cubicBezTo>
                  <a:cubicBezTo>
                    <a:pt x="707" y="10749"/>
                    <a:pt x="621" y="10818"/>
                    <a:pt x="601" y="10918"/>
                  </a:cubicBezTo>
                  <a:cubicBezTo>
                    <a:pt x="576" y="11032"/>
                    <a:pt x="649" y="11144"/>
                    <a:pt x="763" y="11168"/>
                  </a:cubicBezTo>
                  <a:cubicBezTo>
                    <a:pt x="945" y="11207"/>
                    <a:pt x="1128" y="11227"/>
                    <a:pt x="1310" y="11227"/>
                  </a:cubicBezTo>
                  <a:cubicBezTo>
                    <a:pt x="1812" y="11227"/>
                    <a:pt x="2305" y="11082"/>
                    <a:pt x="2735" y="10801"/>
                  </a:cubicBezTo>
                  <a:cubicBezTo>
                    <a:pt x="3322" y="10419"/>
                    <a:pt x="3725" y="9833"/>
                    <a:pt x="3870" y="9147"/>
                  </a:cubicBezTo>
                  <a:cubicBezTo>
                    <a:pt x="3894" y="9032"/>
                    <a:pt x="3821" y="8918"/>
                    <a:pt x="3706" y="8895"/>
                  </a:cubicBezTo>
                  <a:cubicBezTo>
                    <a:pt x="3691" y="8892"/>
                    <a:pt x="3675" y="8890"/>
                    <a:pt x="3660" y="8890"/>
                  </a:cubicBezTo>
                  <a:close/>
                  <a:moveTo>
                    <a:pt x="11972" y="8240"/>
                  </a:moveTo>
                  <a:cubicBezTo>
                    <a:pt x="11572" y="8240"/>
                    <a:pt x="11178" y="8333"/>
                    <a:pt x="10808" y="8517"/>
                  </a:cubicBezTo>
                  <a:cubicBezTo>
                    <a:pt x="10705" y="8568"/>
                    <a:pt x="10662" y="8695"/>
                    <a:pt x="10714" y="8801"/>
                  </a:cubicBezTo>
                  <a:cubicBezTo>
                    <a:pt x="10751" y="8874"/>
                    <a:pt x="10825" y="8917"/>
                    <a:pt x="10903" y="8917"/>
                  </a:cubicBezTo>
                  <a:cubicBezTo>
                    <a:pt x="10935" y="8917"/>
                    <a:pt x="10967" y="8910"/>
                    <a:pt x="10997" y="8895"/>
                  </a:cubicBezTo>
                  <a:cubicBezTo>
                    <a:pt x="11307" y="8740"/>
                    <a:pt x="11639" y="8661"/>
                    <a:pt x="11976" y="8661"/>
                  </a:cubicBezTo>
                  <a:cubicBezTo>
                    <a:pt x="12127" y="8661"/>
                    <a:pt x="12279" y="8677"/>
                    <a:pt x="12431" y="8709"/>
                  </a:cubicBezTo>
                  <a:cubicBezTo>
                    <a:pt x="13616" y="8961"/>
                    <a:pt x="14378" y="10130"/>
                    <a:pt x="14128" y="11314"/>
                  </a:cubicBezTo>
                  <a:cubicBezTo>
                    <a:pt x="14103" y="11428"/>
                    <a:pt x="14176" y="11541"/>
                    <a:pt x="14291" y="11565"/>
                  </a:cubicBezTo>
                  <a:cubicBezTo>
                    <a:pt x="14305" y="11569"/>
                    <a:pt x="14320" y="11570"/>
                    <a:pt x="14334" y="11570"/>
                  </a:cubicBezTo>
                  <a:cubicBezTo>
                    <a:pt x="14433" y="11570"/>
                    <a:pt x="14520" y="11501"/>
                    <a:pt x="14542" y="11402"/>
                  </a:cubicBezTo>
                  <a:cubicBezTo>
                    <a:pt x="14842" y="9987"/>
                    <a:pt x="13933" y="8593"/>
                    <a:pt x="12518" y="8298"/>
                  </a:cubicBezTo>
                  <a:cubicBezTo>
                    <a:pt x="12336" y="8259"/>
                    <a:pt x="12154" y="8240"/>
                    <a:pt x="11972" y="82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3" name="Google Shape;593;p34"/>
          <p:cNvSpPr/>
          <p:nvPr/>
        </p:nvSpPr>
        <p:spPr>
          <a:xfrm rot="1359651">
            <a:off x="179556" y="2012372"/>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4"/>
          <p:cNvSpPr/>
          <p:nvPr/>
        </p:nvSpPr>
        <p:spPr>
          <a:xfrm rot="1003606">
            <a:off x="421991" y="786224"/>
            <a:ext cx="189876" cy="18990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5" name="Google Shape;595;p34"/>
          <p:cNvGrpSpPr/>
          <p:nvPr/>
        </p:nvGrpSpPr>
        <p:grpSpPr>
          <a:xfrm rot="2152574">
            <a:off x="8030519" y="2040607"/>
            <a:ext cx="462965" cy="831576"/>
            <a:chOff x="1091670" y="1268815"/>
            <a:chExt cx="432581" cy="776982"/>
          </a:xfrm>
        </p:grpSpPr>
        <p:sp>
          <p:nvSpPr>
            <p:cNvPr id="596" name="Google Shape;596;p34"/>
            <p:cNvSpPr/>
            <p:nvPr/>
          </p:nvSpPr>
          <p:spPr>
            <a:xfrm>
              <a:off x="1091670" y="1268815"/>
              <a:ext cx="432581" cy="740517"/>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gradFill>
              <a:gsLst>
                <a:gs pos="0">
                  <a:schemeClr val="lt1"/>
                </a:gs>
                <a:gs pos="100000">
                  <a:schemeClr val="dk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4"/>
            <p:cNvSpPr/>
            <p:nvPr/>
          </p:nvSpPr>
          <p:spPr>
            <a:xfrm>
              <a:off x="1134883" y="1344131"/>
              <a:ext cx="329749" cy="701666"/>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34"/>
          <p:cNvGrpSpPr/>
          <p:nvPr/>
        </p:nvGrpSpPr>
        <p:grpSpPr>
          <a:xfrm rot="-2152612" flipH="1">
            <a:off x="8491811" y="706019"/>
            <a:ext cx="421328" cy="756788"/>
            <a:chOff x="1091670" y="1268815"/>
            <a:chExt cx="432581" cy="776982"/>
          </a:xfrm>
        </p:grpSpPr>
        <p:sp>
          <p:nvSpPr>
            <p:cNvPr id="599" name="Google Shape;599;p34"/>
            <p:cNvSpPr/>
            <p:nvPr/>
          </p:nvSpPr>
          <p:spPr>
            <a:xfrm>
              <a:off x="1091670" y="1268815"/>
              <a:ext cx="432581" cy="740517"/>
            </a:xfrm>
            <a:custGeom>
              <a:avLst/>
              <a:gdLst/>
              <a:ahLst/>
              <a:cxnLst/>
              <a:rect l="l" t="t" r="r" b="b"/>
              <a:pathLst>
                <a:path w="11602" h="19861" extrusionOk="0">
                  <a:moveTo>
                    <a:pt x="3806" y="0"/>
                  </a:moveTo>
                  <a:cubicBezTo>
                    <a:pt x="3461" y="0"/>
                    <a:pt x="3122" y="88"/>
                    <a:pt x="2837" y="286"/>
                  </a:cubicBezTo>
                  <a:cubicBezTo>
                    <a:pt x="2315" y="648"/>
                    <a:pt x="2064" y="1313"/>
                    <a:pt x="2071" y="1947"/>
                  </a:cubicBezTo>
                  <a:cubicBezTo>
                    <a:pt x="2077" y="2582"/>
                    <a:pt x="2308" y="3193"/>
                    <a:pt x="2584" y="3762"/>
                  </a:cubicBezTo>
                  <a:cubicBezTo>
                    <a:pt x="3026" y="4676"/>
                    <a:pt x="3593" y="5527"/>
                    <a:pt x="4265" y="6286"/>
                  </a:cubicBezTo>
                  <a:cubicBezTo>
                    <a:pt x="4528" y="6583"/>
                    <a:pt x="4819" y="6887"/>
                    <a:pt x="4896" y="7275"/>
                  </a:cubicBezTo>
                  <a:cubicBezTo>
                    <a:pt x="4970" y="7660"/>
                    <a:pt x="4722" y="8133"/>
                    <a:pt x="4336" y="8133"/>
                  </a:cubicBezTo>
                  <a:cubicBezTo>
                    <a:pt x="4331" y="8133"/>
                    <a:pt x="4325" y="8133"/>
                    <a:pt x="4320" y="8133"/>
                  </a:cubicBezTo>
                  <a:cubicBezTo>
                    <a:pt x="4140" y="8129"/>
                    <a:pt x="3978" y="8024"/>
                    <a:pt x="3801" y="7987"/>
                  </a:cubicBezTo>
                  <a:cubicBezTo>
                    <a:pt x="3755" y="7978"/>
                    <a:pt x="3710" y="7974"/>
                    <a:pt x="3666" y="7974"/>
                  </a:cubicBezTo>
                  <a:cubicBezTo>
                    <a:pt x="3143" y="7974"/>
                    <a:pt x="2732" y="8598"/>
                    <a:pt x="2779" y="9148"/>
                  </a:cubicBezTo>
                  <a:cubicBezTo>
                    <a:pt x="2831" y="9744"/>
                    <a:pt x="3219" y="10247"/>
                    <a:pt x="3551" y="10747"/>
                  </a:cubicBezTo>
                  <a:cubicBezTo>
                    <a:pt x="3881" y="11247"/>
                    <a:pt x="4176" y="11848"/>
                    <a:pt x="4012" y="12425"/>
                  </a:cubicBezTo>
                  <a:cubicBezTo>
                    <a:pt x="3964" y="12593"/>
                    <a:pt x="3865" y="12762"/>
                    <a:pt x="3702" y="12829"/>
                  </a:cubicBezTo>
                  <a:cubicBezTo>
                    <a:pt x="3650" y="12851"/>
                    <a:pt x="3598" y="12860"/>
                    <a:pt x="3545" y="12860"/>
                  </a:cubicBezTo>
                  <a:cubicBezTo>
                    <a:pt x="3319" y="12860"/>
                    <a:pt x="3095" y="12680"/>
                    <a:pt x="2946" y="12487"/>
                  </a:cubicBezTo>
                  <a:cubicBezTo>
                    <a:pt x="2546" y="11976"/>
                    <a:pt x="2338" y="11324"/>
                    <a:pt x="1891" y="10856"/>
                  </a:cubicBezTo>
                  <a:cubicBezTo>
                    <a:pt x="1632" y="10585"/>
                    <a:pt x="1232" y="10409"/>
                    <a:pt x="868" y="10409"/>
                  </a:cubicBezTo>
                  <a:cubicBezTo>
                    <a:pt x="600" y="10409"/>
                    <a:pt x="352" y="10504"/>
                    <a:pt x="191" y="10727"/>
                  </a:cubicBezTo>
                  <a:cubicBezTo>
                    <a:pt x="2" y="10988"/>
                    <a:pt x="1" y="11337"/>
                    <a:pt x="44" y="11656"/>
                  </a:cubicBezTo>
                  <a:cubicBezTo>
                    <a:pt x="240" y="13095"/>
                    <a:pt x="1190" y="14296"/>
                    <a:pt x="1859" y="15587"/>
                  </a:cubicBezTo>
                  <a:cubicBezTo>
                    <a:pt x="2620" y="17057"/>
                    <a:pt x="2577" y="18216"/>
                    <a:pt x="2059" y="19691"/>
                  </a:cubicBezTo>
                  <a:cubicBezTo>
                    <a:pt x="2342" y="19817"/>
                    <a:pt x="2652" y="19861"/>
                    <a:pt x="2968" y="19861"/>
                  </a:cubicBezTo>
                  <a:cubicBezTo>
                    <a:pt x="3408" y="19861"/>
                    <a:pt x="3860" y="19775"/>
                    <a:pt x="4271" y="19703"/>
                  </a:cubicBezTo>
                  <a:cubicBezTo>
                    <a:pt x="5490" y="19488"/>
                    <a:pt x="6720" y="19270"/>
                    <a:pt x="7860" y="18784"/>
                  </a:cubicBezTo>
                  <a:cubicBezTo>
                    <a:pt x="8590" y="18474"/>
                    <a:pt x="9330" y="17989"/>
                    <a:pt x="9557" y="17227"/>
                  </a:cubicBezTo>
                  <a:cubicBezTo>
                    <a:pt x="9768" y="16518"/>
                    <a:pt x="9248" y="15611"/>
                    <a:pt x="8547" y="15611"/>
                  </a:cubicBezTo>
                  <a:cubicBezTo>
                    <a:pt x="8494" y="15611"/>
                    <a:pt x="8441" y="15616"/>
                    <a:pt x="8387" y="15626"/>
                  </a:cubicBezTo>
                  <a:cubicBezTo>
                    <a:pt x="9074" y="15126"/>
                    <a:pt x="9711" y="14561"/>
                    <a:pt x="10291" y="13940"/>
                  </a:cubicBezTo>
                  <a:cubicBezTo>
                    <a:pt x="10695" y="13505"/>
                    <a:pt x="11084" y="13017"/>
                    <a:pt x="11184" y="12431"/>
                  </a:cubicBezTo>
                  <a:cubicBezTo>
                    <a:pt x="11284" y="11848"/>
                    <a:pt x="10989" y="11157"/>
                    <a:pt x="10416" y="11004"/>
                  </a:cubicBezTo>
                  <a:cubicBezTo>
                    <a:pt x="10075" y="10914"/>
                    <a:pt x="9636" y="10990"/>
                    <a:pt x="9435" y="10699"/>
                  </a:cubicBezTo>
                  <a:cubicBezTo>
                    <a:pt x="9274" y="10463"/>
                    <a:pt x="9390" y="10145"/>
                    <a:pt x="9511" y="9885"/>
                  </a:cubicBezTo>
                  <a:cubicBezTo>
                    <a:pt x="10044" y="8728"/>
                    <a:pt x="10581" y="7572"/>
                    <a:pt x="11114" y="6414"/>
                  </a:cubicBezTo>
                  <a:cubicBezTo>
                    <a:pt x="11354" y="5892"/>
                    <a:pt x="11601" y="5340"/>
                    <a:pt x="11536" y="4770"/>
                  </a:cubicBezTo>
                  <a:cubicBezTo>
                    <a:pt x="11476" y="4246"/>
                    <a:pt x="11042" y="3732"/>
                    <a:pt x="10536" y="3732"/>
                  </a:cubicBezTo>
                  <a:cubicBezTo>
                    <a:pt x="10491" y="3732"/>
                    <a:pt x="10444" y="3736"/>
                    <a:pt x="10397" y="3745"/>
                  </a:cubicBezTo>
                  <a:cubicBezTo>
                    <a:pt x="9561" y="3899"/>
                    <a:pt x="9238" y="5280"/>
                    <a:pt x="8459" y="5280"/>
                  </a:cubicBezTo>
                  <a:cubicBezTo>
                    <a:pt x="8415" y="5280"/>
                    <a:pt x="8369" y="5275"/>
                    <a:pt x="8321" y="5266"/>
                  </a:cubicBezTo>
                  <a:cubicBezTo>
                    <a:pt x="7846" y="5171"/>
                    <a:pt x="7645" y="4619"/>
                    <a:pt x="7494" y="4156"/>
                  </a:cubicBezTo>
                  <a:cubicBezTo>
                    <a:pt x="7218" y="3309"/>
                    <a:pt x="6828" y="2496"/>
                    <a:pt x="6338" y="1750"/>
                  </a:cubicBezTo>
                  <a:cubicBezTo>
                    <a:pt x="5950" y="1160"/>
                    <a:pt x="5480" y="594"/>
                    <a:pt x="4855" y="264"/>
                  </a:cubicBezTo>
                  <a:cubicBezTo>
                    <a:pt x="4535" y="96"/>
                    <a:pt x="4167" y="0"/>
                    <a:pt x="38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4"/>
            <p:cNvSpPr/>
            <p:nvPr/>
          </p:nvSpPr>
          <p:spPr>
            <a:xfrm>
              <a:off x="1134883" y="1344131"/>
              <a:ext cx="329749" cy="701666"/>
            </a:xfrm>
            <a:custGeom>
              <a:avLst/>
              <a:gdLst/>
              <a:ahLst/>
              <a:cxnLst/>
              <a:rect l="l" t="t" r="r" b="b"/>
              <a:pathLst>
                <a:path w="8844" h="18819" extrusionOk="0">
                  <a:moveTo>
                    <a:pt x="2807" y="0"/>
                  </a:moveTo>
                  <a:cubicBezTo>
                    <a:pt x="2725" y="0"/>
                    <a:pt x="2670" y="116"/>
                    <a:pt x="2742" y="178"/>
                  </a:cubicBezTo>
                  <a:cubicBezTo>
                    <a:pt x="4807" y="1924"/>
                    <a:pt x="5464" y="4857"/>
                    <a:pt x="5384" y="7464"/>
                  </a:cubicBezTo>
                  <a:cubicBezTo>
                    <a:pt x="5358" y="8313"/>
                    <a:pt x="5246" y="9152"/>
                    <a:pt x="5058" y="9974"/>
                  </a:cubicBezTo>
                  <a:cubicBezTo>
                    <a:pt x="4898" y="9807"/>
                    <a:pt x="4715" y="9657"/>
                    <a:pt x="4566" y="9483"/>
                  </a:cubicBezTo>
                  <a:cubicBezTo>
                    <a:pt x="4363" y="9245"/>
                    <a:pt x="4186" y="8989"/>
                    <a:pt x="4019" y="8724"/>
                  </a:cubicBezTo>
                  <a:cubicBezTo>
                    <a:pt x="3658" y="8154"/>
                    <a:pt x="3370" y="7523"/>
                    <a:pt x="3094" y="6907"/>
                  </a:cubicBezTo>
                  <a:cubicBezTo>
                    <a:pt x="3078" y="6871"/>
                    <a:pt x="3049" y="6855"/>
                    <a:pt x="3021" y="6855"/>
                  </a:cubicBezTo>
                  <a:cubicBezTo>
                    <a:pt x="2972" y="6855"/>
                    <a:pt x="2924" y="6901"/>
                    <a:pt x="2942" y="6965"/>
                  </a:cubicBezTo>
                  <a:cubicBezTo>
                    <a:pt x="3123" y="7660"/>
                    <a:pt x="3370" y="8307"/>
                    <a:pt x="3734" y="8928"/>
                  </a:cubicBezTo>
                  <a:cubicBezTo>
                    <a:pt x="4010" y="9399"/>
                    <a:pt x="4446" y="10082"/>
                    <a:pt x="4965" y="10351"/>
                  </a:cubicBezTo>
                  <a:cubicBezTo>
                    <a:pt x="4545" y="11988"/>
                    <a:pt x="3834" y="13554"/>
                    <a:pt x="2926" y="14982"/>
                  </a:cubicBezTo>
                  <a:cubicBezTo>
                    <a:pt x="2334" y="14323"/>
                    <a:pt x="1895" y="13541"/>
                    <a:pt x="1547" y="12728"/>
                  </a:cubicBezTo>
                  <a:cubicBezTo>
                    <a:pt x="1200" y="11915"/>
                    <a:pt x="980" y="11056"/>
                    <a:pt x="636" y="10242"/>
                  </a:cubicBezTo>
                  <a:cubicBezTo>
                    <a:pt x="625" y="10217"/>
                    <a:pt x="601" y="10205"/>
                    <a:pt x="578" y="10205"/>
                  </a:cubicBezTo>
                  <a:cubicBezTo>
                    <a:pt x="544" y="10205"/>
                    <a:pt x="512" y="10228"/>
                    <a:pt x="518" y="10270"/>
                  </a:cubicBezTo>
                  <a:cubicBezTo>
                    <a:pt x="785" y="12049"/>
                    <a:pt x="1482" y="13977"/>
                    <a:pt x="2699" y="15328"/>
                  </a:cubicBezTo>
                  <a:cubicBezTo>
                    <a:pt x="1953" y="16441"/>
                    <a:pt x="1089" y="17461"/>
                    <a:pt x="163" y="18433"/>
                  </a:cubicBezTo>
                  <a:cubicBezTo>
                    <a:pt x="0" y="18605"/>
                    <a:pt x="173" y="18818"/>
                    <a:pt x="360" y="18818"/>
                  </a:cubicBezTo>
                  <a:cubicBezTo>
                    <a:pt x="420" y="18818"/>
                    <a:pt x="482" y="18796"/>
                    <a:pt x="535" y="18743"/>
                  </a:cubicBezTo>
                  <a:cubicBezTo>
                    <a:pt x="1184" y="18089"/>
                    <a:pt x="1799" y="17378"/>
                    <a:pt x="2369" y="16622"/>
                  </a:cubicBezTo>
                  <a:cubicBezTo>
                    <a:pt x="2457" y="16625"/>
                    <a:pt x="2547" y="16627"/>
                    <a:pt x="2637" y="16627"/>
                  </a:cubicBezTo>
                  <a:cubicBezTo>
                    <a:pt x="4376" y="16627"/>
                    <a:pt x="6362" y="16025"/>
                    <a:pt x="7546" y="14730"/>
                  </a:cubicBezTo>
                  <a:cubicBezTo>
                    <a:pt x="7615" y="14656"/>
                    <a:pt x="7542" y="14563"/>
                    <a:pt x="7461" y="14563"/>
                  </a:cubicBezTo>
                  <a:cubicBezTo>
                    <a:pt x="7443" y="14563"/>
                    <a:pt x="7424" y="14568"/>
                    <a:pt x="7406" y="14579"/>
                  </a:cubicBezTo>
                  <a:cubicBezTo>
                    <a:pt x="6623" y="15054"/>
                    <a:pt x="5876" y="15534"/>
                    <a:pt x="4999" y="15825"/>
                  </a:cubicBezTo>
                  <a:cubicBezTo>
                    <a:pt x="4237" y="16078"/>
                    <a:pt x="3458" y="16200"/>
                    <a:pt x="2661" y="16222"/>
                  </a:cubicBezTo>
                  <a:cubicBezTo>
                    <a:pt x="3397" y="15191"/>
                    <a:pt x="4042" y="14086"/>
                    <a:pt x="4557" y="12932"/>
                  </a:cubicBezTo>
                  <a:cubicBezTo>
                    <a:pt x="5413" y="12751"/>
                    <a:pt x="6229" y="12410"/>
                    <a:pt x="6969" y="11942"/>
                  </a:cubicBezTo>
                  <a:cubicBezTo>
                    <a:pt x="7356" y="11696"/>
                    <a:pt x="7719" y="11418"/>
                    <a:pt x="8053" y="11107"/>
                  </a:cubicBezTo>
                  <a:cubicBezTo>
                    <a:pt x="8331" y="10850"/>
                    <a:pt x="8789" y="10493"/>
                    <a:pt x="8839" y="10094"/>
                  </a:cubicBezTo>
                  <a:cubicBezTo>
                    <a:pt x="8844" y="10065"/>
                    <a:pt x="8822" y="10044"/>
                    <a:pt x="8796" y="10044"/>
                  </a:cubicBezTo>
                  <a:cubicBezTo>
                    <a:pt x="8792" y="10044"/>
                    <a:pt x="8788" y="10044"/>
                    <a:pt x="8783" y="10046"/>
                  </a:cubicBezTo>
                  <a:cubicBezTo>
                    <a:pt x="8431" y="10163"/>
                    <a:pt x="8151" y="10587"/>
                    <a:pt x="7879" y="10824"/>
                  </a:cubicBezTo>
                  <a:cubicBezTo>
                    <a:pt x="7545" y="11113"/>
                    <a:pt x="7187" y="11376"/>
                    <a:pt x="6810" y="11609"/>
                  </a:cubicBezTo>
                  <a:cubicBezTo>
                    <a:pt x="6165" y="12006"/>
                    <a:pt x="5468" y="12286"/>
                    <a:pt x="4746" y="12493"/>
                  </a:cubicBezTo>
                  <a:cubicBezTo>
                    <a:pt x="5342" y="11046"/>
                    <a:pt x="5730" y="9527"/>
                    <a:pt x="5839" y="7987"/>
                  </a:cubicBezTo>
                  <a:cubicBezTo>
                    <a:pt x="6569" y="7685"/>
                    <a:pt x="7129" y="7110"/>
                    <a:pt x="7532" y="6437"/>
                  </a:cubicBezTo>
                  <a:cubicBezTo>
                    <a:pt x="7790" y="6004"/>
                    <a:pt x="7987" y="5539"/>
                    <a:pt x="8151" y="5065"/>
                  </a:cubicBezTo>
                  <a:cubicBezTo>
                    <a:pt x="8292" y="4659"/>
                    <a:pt x="8413" y="4243"/>
                    <a:pt x="8336" y="3813"/>
                  </a:cubicBezTo>
                  <a:cubicBezTo>
                    <a:pt x="8329" y="3773"/>
                    <a:pt x="8295" y="3751"/>
                    <a:pt x="8262" y="3751"/>
                  </a:cubicBezTo>
                  <a:cubicBezTo>
                    <a:pt x="8233" y="3751"/>
                    <a:pt x="8204" y="3769"/>
                    <a:pt x="8197" y="3807"/>
                  </a:cubicBezTo>
                  <a:cubicBezTo>
                    <a:pt x="8055" y="4605"/>
                    <a:pt x="7707" y="5405"/>
                    <a:pt x="7296" y="6103"/>
                  </a:cubicBezTo>
                  <a:cubicBezTo>
                    <a:pt x="6941" y="6702"/>
                    <a:pt x="6472" y="7224"/>
                    <a:pt x="5864" y="7552"/>
                  </a:cubicBezTo>
                  <a:cubicBezTo>
                    <a:pt x="5912" y="6175"/>
                    <a:pt x="5733" y="4784"/>
                    <a:pt x="5271" y="3416"/>
                  </a:cubicBezTo>
                  <a:cubicBezTo>
                    <a:pt x="4836" y="2129"/>
                    <a:pt x="4131" y="637"/>
                    <a:pt x="2850" y="11"/>
                  </a:cubicBezTo>
                  <a:cubicBezTo>
                    <a:pt x="2835" y="4"/>
                    <a:pt x="2821" y="0"/>
                    <a:pt x="28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1" name="Google Shape;601;p34"/>
          <p:cNvSpPr/>
          <p:nvPr/>
        </p:nvSpPr>
        <p:spPr>
          <a:xfrm rot="1359651">
            <a:off x="8537581" y="303794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4"/>
          <p:cNvSpPr/>
          <p:nvPr/>
        </p:nvSpPr>
        <p:spPr>
          <a:xfrm rot="1359651">
            <a:off x="8090956" y="149884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4"/>
          <p:cNvSpPr/>
          <p:nvPr/>
        </p:nvSpPr>
        <p:spPr>
          <a:xfrm rot="1359651">
            <a:off x="8607544" y="32034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365760"/>
            <a:ext cx="7717500" cy="640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100"/>
              <a:buFont typeface="Bree Serif"/>
              <a:buNone/>
              <a:defRPr sz="3100">
                <a:solidFill>
                  <a:schemeClr val="dk1"/>
                </a:solidFill>
                <a:latin typeface="Bree Serif"/>
                <a:ea typeface="Bree Serif"/>
                <a:cs typeface="Bree Serif"/>
                <a:sym typeface="Bree Serif"/>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5" r:id="rId6"/>
    <p:sldLayoutId id="2147483658" r:id="rId7"/>
    <p:sldLayoutId id="2147483659" r:id="rId8"/>
    <p:sldLayoutId id="2147483660" r:id="rId9"/>
    <p:sldLayoutId id="2147483663" r:id="rId10"/>
    <p:sldLayoutId id="2147483664" r:id="rId11"/>
    <p:sldLayoutId id="2147483666" r:id="rId12"/>
    <p:sldLayoutId id="2147483668" r:id="rId13"/>
    <p:sldLayoutId id="2147483675" r:id="rId14"/>
    <p:sldLayoutId id="2147483678" r:id="rId15"/>
    <p:sldLayoutId id="2147483679" r:id="rId16"/>
    <p:sldLayoutId id="2147483680"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38"/>
          <p:cNvSpPr txBox="1">
            <a:spLocks noGrp="1"/>
          </p:cNvSpPr>
          <p:nvPr>
            <p:ph type="subTitle" idx="1"/>
          </p:nvPr>
        </p:nvSpPr>
        <p:spPr>
          <a:xfrm>
            <a:off x="690471" y="3296225"/>
            <a:ext cx="4154700" cy="362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MX" sz="2000" b="0" i="0" dirty="0">
                <a:solidFill>
                  <a:srgbClr val="000000"/>
                </a:solidFill>
                <a:effectLst/>
                <a:latin typeface="system-ui"/>
              </a:rPr>
              <a:t>Examinadlo todo; retened lo bueno.</a:t>
            </a:r>
            <a:endParaRPr lang="es" sz="2000" b="0" i="0" dirty="0">
              <a:solidFill>
                <a:srgbClr val="000000"/>
              </a:solidFill>
              <a:effectLst/>
              <a:latin typeface="system-ui"/>
            </a:endParaRPr>
          </a:p>
          <a:p>
            <a:pPr marL="0" lvl="0" indent="0" algn="l" rtl="0">
              <a:spcBef>
                <a:spcPts val="0"/>
              </a:spcBef>
              <a:spcAft>
                <a:spcPts val="0"/>
              </a:spcAft>
              <a:buClr>
                <a:schemeClr val="dk1"/>
              </a:buClr>
              <a:buSzPts val="1100"/>
              <a:buFont typeface="Arial"/>
              <a:buNone/>
            </a:pPr>
            <a:r>
              <a:rPr lang="es-CO" sz="2000" b="0" i="0" dirty="0">
                <a:solidFill>
                  <a:srgbClr val="000000"/>
                </a:solidFill>
                <a:effectLst/>
                <a:latin typeface="system-ui"/>
              </a:rPr>
              <a:t>1 Tesalonicenses 5:21</a:t>
            </a:r>
            <a:endParaRPr sz="1700" dirty="0"/>
          </a:p>
        </p:txBody>
      </p:sp>
      <p:sp>
        <p:nvSpPr>
          <p:cNvPr id="615" name="Google Shape;615;p38"/>
          <p:cNvSpPr txBox="1">
            <a:spLocks noGrp="1"/>
          </p:cNvSpPr>
          <p:nvPr>
            <p:ph type="ctrTitle"/>
          </p:nvPr>
        </p:nvSpPr>
        <p:spPr>
          <a:xfrm>
            <a:off x="713375" y="1357550"/>
            <a:ext cx="6128400" cy="2236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s" dirty="0"/>
              <a:t>NUESTRA SALUD ¿ES REALMENTE UNA PRIORIDAD?</a:t>
            </a:r>
            <a:endParaRPr dirty="0"/>
          </a:p>
        </p:txBody>
      </p:sp>
      <p:sp>
        <p:nvSpPr>
          <p:cNvPr id="616" name="Google Shape;616;p38"/>
          <p:cNvSpPr/>
          <p:nvPr/>
        </p:nvSpPr>
        <p:spPr>
          <a:xfrm>
            <a:off x="6293070" y="1613744"/>
            <a:ext cx="243" cy="122"/>
          </a:xfrm>
          <a:custGeom>
            <a:avLst/>
            <a:gdLst/>
            <a:ahLst/>
            <a:cxnLst/>
            <a:rect l="l" t="t" r="r" b="b"/>
            <a:pathLst>
              <a:path w="2" h="1" extrusionOk="0">
                <a:moveTo>
                  <a:pt x="1" y="0"/>
                </a:moveTo>
                <a:cubicBezTo>
                  <a:pt x="0" y="0"/>
                  <a:pt x="0" y="0"/>
                  <a:pt x="0" y="1"/>
                </a:cubicBezTo>
                <a:lnTo>
                  <a:pt x="2" y="1"/>
                </a:lnTo>
                <a:cubicBezTo>
                  <a:pt x="2" y="1"/>
                  <a:pt x="1" y="0"/>
                  <a:pt x="1" y="0"/>
                </a:cubicBezTo>
                <a:close/>
              </a:path>
            </a:pathLst>
          </a:custGeom>
          <a:solidFill>
            <a:srgbClr val="E4EE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8"/>
          <p:cNvSpPr/>
          <p:nvPr/>
        </p:nvSpPr>
        <p:spPr>
          <a:xfrm>
            <a:off x="6293070" y="1609973"/>
            <a:ext cx="6933" cy="3892"/>
          </a:xfrm>
          <a:custGeom>
            <a:avLst/>
            <a:gdLst/>
            <a:ahLst/>
            <a:cxnLst/>
            <a:rect l="l" t="t" r="r" b="b"/>
            <a:pathLst>
              <a:path w="57" h="32" extrusionOk="0">
                <a:moveTo>
                  <a:pt x="57" y="1"/>
                </a:moveTo>
                <a:lnTo>
                  <a:pt x="57" y="1"/>
                </a:lnTo>
                <a:cubicBezTo>
                  <a:pt x="38" y="15"/>
                  <a:pt x="20" y="28"/>
                  <a:pt x="0" y="32"/>
                </a:cubicBezTo>
                <a:lnTo>
                  <a:pt x="2" y="32"/>
                </a:lnTo>
                <a:cubicBezTo>
                  <a:pt x="4" y="31"/>
                  <a:pt x="6" y="31"/>
                  <a:pt x="9" y="31"/>
                </a:cubicBezTo>
                <a:cubicBezTo>
                  <a:pt x="11" y="31"/>
                  <a:pt x="14" y="31"/>
                  <a:pt x="16" y="30"/>
                </a:cubicBezTo>
                <a:cubicBezTo>
                  <a:pt x="30" y="25"/>
                  <a:pt x="44" y="11"/>
                  <a:pt x="57" y="1"/>
                </a:cubicBezTo>
                <a:close/>
              </a:path>
            </a:pathLst>
          </a:custGeom>
          <a:solidFill>
            <a:srgbClr val="0075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8"/>
          <p:cNvSpPr/>
          <p:nvPr/>
        </p:nvSpPr>
        <p:spPr>
          <a:xfrm>
            <a:off x="6303288" y="1593065"/>
            <a:ext cx="9366" cy="14718"/>
          </a:xfrm>
          <a:custGeom>
            <a:avLst/>
            <a:gdLst/>
            <a:ahLst/>
            <a:cxnLst/>
            <a:rect l="l" t="t" r="r" b="b"/>
            <a:pathLst>
              <a:path w="77" h="121" extrusionOk="0">
                <a:moveTo>
                  <a:pt x="77" y="1"/>
                </a:moveTo>
                <a:cubicBezTo>
                  <a:pt x="53" y="53"/>
                  <a:pt x="27" y="92"/>
                  <a:pt x="1" y="120"/>
                </a:cubicBezTo>
                <a:cubicBezTo>
                  <a:pt x="27" y="92"/>
                  <a:pt x="53" y="53"/>
                  <a:pt x="77" y="1"/>
                </a:cubicBezTo>
                <a:close/>
              </a:path>
            </a:pathLst>
          </a:custGeom>
          <a:solidFill>
            <a:srgbClr val="0075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8"/>
          <p:cNvSpPr/>
          <p:nvPr/>
        </p:nvSpPr>
        <p:spPr>
          <a:xfrm rot="567660">
            <a:off x="4028040" y="665467"/>
            <a:ext cx="246945" cy="24699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8"/>
          <p:cNvSpPr/>
          <p:nvPr/>
        </p:nvSpPr>
        <p:spPr>
          <a:xfrm rot="378521">
            <a:off x="6134911" y="1384918"/>
            <a:ext cx="760290" cy="365573"/>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1" name="Google Shape;621;p38"/>
          <p:cNvGrpSpPr/>
          <p:nvPr/>
        </p:nvGrpSpPr>
        <p:grpSpPr>
          <a:xfrm flipH="1">
            <a:off x="6568523" y="846811"/>
            <a:ext cx="2491687" cy="3570099"/>
            <a:chOff x="3465080" y="-890529"/>
            <a:chExt cx="2187802" cy="3134690"/>
          </a:xfrm>
        </p:grpSpPr>
        <p:sp>
          <p:nvSpPr>
            <p:cNvPr id="622" name="Google Shape;622;p38"/>
            <p:cNvSpPr/>
            <p:nvPr/>
          </p:nvSpPr>
          <p:spPr>
            <a:xfrm>
              <a:off x="4015516" y="103264"/>
              <a:ext cx="1637366" cy="2140898"/>
            </a:xfrm>
            <a:custGeom>
              <a:avLst/>
              <a:gdLst/>
              <a:ahLst/>
              <a:cxnLst/>
              <a:rect l="l" t="t" r="r" b="b"/>
              <a:pathLst>
                <a:path w="35067" h="45851" extrusionOk="0">
                  <a:moveTo>
                    <a:pt x="28454" y="0"/>
                  </a:moveTo>
                  <a:cubicBezTo>
                    <a:pt x="28376" y="425"/>
                    <a:pt x="28261" y="848"/>
                    <a:pt x="28126" y="1255"/>
                  </a:cubicBezTo>
                  <a:cubicBezTo>
                    <a:pt x="27015" y="4565"/>
                    <a:pt x="24338" y="7169"/>
                    <a:pt x="21290" y="8869"/>
                  </a:cubicBezTo>
                  <a:cubicBezTo>
                    <a:pt x="18242" y="10570"/>
                    <a:pt x="14824" y="11470"/>
                    <a:pt x="11425" y="12265"/>
                  </a:cubicBezTo>
                  <a:cubicBezTo>
                    <a:pt x="10974" y="12370"/>
                    <a:pt x="10522" y="12479"/>
                    <a:pt x="10065" y="12591"/>
                  </a:cubicBezTo>
                  <a:cubicBezTo>
                    <a:pt x="9666" y="12095"/>
                    <a:pt x="9142" y="11695"/>
                    <a:pt x="8549" y="11454"/>
                  </a:cubicBezTo>
                  <a:cubicBezTo>
                    <a:pt x="8112" y="11281"/>
                    <a:pt x="7645" y="11197"/>
                    <a:pt x="7177" y="11197"/>
                  </a:cubicBezTo>
                  <a:cubicBezTo>
                    <a:pt x="6099" y="11197"/>
                    <a:pt x="5015" y="11640"/>
                    <a:pt x="4291" y="12443"/>
                  </a:cubicBezTo>
                  <a:cubicBezTo>
                    <a:pt x="3472" y="13338"/>
                    <a:pt x="3138" y="14567"/>
                    <a:pt x="3065" y="15795"/>
                  </a:cubicBezTo>
                  <a:cubicBezTo>
                    <a:pt x="1092" y="17672"/>
                    <a:pt x="0" y="20448"/>
                    <a:pt x="119" y="23167"/>
                  </a:cubicBezTo>
                  <a:cubicBezTo>
                    <a:pt x="119" y="23197"/>
                    <a:pt x="4833" y="28779"/>
                    <a:pt x="2915" y="42221"/>
                  </a:cubicBezTo>
                  <a:cubicBezTo>
                    <a:pt x="4546" y="44970"/>
                    <a:pt x="7537" y="45850"/>
                    <a:pt x="10698" y="45850"/>
                  </a:cubicBezTo>
                  <a:cubicBezTo>
                    <a:pt x="16331" y="45850"/>
                    <a:pt x="22506" y="43056"/>
                    <a:pt x="22506" y="43056"/>
                  </a:cubicBezTo>
                  <a:cubicBezTo>
                    <a:pt x="21387" y="41335"/>
                    <a:pt x="20667" y="39357"/>
                    <a:pt x="20404" y="37319"/>
                  </a:cubicBezTo>
                  <a:cubicBezTo>
                    <a:pt x="20285" y="36410"/>
                    <a:pt x="20256" y="35483"/>
                    <a:pt x="20327" y="34564"/>
                  </a:cubicBezTo>
                  <a:lnTo>
                    <a:pt x="20327" y="34564"/>
                  </a:lnTo>
                  <a:cubicBezTo>
                    <a:pt x="20400" y="34594"/>
                    <a:pt x="20478" y="34620"/>
                    <a:pt x="20552" y="34645"/>
                  </a:cubicBezTo>
                  <a:cubicBezTo>
                    <a:pt x="22408" y="35272"/>
                    <a:pt x="24366" y="35532"/>
                    <a:pt x="26316" y="35688"/>
                  </a:cubicBezTo>
                  <a:cubicBezTo>
                    <a:pt x="26822" y="35729"/>
                    <a:pt x="27334" y="35762"/>
                    <a:pt x="27843" y="35762"/>
                  </a:cubicBezTo>
                  <a:cubicBezTo>
                    <a:pt x="28726" y="35762"/>
                    <a:pt x="29599" y="35662"/>
                    <a:pt x="30411" y="35327"/>
                  </a:cubicBezTo>
                  <a:cubicBezTo>
                    <a:pt x="30744" y="35185"/>
                    <a:pt x="31073" y="35001"/>
                    <a:pt x="31268" y="34703"/>
                  </a:cubicBezTo>
                  <a:cubicBezTo>
                    <a:pt x="31675" y="34097"/>
                    <a:pt x="31412" y="33294"/>
                    <a:pt x="31284" y="32573"/>
                  </a:cubicBezTo>
                  <a:cubicBezTo>
                    <a:pt x="31041" y="31250"/>
                    <a:pt x="31330" y="29839"/>
                    <a:pt x="32069" y="28715"/>
                  </a:cubicBezTo>
                  <a:cubicBezTo>
                    <a:pt x="32262" y="28417"/>
                    <a:pt x="32496" y="28124"/>
                    <a:pt x="32570" y="27773"/>
                  </a:cubicBezTo>
                  <a:cubicBezTo>
                    <a:pt x="32726" y="27031"/>
                    <a:pt x="32139" y="26388"/>
                    <a:pt x="31521" y="25897"/>
                  </a:cubicBezTo>
                  <a:cubicBezTo>
                    <a:pt x="31718" y="25885"/>
                    <a:pt x="31907" y="25792"/>
                    <a:pt x="32060" y="25664"/>
                  </a:cubicBezTo>
                  <a:cubicBezTo>
                    <a:pt x="32251" y="25502"/>
                    <a:pt x="32393" y="25294"/>
                    <a:pt x="32530" y="25086"/>
                  </a:cubicBezTo>
                  <a:cubicBezTo>
                    <a:pt x="32626" y="24939"/>
                    <a:pt x="32722" y="24789"/>
                    <a:pt x="32748" y="24616"/>
                  </a:cubicBezTo>
                  <a:cubicBezTo>
                    <a:pt x="32796" y="24272"/>
                    <a:pt x="32534" y="23969"/>
                    <a:pt x="32328" y="23690"/>
                  </a:cubicBezTo>
                  <a:cubicBezTo>
                    <a:pt x="32095" y="23376"/>
                    <a:pt x="31900" y="23027"/>
                    <a:pt x="31766" y="22659"/>
                  </a:cubicBezTo>
                  <a:cubicBezTo>
                    <a:pt x="32829" y="22060"/>
                    <a:pt x="33792" y="21271"/>
                    <a:pt x="34590" y="20345"/>
                  </a:cubicBezTo>
                  <a:cubicBezTo>
                    <a:pt x="34802" y="20093"/>
                    <a:pt x="35017" y="19812"/>
                    <a:pt x="35030" y="19482"/>
                  </a:cubicBezTo>
                  <a:cubicBezTo>
                    <a:pt x="35067" y="18755"/>
                    <a:pt x="34219" y="18376"/>
                    <a:pt x="33569" y="18063"/>
                  </a:cubicBezTo>
                  <a:cubicBezTo>
                    <a:pt x="32147" y="17380"/>
                    <a:pt x="31028" y="16101"/>
                    <a:pt x="30533" y="14609"/>
                  </a:cubicBezTo>
                  <a:cubicBezTo>
                    <a:pt x="29806" y="12412"/>
                    <a:pt x="30424" y="10031"/>
                    <a:pt x="30501" y="7720"/>
                  </a:cubicBezTo>
                  <a:cubicBezTo>
                    <a:pt x="30583" y="5020"/>
                    <a:pt x="29853" y="2305"/>
                    <a:pt x="28454"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8"/>
            <p:cNvSpPr/>
            <p:nvPr/>
          </p:nvSpPr>
          <p:spPr>
            <a:xfrm>
              <a:off x="3939268" y="50408"/>
              <a:ext cx="1404931" cy="1134581"/>
            </a:xfrm>
            <a:custGeom>
              <a:avLst/>
              <a:gdLst/>
              <a:ahLst/>
              <a:cxnLst/>
              <a:rect l="l" t="t" r="r" b="b"/>
              <a:pathLst>
                <a:path w="30089" h="24299" extrusionOk="0">
                  <a:moveTo>
                    <a:pt x="23999" y="1"/>
                  </a:moveTo>
                  <a:cubicBezTo>
                    <a:pt x="20815" y="1"/>
                    <a:pt x="16621" y="816"/>
                    <a:pt x="12001" y="3835"/>
                  </a:cubicBezTo>
                  <a:cubicBezTo>
                    <a:pt x="0" y="11676"/>
                    <a:pt x="1752" y="24299"/>
                    <a:pt x="1752" y="24299"/>
                  </a:cubicBezTo>
                  <a:cubicBezTo>
                    <a:pt x="1634" y="21580"/>
                    <a:pt x="2725" y="18804"/>
                    <a:pt x="4699" y="16929"/>
                  </a:cubicBezTo>
                  <a:cubicBezTo>
                    <a:pt x="4769" y="15703"/>
                    <a:pt x="5106" y="14475"/>
                    <a:pt x="5924" y="13576"/>
                  </a:cubicBezTo>
                  <a:cubicBezTo>
                    <a:pt x="6650" y="12775"/>
                    <a:pt x="7735" y="12333"/>
                    <a:pt x="8813" y="12333"/>
                  </a:cubicBezTo>
                  <a:cubicBezTo>
                    <a:pt x="9280" y="12333"/>
                    <a:pt x="9747" y="12416"/>
                    <a:pt x="10182" y="12589"/>
                  </a:cubicBezTo>
                  <a:cubicBezTo>
                    <a:pt x="10777" y="12827"/>
                    <a:pt x="11300" y="13227"/>
                    <a:pt x="11701" y="13723"/>
                  </a:cubicBezTo>
                  <a:cubicBezTo>
                    <a:pt x="12153" y="13612"/>
                    <a:pt x="12609" y="13505"/>
                    <a:pt x="13061" y="13400"/>
                  </a:cubicBezTo>
                  <a:cubicBezTo>
                    <a:pt x="16458" y="12603"/>
                    <a:pt x="19880" y="11703"/>
                    <a:pt x="22927" y="10004"/>
                  </a:cubicBezTo>
                  <a:cubicBezTo>
                    <a:pt x="25974" y="8301"/>
                    <a:pt x="28651" y="5696"/>
                    <a:pt x="29760" y="2388"/>
                  </a:cubicBezTo>
                  <a:cubicBezTo>
                    <a:pt x="29897" y="1981"/>
                    <a:pt x="30009" y="1558"/>
                    <a:pt x="30089" y="1132"/>
                  </a:cubicBezTo>
                  <a:cubicBezTo>
                    <a:pt x="30089" y="1129"/>
                    <a:pt x="30086" y="1126"/>
                    <a:pt x="30086" y="1126"/>
                  </a:cubicBezTo>
                  <a:cubicBezTo>
                    <a:pt x="30086" y="1126"/>
                    <a:pt x="27740" y="1"/>
                    <a:pt x="23999" y="1"/>
                  </a:cubicBezTo>
                  <a:close/>
                </a:path>
              </a:pathLst>
            </a:custGeom>
            <a:gradFill>
              <a:gsLst>
                <a:gs pos="0">
                  <a:schemeClr val="accent2"/>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8"/>
            <p:cNvSpPr/>
            <p:nvPr/>
          </p:nvSpPr>
          <p:spPr>
            <a:xfrm>
              <a:off x="4209465" y="-580424"/>
              <a:ext cx="1101609" cy="392103"/>
            </a:xfrm>
            <a:custGeom>
              <a:avLst/>
              <a:gdLst/>
              <a:ahLst/>
              <a:cxnLst/>
              <a:rect l="l" t="t" r="r" b="b"/>
              <a:pathLst>
                <a:path w="17829" h="6346" extrusionOk="0">
                  <a:moveTo>
                    <a:pt x="2621" y="1"/>
                  </a:moveTo>
                  <a:cubicBezTo>
                    <a:pt x="2485" y="1"/>
                    <a:pt x="2348" y="9"/>
                    <a:pt x="2214" y="26"/>
                  </a:cubicBezTo>
                  <a:cubicBezTo>
                    <a:pt x="1950" y="58"/>
                    <a:pt x="1693" y="128"/>
                    <a:pt x="1449" y="233"/>
                  </a:cubicBezTo>
                  <a:cubicBezTo>
                    <a:pt x="630" y="588"/>
                    <a:pt x="1" y="1415"/>
                    <a:pt x="17" y="2303"/>
                  </a:cubicBezTo>
                  <a:cubicBezTo>
                    <a:pt x="25" y="2875"/>
                    <a:pt x="290" y="3420"/>
                    <a:pt x="675" y="3836"/>
                  </a:cubicBezTo>
                  <a:cubicBezTo>
                    <a:pt x="1062" y="4253"/>
                    <a:pt x="1567" y="4548"/>
                    <a:pt x="2096" y="4759"/>
                  </a:cubicBezTo>
                  <a:cubicBezTo>
                    <a:pt x="3146" y="5173"/>
                    <a:pt x="4288" y="5268"/>
                    <a:pt x="5412" y="5409"/>
                  </a:cubicBezTo>
                  <a:cubicBezTo>
                    <a:pt x="6517" y="5550"/>
                    <a:pt x="7651" y="5753"/>
                    <a:pt x="8589" y="6345"/>
                  </a:cubicBezTo>
                  <a:lnTo>
                    <a:pt x="8592" y="6345"/>
                  </a:lnTo>
                  <a:cubicBezTo>
                    <a:pt x="9438" y="5979"/>
                    <a:pt x="10373" y="5897"/>
                    <a:pt x="11300" y="5897"/>
                  </a:cubicBezTo>
                  <a:cubicBezTo>
                    <a:pt x="11493" y="5897"/>
                    <a:pt x="11685" y="5901"/>
                    <a:pt x="11876" y="5906"/>
                  </a:cubicBezTo>
                  <a:cubicBezTo>
                    <a:pt x="12382" y="5919"/>
                    <a:pt x="12890" y="5943"/>
                    <a:pt x="13396" y="5943"/>
                  </a:cubicBezTo>
                  <a:cubicBezTo>
                    <a:pt x="14022" y="5943"/>
                    <a:pt x="14645" y="5906"/>
                    <a:pt x="15254" y="5768"/>
                  </a:cubicBezTo>
                  <a:cubicBezTo>
                    <a:pt x="15805" y="5640"/>
                    <a:pt x="16348" y="5426"/>
                    <a:pt x="16796" y="5070"/>
                  </a:cubicBezTo>
                  <a:cubicBezTo>
                    <a:pt x="17240" y="4717"/>
                    <a:pt x="17584" y="4221"/>
                    <a:pt x="17679" y="3658"/>
                  </a:cubicBezTo>
                  <a:cubicBezTo>
                    <a:pt x="17829" y="2782"/>
                    <a:pt x="17333" y="1867"/>
                    <a:pt x="16572" y="1389"/>
                  </a:cubicBezTo>
                  <a:cubicBezTo>
                    <a:pt x="16199" y="1155"/>
                    <a:pt x="15774" y="1017"/>
                    <a:pt x="15335" y="964"/>
                  </a:cubicBezTo>
                  <a:cubicBezTo>
                    <a:pt x="15194" y="948"/>
                    <a:pt x="15051" y="940"/>
                    <a:pt x="14907" y="940"/>
                  </a:cubicBezTo>
                  <a:cubicBezTo>
                    <a:pt x="14600" y="940"/>
                    <a:pt x="14292" y="977"/>
                    <a:pt x="13997" y="1047"/>
                  </a:cubicBezTo>
                  <a:cubicBezTo>
                    <a:pt x="13281" y="1222"/>
                    <a:pt x="12618" y="1568"/>
                    <a:pt x="12009" y="1991"/>
                  </a:cubicBezTo>
                  <a:cubicBezTo>
                    <a:pt x="11882" y="2076"/>
                    <a:pt x="11757" y="2167"/>
                    <a:pt x="11636" y="2260"/>
                  </a:cubicBezTo>
                  <a:cubicBezTo>
                    <a:pt x="10262" y="3301"/>
                    <a:pt x="9092" y="4692"/>
                    <a:pt x="8585" y="6339"/>
                  </a:cubicBezTo>
                  <a:cubicBezTo>
                    <a:pt x="8337" y="4631"/>
                    <a:pt x="7395" y="3081"/>
                    <a:pt x="6193" y="1844"/>
                  </a:cubicBezTo>
                  <a:cubicBezTo>
                    <a:pt x="6000" y="1643"/>
                    <a:pt x="5797" y="1446"/>
                    <a:pt x="5579" y="1264"/>
                  </a:cubicBezTo>
                  <a:cubicBezTo>
                    <a:pt x="5120" y="862"/>
                    <a:pt x="4611" y="519"/>
                    <a:pt x="4046" y="288"/>
                  </a:cubicBezTo>
                  <a:cubicBezTo>
                    <a:pt x="3596" y="106"/>
                    <a:pt x="3106" y="1"/>
                    <a:pt x="262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8"/>
            <p:cNvSpPr/>
            <p:nvPr/>
          </p:nvSpPr>
          <p:spPr>
            <a:xfrm>
              <a:off x="4554362" y="-580363"/>
              <a:ext cx="397479" cy="391671"/>
            </a:xfrm>
            <a:custGeom>
              <a:avLst/>
              <a:gdLst/>
              <a:ahLst/>
              <a:cxnLst/>
              <a:rect l="l" t="t" r="r" b="b"/>
              <a:pathLst>
                <a:path w="6433" h="6339" extrusionOk="0">
                  <a:moveTo>
                    <a:pt x="2964" y="1"/>
                  </a:moveTo>
                  <a:cubicBezTo>
                    <a:pt x="1863" y="1"/>
                    <a:pt x="767" y="472"/>
                    <a:pt x="0" y="1261"/>
                  </a:cubicBezTo>
                  <a:cubicBezTo>
                    <a:pt x="221" y="1445"/>
                    <a:pt x="422" y="1641"/>
                    <a:pt x="617" y="1843"/>
                  </a:cubicBezTo>
                  <a:cubicBezTo>
                    <a:pt x="1818" y="3080"/>
                    <a:pt x="2761" y="4630"/>
                    <a:pt x="3008" y="6338"/>
                  </a:cubicBezTo>
                  <a:cubicBezTo>
                    <a:pt x="3516" y="4691"/>
                    <a:pt x="4686" y="3300"/>
                    <a:pt x="6060" y="2259"/>
                  </a:cubicBezTo>
                  <a:cubicBezTo>
                    <a:pt x="6179" y="2166"/>
                    <a:pt x="6306" y="2075"/>
                    <a:pt x="6432" y="1990"/>
                  </a:cubicBezTo>
                  <a:cubicBezTo>
                    <a:pt x="5775" y="899"/>
                    <a:pt x="4584" y="135"/>
                    <a:pt x="3312" y="17"/>
                  </a:cubicBezTo>
                  <a:cubicBezTo>
                    <a:pt x="3196" y="6"/>
                    <a:pt x="3080" y="1"/>
                    <a:pt x="296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8"/>
            <p:cNvSpPr/>
            <p:nvPr/>
          </p:nvSpPr>
          <p:spPr>
            <a:xfrm>
              <a:off x="4328715" y="-890529"/>
              <a:ext cx="841608" cy="433254"/>
            </a:xfrm>
            <a:custGeom>
              <a:avLst/>
              <a:gdLst/>
              <a:ahLst/>
              <a:cxnLst/>
              <a:rect l="l" t="t" r="r" b="b"/>
              <a:pathLst>
                <a:path w="13621" h="7012" extrusionOk="0">
                  <a:moveTo>
                    <a:pt x="6882" y="0"/>
                  </a:moveTo>
                  <a:cubicBezTo>
                    <a:pt x="6389" y="0"/>
                    <a:pt x="5897" y="112"/>
                    <a:pt x="5459" y="336"/>
                  </a:cubicBezTo>
                  <a:cubicBezTo>
                    <a:pt x="4792" y="682"/>
                    <a:pt x="4267" y="1281"/>
                    <a:pt x="3993" y="1979"/>
                  </a:cubicBezTo>
                  <a:cubicBezTo>
                    <a:pt x="3565" y="1673"/>
                    <a:pt x="3037" y="1509"/>
                    <a:pt x="2509" y="1509"/>
                  </a:cubicBezTo>
                  <a:cubicBezTo>
                    <a:pt x="2238" y="1509"/>
                    <a:pt x="1967" y="1552"/>
                    <a:pt x="1710" y="1642"/>
                  </a:cubicBezTo>
                  <a:cubicBezTo>
                    <a:pt x="846" y="1941"/>
                    <a:pt x="183" y="2756"/>
                    <a:pt x="66" y="3664"/>
                  </a:cubicBezTo>
                  <a:cubicBezTo>
                    <a:pt x="0" y="4135"/>
                    <a:pt x="87" y="4618"/>
                    <a:pt x="289" y="5045"/>
                  </a:cubicBezTo>
                  <a:cubicBezTo>
                    <a:pt x="424" y="5028"/>
                    <a:pt x="560" y="5020"/>
                    <a:pt x="697" y="5020"/>
                  </a:cubicBezTo>
                  <a:cubicBezTo>
                    <a:pt x="1181" y="5020"/>
                    <a:pt x="1671" y="5125"/>
                    <a:pt x="2121" y="5307"/>
                  </a:cubicBezTo>
                  <a:cubicBezTo>
                    <a:pt x="2685" y="5538"/>
                    <a:pt x="3194" y="5881"/>
                    <a:pt x="3655" y="6283"/>
                  </a:cubicBezTo>
                  <a:cubicBezTo>
                    <a:pt x="4422" y="5492"/>
                    <a:pt x="5521" y="5023"/>
                    <a:pt x="6623" y="5023"/>
                  </a:cubicBezTo>
                  <a:cubicBezTo>
                    <a:pt x="6738" y="5023"/>
                    <a:pt x="6852" y="5028"/>
                    <a:pt x="6966" y="5038"/>
                  </a:cubicBezTo>
                  <a:cubicBezTo>
                    <a:pt x="8238" y="5156"/>
                    <a:pt x="9429" y="5921"/>
                    <a:pt x="10086" y="7011"/>
                  </a:cubicBezTo>
                  <a:cubicBezTo>
                    <a:pt x="10695" y="6588"/>
                    <a:pt x="11358" y="6244"/>
                    <a:pt x="12075" y="6069"/>
                  </a:cubicBezTo>
                  <a:cubicBezTo>
                    <a:pt x="12371" y="5998"/>
                    <a:pt x="12680" y="5961"/>
                    <a:pt x="12989" y="5961"/>
                  </a:cubicBezTo>
                  <a:cubicBezTo>
                    <a:pt x="13131" y="5961"/>
                    <a:pt x="13272" y="5969"/>
                    <a:pt x="13412" y="5985"/>
                  </a:cubicBezTo>
                  <a:cubicBezTo>
                    <a:pt x="13620" y="5048"/>
                    <a:pt x="13343" y="4000"/>
                    <a:pt x="12656" y="3323"/>
                  </a:cubicBezTo>
                  <a:cubicBezTo>
                    <a:pt x="12129" y="2803"/>
                    <a:pt x="11386" y="2526"/>
                    <a:pt x="10647" y="2526"/>
                  </a:cubicBezTo>
                  <a:cubicBezTo>
                    <a:pt x="10412" y="2526"/>
                    <a:pt x="10177" y="2554"/>
                    <a:pt x="9949" y="2612"/>
                  </a:cubicBezTo>
                  <a:cubicBezTo>
                    <a:pt x="9801" y="1696"/>
                    <a:pt x="9222" y="857"/>
                    <a:pt x="8414" y="394"/>
                  </a:cubicBezTo>
                  <a:cubicBezTo>
                    <a:pt x="7951" y="132"/>
                    <a:pt x="7416" y="0"/>
                    <a:pt x="688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8"/>
            <p:cNvSpPr/>
            <p:nvPr/>
          </p:nvSpPr>
          <p:spPr>
            <a:xfrm>
              <a:off x="4250369" y="-211437"/>
              <a:ext cx="1020791" cy="767215"/>
            </a:xfrm>
            <a:custGeom>
              <a:avLst/>
              <a:gdLst/>
              <a:ahLst/>
              <a:cxnLst/>
              <a:rect l="l" t="t" r="r" b="b"/>
              <a:pathLst>
                <a:path w="16521" h="12417" extrusionOk="0">
                  <a:moveTo>
                    <a:pt x="7957" y="1"/>
                  </a:moveTo>
                  <a:cubicBezTo>
                    <a:pt x="7873" y="1"/>
                    <a:pt x="7793" y="47"/>
                    <a:pt x="7763" y="155"/>
                  </a:cubicBezTo>
                  <a:cubicBezTo>
                    <a:pt x="7508" y="1064"/>
                    <a:pt x="7341" y="1994"/>
                    <a:pt x="7276" y="2936"/>
                  </a:cubicBezTo>
                  <a:cubicBezTo>
                    <a:pt x="7238" y="3483"/>
                    <a:pt x="7232" y="4030"/>
                    <a:pt x="7258" y="4575"/>
                  </a:cubicBezTo>
                  <a:cubicBezTo>
                    <a:pt x="6761" y="3553"/>
                    <a:pt x="6078" y="2624"/>
                    <a:pt x="5230" y="1860"/>
                  </a:cubicBezTo>
                  <a:cubicBezTo>
                    <a:pt x="4396" y="1108"/>
                    <a:pt x="3346" y="475"/>
                    <a:pt x="2202" y="475"/>
                  </a:cubicBezTo>
                  <a:cubicBezTo>
                    <a:pt x="2069" y="475"/>
                    <a:pt x="1935" y="483"/>
                    <a:pt x="1800" y="501"/>
                  </a:cubicBezTo>
                  <a:cubicBezTo>
                    <a:pt x="1261" y="572"/>
                    <a:pt x="717" y="812"/>
                    <a:pt x="381" y="1256"/>
                  </a:cubicBezTo>
                  <a:cubicBezTo>
                    <a:pt x="12" y="1743"/>
                    <a:pt x="0" y="2380"/>
                    <a:pt x="245" y="2928"/>
                  </a:cubicBezTo>
                  <a:cubicBezTo>
                    <a:pt x="737" y="4037"/>
                    <a:pt x="2047" y="4770"/>
                    <a:pt x="3129" y="5191"/>
                  </a:cubicBezTo>
                  <a:cubicBezTo>
                    <a:pt x="4206" y="5611"/>
                    <a:pt x="5362" y="5769"/>
                    <a:pt x="6516" y="5769"/>
                  </a:cubicBezTo>
                  <a:cubicBezTo>
                    <a:pt x="6798" y="5769"/>
                    <a:pt x="7079" y="5760"/>
                    <a:pt x="7360" y="5742"/>
                  </a:cubicBezTo>
                  <a:cubicBezTo>
                    <a:pt x="7665" y="8108"/>
                    <a:pt x="8559" y="10395"/>
                    <a:pt x="9980" y="12327"/>
                  </a:cubicBezTo>
                  <a:cubicBezTo>
                    <a:pt x="10026" y="12390"/>
                    <a:pt x="10084" y="12417"/>
                    <a:pt x="10142" y="12417"/>
                  </a:cubicBezTo>
                  <a:cubicBezTo>
                    <a:pt x="10307" y="12417"/>
                    <a:pt x="10469" y="12201"/>
                    <a:pt x="10336" y="12022"/>
                  </a:cubicBezTo>
                  <a:cubicBezTo>
                    <a:pt x="10006" y="11573"/>
                    <a:pt x="9705" y="11103"/>
                    <a:pt x="9436" y="10616"/>
                  </a:cubicBezTo>
                  <a:lnTo>
                    <a:pt x="9436" y="10616"/>
                  </a:lnTo>
                  <a:cubicBezTo>
                    <a:pt x="9480" y="10616"/>
                    <a:pt x="9525" y="10617"/>
                    <a:pt x="9569" y="10617"/>
                  </a:cubicBezTo>
                  <a:cubicBezTo>
                    <a:pt x="10921" y="10617"/>
                    <a:pt x="12286" y="10421"/>
                    <a:pt x="13527" y="9871"/>
                  </a:cubicBezTo>
                  <a:cubicBezTo>
                    <a:pt x="14589" y="9400"/>
                    <a:pt x="15864" y="8612"/>
                    <a:pt x="16304" y="7478"/>
                  </a:cubicBezTo>
                  <a:cubicBezTo>
                    <a:pt x="16521" y="6920"/>
                    <a:pt x="16483" y="6282"/>
                    <a:pt x="16091" y="5814"/>
                  </a:cubicBezTo>
                  <a:cubicBezTo>
                    <a:pt x="15734" y="5385"/>
                    <a:pt x="15182" y="5170"/>
                    <a:pt x="14638" y="5125"/>
                  </a:cubicBezTo>
                  <a:cubicBezTo>
                    <a:pt x="14551" y="5117"/>
                    <a:pt x="14465" y="5114"/>
                    <a:pt x="14380" y="5114"/>
                  </a:cubicBezTo>
                  <a:cubicBezTo>
                    <a:pt x="13180" y="5114"/>
                    <a:pt x="12106" y="5817"/>
                    <a:pt x="11274" y="6638"/>
                  </a:cubicBezTo>
                  <a:cubicBezTo>
                    <a:pt x="10307" y="7592"/>
                    <a:pt x="9586" y="8768"/>
                    <a:pt x="9137" y="10047"/>
                  </a:cubicBezTo>
                  <a:cubicBezTo>
                    <a:pt x="8490" y="8736"/>
                    <a:pt x="8055" y="7321"/>
                    <a:pt x="7850" y="5875"/>
                  </a:cubicBezTo>
                  <a:lnTo>
                    <a:pt x="7850" y="5875"/>
                  </a:lnTo>
                  <a:cubicBezTo>
                    <a:pt x="7890" y="5875"/>
                    <a:pt x="7930" y="5875"/>
                    <a:pt x="7970" y="5875"/>
                  </a:cubicBezTo>
                  <a:cubicBezTo>
                    <a:pt x="9325" y="5875"/>
                    <a:pt x="10693" y="5681"/>
                    <a:pt x="11937" y="5130"/>
                  </a:cubicBezTo>
                  <a:cubicBezTo>
                    <a:pt x="12998" y="4659"/>
                    <a:pt x="14273" y="3870"/>
                    <a:pt x="14714" y="2736"/>
                  </a:cubicBezTo>
                  <a:cubicBezTo>
                    <a:pt x="14932" y="2180"/>
                    <a:pt x="14893" y="1542"/>
                    <a:pt x="14502" y="1074"/>
                  </a:cubicBezTo>
                  <a:cubicBezTo>
                    <a:pt x="14145" y="645"/>
                    <a:pt x="13593" y="430"/>
                    <a:pt x="13049" y="385"/>
                  </a:cubicBezTo>
                  <a:cubicBezTo>
                    <a:pt x="12962" y="377"/>
                    <a:pt x="12876" y="374"/>
                    <a:pt x="12791" y="374"/>
                  </a:cubicBezTo>
                  <a:cubicBezTo>
                    <a:pt x="11591" y="374"/>
                    <a:pt x="10517" y="1077"/>
                    <a:pt x="9686" y="1898"/>
                  </a:cubicBezTo>
                  <a:cubicBezTo>
                    <a:pt x="8846" y="2727"/>
                    <a:pt x="8192" y="3721"/>
                    <a:pt x="7741" y="4808"/>
                  </a:cubicBezTo>
                  <a:cubicBezTo>
                    <a:pt x="7643" y="3301"/>
                    <a:pt x="7793" y="1779"/>
                    <a:pt x="8205" y="315"/>
                  </a:cubicBezTo>
                  <a:cubicBezTo>
                    <a:pt x="8256" y="132"/>
                    <a:pt x="8100" y="1"/>
                    <a:pt x="79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8"/>
            <p:cNvSpPr/>
            <p:nvPr/>
          </p:nvSpPr>
          <p:spPr>
            <a:xfrm>
              <a:off x="4003283" y="83606"/>
              <a:ext cx="1350814" cy="1762175"/>
            </a:xfrm>
            <a:custGeom>
              <a:avLst/>
              <a:gdLst/>
              <a:ahLst/>
              <a:cxnLst/>
              <a:rect l="l" t="t" r="r" b="b"/>
              <a:pathLst>
                <a:path w="28930" h="37740" extrusionOk="0">
                  <a:moveTo>
                    <a:pt x="28582" y="1"/>
                  </a:moveTo>
                  <a:cubicBezTo>
                    <a:pt x="28474" y="1"/>
                    <a:pt x="28374" y="63"/>
                    <a:pt x="28353" y="207"/>
                  </a:cubicBezTo>
                  <a:cubicBezTo>
                    <a:pt x="28013" y="2496"/>
                    <a:pt x="26879" y="4600"/>
                    <a:pt x="25148" y="6135"/>
                  </a:cubicBezTo>
                  <a:cubicBezTo>
                    <a:pt x="24936" y="6326"/>
                    <a:pt x="25134" y="6610"/>
                    <a:pt x="25360" y="6610"/>
                  </a:cubicBezTo>
                  <a:cubicBezTo>
                    <a:pt x="25424" y="6610"/>
                    <a:pt x="25489" y="6588"/>
                    <a:pt x="25548" y="6535"/>
                  </a:cubicBezTo>
                  <a:cubicBezTo>
                    <a:pt x="27342" y="4941"/>
                    <a:pt x="28543" y="2728"/>
                    <a:pt x="28898" y="356"/>
                  </a:cubicBezTo>
                  <a:cubicBezTo>
                    <a:pt x="28930" y="141"/>
                    <a:pt x="28746" y="1"/>
                    <a:pt x="28582" y="1"/>
                  </a:cubicBezTo>
                  <a:close/>
                  <a:moveTo>
                    <a:pt x="22912" y="8059"/>
                  </a:moveTo>
                  <a:cubicBezTo>
                    <a:pt x="22866" y="8059"/>
                    <a:pt x="22818" y="8072"/>
                    <a:pt x="22768" y="8101"/>
                  </a:cubicBezTo>
                  <a:cubicBezTo>
                    <a:pt x="19026" y="10241"/>
                    <a:pt x="14971" y="11791"/>
                    <a:pt x="10755" y="12695"/>
                  </a:cubicBezTo>
                  <a:cubicBezTo>
                    <a:pt x="10701" y="12705"/>
                    <a:pt x="10659" y="12727"/>
                    <a:pt x="10628" y="12756"/>
                  </a:cubicBezTo>
                  <a:cubicBezTo>
                    <a:pt x="9955" y="11917"/>
                    <a:pt x="8978" y="11333"/>
                    <a:pt x="7880" y="11206"/>
                  </a:cubicBezTo>
                  <a:cubicBezTo>
                    <a:pt x="7722" y="11188"/>
                    <a:pt x="7563" y="11179"/>
                    <a:pt x="7405" y="11179"/>
                  </a:cubicBezTo>
                  <a:cubicBezTo>
                    <a:pt x="6038" y="11179"/>
                    <a:pt x="4729" y="11859"/>
                    <a:pt x="3940" y="12989"/>
                  </a:cubicBezTo>
                  <a:cubicBezTo>
                    <a:pt x="3295" y="13916"/>
                    <a:pt x="3039" y="15018"/>
                    <a:pt x="3051" y="16128"/>
                  </a:cubicBezTo>
                  <a:cubicBezTo>
                    <a:pt x="1107" y="17912"/>
                    <a:pt x="0" y="20507"/>
                    <a:pt x="54" y="23146"/>
                  </a:cubicBezTo>
                  <a:cubicBezTo>
                    <a:pt x="58" y="23329"/>
                    <a:pt x="201" y="23420"/>
                    <a:pt x="343" y="23420"/>
                  </a:cubicBezTo>
                  <a:cubicBezTo>
                    <a:pt x="485" y="23420"/>
                    <a:pt x="625" y="23329"/>
                    <a:pt x="621" y="23146"/>
                  </a:cubicBezTo>
                  <a:cubicBezTo>
                    <a:pt x="572" y="20815"/>
                    <a:pt x="1479" y="18540"/>
                    <a:pt x="3099" y="16872"/>
                  </a:cubicBezTo>
                  <a:cubicBezTo>
                    <a:pt x="3135" y="17190"/>
                    <a:pt x="3192" y="17507"/>
                    <a:pt x="3266" y="17816"/>
                  </a:cubicBezTo>
                  <a:cubicBezTo>
                    <a:pt x="3897" y="20448"/>
                    <a:pt x="5887" y="23757"/>
                    <a:pt x="8850" y="23757"/>
                  </a:cubicBezTo>
                  <a:cubicBezTo>
                    <a:pt x="9186" y="23757"/>
                    <a:pt x="9535" y="23715"/>
                    <a:pt x="9896" y="23624"/>
                  </a:cubicBezTo>
                  <a:cubicBezTo>
                    <a:pt x="10224" y="23542"/>
                    <a:pt x="10119" y="23068"/>
                    <a:pt x="9820" y="23068"/>
                  </a:cubicBezTo>
                  <a:cubicBezTo>
                    <a:pt x="9796" y="23068"/>
                    <a:pt x="9771" y="23071"/>
                    <a:pt x="9744" y="23077"/>
                  </a:cubicBezTo>
                  <a:cubicBezTo>
                    <a:pt x="9472" y="23146"/>
                    <a:pt x="9200" y="23178"/>
                    <a:pt x="8932" y="23178"/>
                  </a:cubicBezTo>
                  <a:cubicBezTo>
                    <a:pt x="7607" y="23178"/>
                    <a:pt x="6375" y="22392"/>
                    <a:pt x="5544" y="21360"/>
                  </a:cubicBezTo>
                  <a:cubicBezTo>
                    <a:pt x="4621" y="20213"/>
                    <a:pt x="4007" y="18721"/>
                    <a:pt x="3731" y="17283"/>
                  </a:cubicBezTo>
                  <a:cubicBezTo>
                    <a:pt x="3455" y="15846"/>
                    <a:pt x="3635" y="14226"/>
                    <a:pt x="4590" y="13061"/>
                  </a:cubicBezTo>
                  <a:cubicBezTo>
                    <a:pt x="5278" y="12226"/>
                    <a:pt x="6340" y="11742"/>
                    <a:pt x="7412" y="11742"/>
                  </a:cubicBezTo>
                  <a:cubicBezTo>
                    <a:pt x="7686" y="11742"/>
                    <a:pt x="7960" y="11773"/>
                    <a:pt x="8229" y="11839"/>
                  </a:cubicBezTo>
                  <a:cubicBezTo>
                    <a:pt x="9481" y="12142"/>
                    <a:pt x="10486" y="13140"/>
                    <a:pt x="10846" y="14368"/>
                  </a:cubicBezTo>
                  <a:cubicBezTo>
                    <a:pt x="10887" y="14507"/>
                    <a:pt x="10998" y="14567"/>
                    <a:pt x="11111" y="14567"/>
                  </a:cubicBezTo>
                  <a:cubicBezTo>
                    <a:pt x="11281" y="14567"/>
                    <a:pt x="11455" y="14428"/>
                    <a:pt x="11393" y="14217"/>
                  </a:cubicBezTo>
                  <a:cubicBezTo>
                    <a:pt x="11291" y="13868"/>
                    <a:pt x="11145" y="13534"/>
                    <a:pt x="10958" y="13227"/>
                  </a:cubicBezTo>
                  <a:cubicBezTo>
                    <a:pt x="15201" y="12313"/>
                    <a:pt x="19288" y="10742"/>
                    <a:pt x="23055" y="8588"/>
                  </a:cubicBezTo>
                  <a:cubicBezTo>
                    <a:pt x="23324" y="8434"/>
                    <a:pt x="23161" y="8059"/>
                    <a:pt x="22912" y="8059"/>
                  </a:cubicBezTo>
                  <a:close/>
                  <a:moveTo>
                    <a:pt x="15951" y="31904"/>
                  </a:moveTo>
                  <a:lnTo>
                    <a:pt x="15938" y="31911"/>
                  </a:lnTo>
                  <a:cubicBezTo>
                    <a:pt x="16799" y="34312"/>
                    <a:pt x="18493" y="36404"/>
                    <a:pt x="20668" y="37740"/>
                  </a:cubicBezTo>
                  <a:cubicBezTo>
                    <a:pt x="20547" y="36830"/>
                    <a:pt x="20521" y="35904"/>
                    <a:pt x="20591" y="34986"/>
                  </a:cubicBezTo>
                  <a:cubicBezTo>
                    <a:pt x="18817" y="34351"/>
                    <a:pt x="17153" y="33343"/>
                    <a:pt x="15951" y="3190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8"/>
            <p:cNvSpPr/>
            <p:nvPr/>
          </p:nvSpPr>
          <p:spPr>
            <a:xfrm>
              <a:off x="3556136" y="-835281"/>
              <a:ext cx="691670" cy="497585"/>
            </a:xfrm>
            <a:custGeom>
              <a:avLst/>
              <a:gdLst/>
              <a:ahLst/>
              <a:cxnLst/>
              <a:rect l="l" t="t" r="r" b="b"/>
              <a:pathLst>
                <a:path w="11417" h="8213" extrusionOk="0">
                  <a:moveTo>
                    <a:pt x="5392" y="0"/>
                  </a:moveTo>
                  <a:cubicBezTo>
                    <a:pt x="5342" y="0"/>
                    <a:pt x="5291" y="4"/>
                    <a:pt x="5237" y="13"/>
                  </a:cubicBezTo>
                  <a:cubicBezTo>
                    <a:pt x="4548" y="120"/>
                    <a:pt x="4351" y="821"/>
                    <a:pt x="4422" y="1768"/>
                  </a:cubicBezTo>
                  <a:cubicBezTo>
                    <a:pt x="4091" y="1315"/>
                    <a:pt x="3725" y="1031"/>
                    <a:pt x="3328" y="1031"/>
                  </a:cubicBezTo>
                  <a:cubicBezTo>
                    <a:pt x="3058" y="1031"/>
                    <a:pt x="2774" y="1162"/>
                    <a:pt x="2476" y="1459"/>
                  </a:cubicBezTo>
                  <a:cubicBezTo>
                    <a:pt x="0" y="3927"/>
                    <a:pt x="6351" y="8105"/>
                    <a:pt x="6511" y="8208"/>
                  </a:cubicBezTo>
                  <a:lnTo>
                    <a:pt x="6515" y="8213"/>
                  </a:lnTo>
                  <a:lnTo>
                    <a:pt x="6517" y="8208"/>
                  </a:lnTo>
                  <a:cubicBezTo>
                    <a:pt x="6639" y="8060"/>
                    <a:pt x="11417" y="2146"/>
                    <a:pt x="8308" y="551"/>
                  </a:cubicBezTo>
                  <a:cubicBezTo>
                    <a:pt x="8056" y="421"/>
                    <a:pt x="7833" y="361"/>
                    <a:pt x="7636" y="361"/>
                  </a:cubicBezTo>
                  <a:cubicBezTo>
                    <a:pt x="7109" y="361"/>
                    <a:pt x="6767" y="787"/>
                    <a:pt x="6552" y="1438"/>
                  </a:cubicBezTo>
                  <a:cubicBezTo>
                    <a:pt x="6345" y="584"/>
                    <a:pt x="5988" y="0"/>
                    <a:pt x="53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8"/>
            <p:cNvSpPr/>
            <p:nvPr/>
          </p:nvSpPr>
          <p:spPr>
            <a:xfrm>
              <a:off x="3465080" y="-332500"/>
              <a:ext cx="463456" cy="437121"/>
            </a:xfrm>
            <a:custGeom>
              <a:avLst/>
              <a:gdLst/>
              <a:ahLst/>
              <a:cxnLst/>
              <a:rect l="l" t="t" r="r" b="b"/>
              <a:pathLst>
                <a:path w="7650" h="7215" extrusionOk="0">
                  <a:moveTo>
                    <a:pt x="4667" y="1"/>
                  </a:moveTo>
                  <a:cubicBezTo>
                    <a:pt x="4527" y="1"/>
                    <a:pt x="4382" y="16"/>
                    <a:pt x="4230" y="48"/>
                  </a:cubicBezTo>
                  <a:cubicBezTo>
                    <a:pt x="3209" y="258"/>
                    <a:pt x="3087" y="961"/>
                    <a:pt x="3418" y="1843"/>
                  </a:cubicBezTo>
                  <a:cubicBezTo>
                    <a:pt x="2958" y="1490"/>
                    <a:pt x="2521" y="1270"/>
                    <a:pt x="2143" y="1270"/>
                  </a:cubicBezTo>
                  <a:cubicBezTo>
                    <a:pt x="1902" y="1270"/>
                    <a:pt x="1684" y="1360"/>
                    <a:pt x="1501" y="1562"/>
                  </a:cubicBezTo>
                  <a:cubicBezTo>
                    <a:pt x="1032" y="2079"/>
                    <a:pt x="1317" y="2747"/>
                    <a:pt x="1969" y="3441"/>
                  </a:cubicBezTo>
                  <a:cubicBezTo>
                    <a:pt x="1741" y="3380"/>
                    <a:pt x="1527" y="3346"/>
                    <a:pt x="1332" y="3346"/>
                  </a:cubicBezTo>
                  <a:cubicBezTo>
                    <a:pt x="751" y="3346"/>
                    <a:pt x="344" y="3647"/>
                    <a:pt x="260" y="4422"/>
                  </a:cubicBezTo>
                  <a:cubicBezTo>
                    <a:pt x="1" y="6835"/>
                    <a:pt x="3572" y="7215"/>
                    <a:pt x="5841" y="7215"/>
                  </a:cubicBezTo>
                  <a:cubicBezTo>
                    <a:pt x="6838" y="7215"/>
                    <a:pt x="7584" y="7142"/>
                    <a:pt x="7642" y="7135"/>
                  </a:cubicBezTo>
                  <a:lnTo>
                    <a:pt x="7646" y="7135"/>
                  </a:lnTo>
                  <a:lnTo>
                    <a:pt x="7646" y="7132"/>
                  </a:lnTo>
                  <a:cubicBezTo>
                    <a:pt x="7648" y="6950"/>
                    <a:pt x="7649" y="1"/>
                    <a:pt x="46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8"/>
            <p:cNvSpPr/>
            <p:nvPr/>
          </p:nvSpPr>
          <p:spPr>
            <a:xfrm>
              <a:off x="3578309" y="-623058"/>
              <a:ext cx="1101632" cy="1282887"/>
            </a:xfrm>
            <a:custGeom>
              <a:avLst/>
              <a:gdLst/>
              <a:ahLst/>
              <a:cxnLst/>
              <a:rect l="l" t="t" r="r" b="b"/>
              <a:pathLst>
                <a:path w="18184" h="21175" extrusionOk="0">
                  <a:moveTo>
                    <a:pt x="7866" y="0"/>
                  </a:moveTo>
                  <a:cubicBezTo>
                    <a:pt x="7101" y="0"/>
                    <a:pt x="6181" y="535"/>
                    <a:pt x="5671" y="1641"/>
                  </a:cubicBezTo>
                  <a:cubicBezTo>
                    <a:pt x="5045" y="958"/>
                    <a:pt x="4294" y="662"/>
                    <a:pt x="3650" y="662"/>
                  </a:cubicBezTo>
                  <a:cubicBezTo>
                    <a:pt x="2739" y="662"/>
                    <a:pt x="2040" y="1253"/>
                    <a:pt x="2211" y="2180"/>
                  </a:cubicBezTo>
                  <a:cubicBezTo>
                    <a:pt x="2452" y="3496"/>
                    <a:pt x="5018" y="4371"/>
                    <a:pt x="5873" y="4630"/>
                  </a:cubicBezTo>
                  <a:cubicBezTo>
                    <a:pt x="6181" y="6028"/>
                    <a:pt x="6607" y="7404"/>
                    <a:pt x="7147" y="8733"/>
                  </a:cubicBezTo>
                  <a:cubicBezTo>
                    <a:pt x="7824" y="10402"/>
                    <a:pt x="8681" y="11994"/>
                    <a:pt x="9687" y="13486"/>
                  </a:cubicBezTo>
                  <a:cubicBezTo>
                    <a:pt x="8279" y="13214"/>
                    <a:pt x="6951" y="12577"/>
                    <a:pt x="5867" y="11638"/>
                  </a:cubicBezTo>
                  <a:cubicBezTo>
                    <a:pt x="6128" y="10759"/>
                    <a:pt x="6785" y="8170"/>
                    <a:pt x="5830" y="7253"/>
                  </a:cubicBezTo>
                  <a:cubicBezTo>
                    <a:pt x="5562" y="6997"/>
                    <a:pt x="5265" y="6882"/>
                    <a:pt x="4971" y="6882"/>
                  </a:cubicBezTo>
                  <a:cubicBezTo>
                    <a:pt x="3989" y="6882"/>
                    <a:pt x="3055" y="8176"/>
                    <a:pt x="3476" y="9845"/>
                  </a:cubicBezTo>
                  <a:cubicBezTo>
                    <a:pt x="3299" y="9818"/>
                    <a:pt x="3128" y="9806"/>
                    <a:pt x="2963" y="9806"/>
                  </a:cubicBezTo>
                  <a:cubicBezTo>
                    <a:pt x="1063" y="9806"/>
                    <a:pt x="1" y="11475"/>
                    <a:pt x="1122" y="12439"/>
                  </a:cubicBezTo>
                  <a:cubicBezTo>
                    <a:pt x="1430" y="12703"/>
                    <a:pt x="1878" y="12801"/>
                    <a:pt x="2377" y="12801"/>
                  </a:cubicBezTo>
                  <a:cubicBezTo>
                    <a:pt x="3580" y="12801"/>
                    <a:pt x="5076" y="12226"/>
                    <a:pt x="5591" y="12010"/>
                  </a:cubicBezTo>
                  <a:cubicBezTo>
                    <a:pt x="6856" y="13093"/>
                    <a:pt x="8406" y="13798"/>
                    <a:pt x="10063" y="14026"/>
                  </a:cubicBezTo>
                  <a:cubicBezTo>
                    <a:pt x="10761" y="15006"/>
                    <a:pt x="11527" y="15938"/>
                    <a:pt x="12350" y="16815"/>
                  </a:cubicBezTo>
                  <a:cubicBezTo>
                    <a:pt x="10798" y="15854"/>
                    <a:pt x="8964" y="15349"/>
                    <a:pt x="7132" y="15275"/>
                  </a:cubicBezTo>
                  <a:cubicBezTo>
                    <a:pt x="6969" y="15269"/>
                    <a:pt x="6806" y="15266"/>
                    <a:pt x="6643" y="15266"/>
                  </a:cubicBezTo>
                  <a:cubicBezTo>
                    <a:pt x="4579" y="15266"/>
                    <a:pt x="2527" y="15769"/>
                    <a:pt x="619" y="16569"/>
                  </a:cubicBezTo>
                  <a:cubicBezTo>
                    <a:pt x="2254" y="18238"/>
                    <a:pt x="4515" y="19285"/>
                    <a:pt x="6847" y="19449"/>
                  </a:cubicBezTo>
                  <a:cubicBezTo>
                    <a:pt x="7069" y="19465"/>
                    <a:pt x="7290" y="19473"/>
                    <a:pt x="7512" y="19473"/>
                  </a:cubicBezTo>
                  <a:cubicBezTo>
                    <a:pt x="9528" y="19473"/>
                    <a:pt x="11540" y="18830"/>
                    <a:pt x="13179" y="17654"/>
                  </a:cubicBezTo>
                  <a:cubicBezTo>
                    <a:pt x="14546" y="18980"/>
                    <a:pt x="16058" y="20153"/>
                    <a:pt x="17689" y="21139"/>
                  </a:cubicBezTo>
                  <a:cubicBezTo>
                    <a:pt x="17731" y="21164"/>
                    <a:pt x="17774" y="21175"/>
                    <a:pt x="17814" y="21175"/>
                  </a:cubicBezTo>
                  <a:cubicBezTo>
                    <a:pt x="18023" y="21175"/>
                    <a:pt x="18183" y="20888"/>
                    <a:pt x="17965" y="20756"/>
                  </a:cubicBezTo>
                  <a:cubicBezTo>
                    <a:pt x="17186" y="20287"/>
                    <a:pt x="16433" y="19774"/>
                    <a:pt x="15710" y="19221"/>
                  </a:cubicBezTo>
                  <a:cubicBezTo>
                    <a:pt x="16811" y="17474"/>
                    <a:pt x="17266" y="15329"/>
                    <a:pt x="16962" y="13286"/>
                  </a:cubicBezTo>
                  <a:cubicBezTo>
                    <a:pt x="16648" y="11180"/>
                    <a:pt x="15534" y="9202"/>
                    <a:pt x="13893" y="7846"/>
                  </a:cubicBezTo>
                  <a:lnTo>
                    <a:pt x="13893" y="7846"/>
                  </a:lnTo>
                  <a:cubicBezTo>
                    <a:pt x="12957" y="11517"/>
                    <a:pt x="13460" y="15528"/>
                    <a:pt x="15251" y="18862"/>
                  </a:cubicBezTo>
                  <a:cubicBezTo>
                    <a:pt x="14928" y="18603"/>
                    <a:pt x="14614" y="18340"/>
                    <a:pt x="14307" y="18065"/>
                  </a:cubicBezTo>
                  <a:cubicBezTo>
                    <a:pt x="10337" y="14545"/>
                    <a:pt x="7491" y="9762"/>
                    <a:pt x="6343" y="4580"/>
                  </a:cubicBezTo>
                  <a:cubicBezTo>
                    <a:pt x="7030" y="4114"/>
                    <a:pt x="9306" y="2456"/>
                    <a:pt x="9131" y="1100"/>
                  </a:cubicBezTo>
                  <a:cubicBezTo>
                    <a:pt x="9038" y="374"/>
                    <a:pt x="8506" y="0"/>
                    <a:pt x="786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8"/>
            <p:cNvSpPr/>
            <p:nvPr/>
          </p:nvSpPr>
          <p:spPr>
            <a:xfrm>
              <a:off x="4775148" y="949042"/>
              <a:ext cx="311065" cy="311112"/>
            </a:xfrm>
            <a:custGeom>
              <a:avLst/>
              <a:gdLst/>
              <a:ahLst/>
              <a:cxnLst/>
              <a:rect l="l" t="t" r="r" b="b"/>
              <a:pathLst>
                <a:path w="6662" h="6663" extrusionOk="0">
                  <a:moveTo>
                    <a:pt x="3331" y="0"/>
                  </a:moveTo>
                  <a:cubicBezTo>
                    <a:pt x="1492" y="0"/>
                    <a:pt x="0" y="1492"/>
                    <a:pt x="0" y="3331"/>
                  </a:cubicBezTo>
                  <a:cubicBezTo>
                    <a:pt x="0" y="5172"/>
                    <a:pt x="1492" y="6662"/>
                    <a:pt x="3331" y="6662"/>
                  </a:cubicBezTo>
                  <a:cubicBezTo>
                    <a:pt x="5170" y="6662"/>
                    <a:pt x="6662" y="5172"/>
                    <a:pt x="6662" y="3331"/>
                  </a:cubicBezTo>
                  <a:cubicBezTo>
                    <a:pt x="6662" y="1492"/>
                    <a:pt x="5170" y="0"/>
                    <a:pt x="333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2" name="Google Shape;652;p40"/>
          <p:cNvSpPr txBox="1">
            <a:spLocks noGrp="1"/>
          </p:cNvSpPr>
          <p:nvPr>
            <p:ph type="subTitle" idx="1"/>
          </p:nvPr>
        </p:nvSpPr>
        <p:spPr>
          <a:xfrm>
            <a:off x="4762424" y="304628"/>
            <a:ext cx="24384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Salud mental</a:t>
            </a:r>
            <a:endParaRPr dirty="0"/>
          </a:p>
        </p:txBody>
      </p:sp>
      <p:sp>
        <p:nvSpPr>
          <p:cNvPr id="653" name="Google Shape;653;p40"/>
          <p:cNvSpPr txBox="1">
            <a:spLocks noGrp="1"/>
          </p:cNvSpPr>
          <p:nvPr>
            <p:ph type="subTitle" idx="3"/>
          </p:nvPr>
        </p:nvSpPr>
        <p:spPr>
          <a:xfrm>
            <a:off x="4816196" y="675208"/>
            <a:ext cx="3331220" cy="148528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solidFill>
                  <a:srgbClr val="444444"/>
                </a:solidFill>
                <a:latin typeface="Lucida Grande"/>
              </a:rPr>
              <a:t>I</a:t>
            </a:r>
            <a:r>
              <a:rPr lang="es-MX" b="0" i="0" dirty="0">
                <a:solidFill>
                  <a:srgbClr val="444444"/>
                </a:solidFill>
                <a:effectLst/>
                <a:latin typeface="Lucida Grande"/>
              </a:rPr>
              <a:t>ncluye nuestro bienestar emocional, psicológico y social. Afecta la forma en que pensamos, sentimos y actuamos cuando enfrentamos la vida</a:t>
            </a:r>
            <a:endParaRPr dirty="0"/>
          </a:p>
        </p:txBody>
      </p:sp>
      <p:sp>
        <p:nvSpPr>
          <p:cNvPr id="655" name="Google Shape;655;p40"/>
          <p:cNvSpPr txBox="1">
            <a:spLocks noGrp="1"/>
          </p:cNvSpPr>
          <p:nvPr>
            <p:ph type="subTitle" idx="5"/>
          </p:nvPr>
        </p:nvSpPr>
        <p:spPr>
          <a:xfrm>
            <a:off x="4816196" y="1794790"/>
            <a:ext cx="24384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Salud fisica</a:t>
            </a:r>
            <a:endParaRPr dirty="0"/>
          </a:p>
        </p:txBody>
      </p:sp>
      <p:sp>
        <p:nvSpPr>
          <p:cNvPr id="656" name="Google Shape;656;p40"/>
          <p:cNvSpPr txBox="1">
            <a:spLocks noGrp="1"/>
          </p:cNvSpPr>
          <p:nvPr>
            <p:ph type="subTitle" idx="6"/>
          </p:nvPr>
        </p:nvSpPr>
        <p:spPr>
          <a:xfrm>
            <a:off x="4880652" y="2134966"/>
            <a:ext cx="3240215" cy="105036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solidFill>
                  <a:srgbClr val="202124"/>
                </a:solidFill>
                <a:latin typeface="Lucida Grande"/>
              </a:rPr>
              <a:t>E</a:t>
            </a:r>
            <a:r>
              <a:rPr lang="es-MX" b="0" i="0" dirty="0">
                <a:solidFill>
                  <a:srgbClr val="202124"/>
                </a:solidFill>
                <a:effectLst/>
                <a:latin typeface="Lucida Grande"/>
              </a:rPr>
              <a:t>s el bienestar del cuerpo y el óptimo funcionamiento del organismo, que se encuentran en buen estado </a:t>
            </a:r>
            <a:r>
              <a:rPr lang="es-MX" b="1" i="0" dirty="0">
                <a:solidFill>
                  <a:srgbClr val="202124"/>
                </a:solidFill>
                <a:effectLst/>
                <a:latin typeface="Lucida Grande"/>
              </a:rPr>
              <a:t>físico</a:t>
            </a:r>
            <a:r>
              <a:rPr lang="es-MX" b="0" i="0" dirty="0">
                <a:solidFill>
                  <a:srgbClr val="202124"/>
                </a:solidFill>
                <a:effectLst/>
                <a:latin typeface="Lucida Grande"/>
              </a:rPr>
              <a:t>, mental, emocional</a:t>
            </a:r>
            <a:endParaRPr dirty="0">
              <a:latin typeface="Lucida Grande"/>
            </a:endParaRPr>
          </a:p>
        </p:txBody>
      </p:sp>
      <p:sp>
        <p:nvSpPr>
          <p:cNvPr id="658" name="Google Shape;658;p40"/>
          <p:cNvSpPr txBox="1">
            <a:spLocks noGrp="1"/>
          </p:cNvSpPr>
          <p:nvPr>
            <p:ph type="subTitle" idx="8"/>
          </p:nvPr>
        </p:nvSpPr>
        <p:spPr>
          <a:xfrm>
            <a:off x="4842755" y="3247144"/>
            <a:ext cx="24384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Salud espiritual </a:t>
            </a:r>
            <a:endParaRPr dirty="0"/>
          </a:p>
        </p:txBody>
      </p:sp>
      <p:sp>
        <p:nvSpPr>
          <p:cNvPr id="659" name="Google Shape;659;p40"/>
          <p:cNvSpPr txBox="1">
            <a:spLocks noGrp="1"/>
          </p:cNvSpPr>
          <p:nvPr>
            <p:ph type="subTitle" idx="9"/>
          </p:nvPr>
        </p:nvSpPr>
        <p:spPr>
          <a:xfrm>
            <a:off x="4721470" y="3605426"/>
            <a:ext cx="4327804" cy="245505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b="0" i="0" dirty="0">
                <a:solidFill>
                  <a:srgbClr val="202124"/>
                </a:solidFill>
                <a:effectLst/>
                <a:latin typeface="Lucida Grande"/>
              </a:rPr>
              <a:t>El testimonio que se expresa en un espíritu </a:t>
            </a:r>
            <a:r>
              <a:rPr lang="es-MX" b="1" i="0" dirty="0">
                <a:solidFill>
                  <a:srgbClr val="202124"/>
                </a:solidFill>
                <a:effectLst/>
                <a:latin typeface="Lucida Grande"/>
              </a:rPr>
              <a:t>de</a:t>
            </a:r>
            <a:r>
              <a:rPr lang="es-MX" b="0" i="0" dirty="0">
                <a:solidFill>
                  <a:srgbClr val="202124"/>
                </a:solidFill>
                <a:effectLst/>
                <a:latin typeface="Lucida Grande"/>
              </a:rPr>
              <a:t> arrepentimiento, </a:t>
            </a:r>
            <a:r>
              <a:rPr lang="es-MX" b="1" i="0" dirty="0">
                <a:solidFill>
                  <a:srgbClr val="202124"/>
                </a:solidFill>
                <a:effectLst/>
                <a:latin typeface="Lucida Grande"/>
              </a:rPr>
              <a:t>de</a:t>
            </a:r>
            <a:r>
              <a:rPr lang="es-MX" b="0" i="0" dirty="0">
                <a:solidFill>
                  <a:srgbClr val="202124"/>
                </a:solidFill>
                <a:effectLst/>
                <a:latin typeface="Lucida Grande"/>
              </a:rPr>
              <a:t> agradecimiento </a:t>
            </a:r>
            <a:r>
              <a:rPr lang="es-MX" b="1" i="0" dirty="0">
                <a:solidFill>
                  <a:srgbClr val="202124"/>
                </a:solidFill>
                <a:effectLst/>
                <a:latin typeface="Lucida Grande"/>
              </a:rPr>
              <a:t>por</a:t>
            </a:r>
            <a:r>
              <a:rPr lang="es-MX" b="0" i="0" dirty="0">
                <a:solidFill>
                  <a:srgbClr val="202124"/>
                </a:solidFill>
                <a:effectLst/>
                <a:latin typeface="Lucida Grande"/>
              </a:rPr>
              <a:t> la providencia divina y </a:t>
            </a:r>
            <a:r>
              <a:rPr lang="es-MX" b="1" i="0" dirty="0">
                <a:solidFill>
                  <a:srgbClr val="202124"/>
                </a:solidFill>
                <a:effectLst/>
                <a:latin typeface="Lucida Grande"/>
              </a:rPr>
              <a:t>de</a:t>
            </a:r>
            <a:r>
              <a:rPr lang="es-MX" b="0" i="0" dirty="0">
                <a:solidFill>
                  <a:srgbClr val="202124"/>
                </a:solidFill>
                <a:effectLst/>
                <a:latin typeface="Lucida Grande"/>
              </a:rPr>
              <a:t> acuerdo con la guía divina es un poderoso remedio para aliviar la angustia y las preocupaciones </a:t>
            </a:r>
            <a:r>
              <a:rPr lang="es-MX" b="1" i="0" dirty="0">
                <a:solidFill>
                  <a:srgbClr val="202124"/>
                </a:solidFill>
                <a:effectLst/>
                <a:latin typeface="Lucida Grande"/>
              </a:rPr>
              <a:t>de</a:t>
            </a:r>
            <a:r>
              <a:rPr lang="es-MX" b="0" i="0" dirty="0">
                <a:solidFill>
                  <a:srgbClr val="202124"/>
                </a:solidFill>
                <a:effectLst/>
                <a:latin typeface="Lucida Grande"/>
              </a:rPr>
              <a:t> nuestro corazón.</a:t>
            </a:r>
            <a:endParaRPr dirty="0">
              <a:latin typeface="Lucida Grande"/>
            </a:endParaRPr>
          </a:p>
        </p:txBody>
      </p:sp>
      <p:sp>
        <p:nvSpPr>
          <p:cNvPr id="663" name="Google Shape;663;p40"/>
          <p:cNvSpPr/>
          <p:nvPr/>
        </p:nvSpPr>
        <p:spPr>
          <a:xfrm>
            <a:off x="4549926" y="1066049"/>
            <a:ext cx="189873" cy="189901"/>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40"/>
          <p:cNvSpPr/>
          <p:nvPr/>
        </p:nvSpPr>
        <p:spPr>
          <a:xfrm rot="1758961">
            <a:off x="3809330" y="1148225"/>
            <a:ext cx="454491" cy="454402"/>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40"/>
          <p:cNvSpPr/>
          <p:nvPr/>
        </p:nvSpPr>
        <p:spPr>
          <a:xfrm rot="1758980">
            <a:off x="3910695" y="1249568"/>
            <a:ext cx="251750" cy="251786"/>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40"/>
          <p:cNvSpPr/>
          <p:nvPr/>
        </p:nvSpPr>
        <p:spPr>
          <a:xfrm rot="1663848">
            <a:off x="4158429" y="520748"/>
            <a:ext cx="189871" cy="18989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40"/>
          <p:cNvSpPr/>
          <p:nvPr/>
        </p:nvSpPr>
        <p:spPr>
          <a:xfrm>
            <a:off x="934450" y="1291619"/>
            <a:ext cx="3524057" cy="3613882"/>
          </a:xfrm>
          <a:custGeom>
            <a:avLst/>
            <a:gdLst/>
            <a:ahLst/>
            <a:cxnLst/>
            <a:rect l="l" t="t" r="r" b="b"/>
            <a:pathLst>
              <a:path w="14447" h="14816" extrusionOk="0">
                <a:moveTo>
                  <a:pt x="7593" y="0"/>
                </a:moveTo>
                <a:cubicBezTo>
                  <a:pt x="6518" y="0"/>
                  <a:pt x="5435" y="219"/>
                  <a:pt x="4442" y="654"/>
                </a:cubicBezTo>
                <a:cubicBezTo>
                  <a:pt x="2600" y="1461"/>
                  <a:pt x="1104" y="3062"/>
                  <a:pt x="499" y="4981"/>
                </a:cubicBezTo>
                <a:cubicBezTo>
                  <a:pt x="0" y="6560"/>
                  <a:pt x="102" y="8288"/>
                  <a:pt x="571" y="9877"/>
                </a:cubicBezTo>
                <a:cubicBezTo>
                  <a:pt x="1035" y="11451"/>
                  <a:pt x="1895" y="12964"/>
                  <a:pt x="3248" y="13890"/>
                </a:cubicBezTo>
                <a:cubicBezTo>
                  <a:pt x="4133" y="14496"/>
                  <a:pt x="5206" y="14816"/>
                  <a:pt x="6279" y="14816"/>
                </a:cubicBezTo>
                <a:cubicBezTo>
                  <a:pt x="6704" y="14816"/>
                  <a:pt x="7130" y="14765"/>
                  <a:pt x="7543" y="14662"/>
                </a:cubicBezTo>
                <a:cubicBezTo>
                  <a:pt x="9001" y="14299"/>
                  <a:pt x="10282" y="13290"/>
                  <a:pt x="10974" y="11964"/>
                </a:cubicBezTo>
                <a:cubicBezTo>
                  <a:pt x="11362" y="11218"/>
                  <a:pt x="11576" y="10383"/>
                  <a:pt x="12017" y="9670"/>
                </a:cubicBezTo>
                <a:cubicBezTo>
                  <a:pt x="12524" y="8850"/>
                  <a:pt x="13315" y="8227"/>
                  <a:pt x="13767" y="7377"/>
                </a:cubicBezTo>
                <a:cubicBezTo>
                  <a:pt x="14446" y="6108"/>
                  <a:pt x="14253" y="4499"/>
                  <a:pt x="13543" y="3248"/>
                </a:cubicBezTo>
                <a:cubicBezTo>
                  <a:pt x="12312" y="1072"/>
                  <a:pt x="9973" y="0"/>
                  <a:pt x="759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40"/>
          <p:cNvSpPr/>
          <p:nvPr/>
        </p:nvSpPr>
        <p:spPr>
          <a:xfrm>
            <a:off x="2197942" y="1108475"/>
            <a:ext cx="853851" cy="618748"/>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40"/>
          <p:cNvSpPr/>
          <p:nvPr/>
        </p:nvSpPr>
        <p:spPr>
          <a:xfrm rot="-2391543" flipH="1">
            <a:off x="555055" y="2841403"/>
            <a:ext cx="438197" cy="1102047"/>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40"/>
          <p:cNvSpPr/>
          <p:nvPr/>
        </p:nvSpPr>
        <p:spPr>
          <a:xfrm rot="2563314">
            <a:off x="3456393" y="3554143"/>
            <a:ext cx="561551" cy="1412328"/>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1" name="Google Shape;671;p40"/>
          <p:cNvGrpSpPr/>
          <p:nvPr/>
        </p:nvGrpSpPr>
        <p:grpSpPr>
          <a:xfrm rot="455875">
            <a:off x="501510" y="2198254"/>
            <a:ext cx="701055" cy="862946"/>
            <a:chOff x="3465080" y="-835281"/>
            <a:chExt cx="1214861" cy="1495111"/>
          </a:xfrm>
        </p:grpSpPr>
        <p:sp>
          <p:nvSpPr>
            <p:cNvPr id="672" name="Google Shape;672;p40"/>
            <p:cNvSpPr/>
            <p:nvPr/>
          </p:nvSpPr>
          <p:spPr>
            <a:xfrm>
              <a:off x="3556136" y="-835281"/>
              <a:ext cx="691670" cy="497585"/>
            </a:xfrm>
            <a:custGeom>
              <a:avLst/>
              <a:gdLst/>
              <a:ahLst/>
              <a:cxnLst/>
              <a:rect l="l" t="t" r="r" b="b"/>
              <a:pathLst>
                <a:path w="11417" h="8213" extrusionOk="0">
                  <a:moveTo>
                    <a:pt x="5392" y="0"/>
                  </a:moveTo>
                  <a:cubicBezTo>
                    <a:pt x="5342" y="0"/>
                    <a:pt x="5291" y="4"/>
                    <a:pt x="5237" y="13"/>
                  </a:cubicBezTo>
                  <a:cubicBezTo>
                    <a:pt x="4548" y="120"/>
                    <a:pt x="4351" y="821"/>
                    <a:pt x="4422" y="1768"/>
                  </a:cubicBezTo>
                  <a:cubicBezTo>
                    <a:pt x="4091" y="1315"/>
                    <a:pt x="3725" y="1031"/>
                    <a:pt x="3328" y="1031"/>
                  </a:cubicBezTo>
                  <a:cubicBezTo>
                    <a:pt x="3058" y="1031"/>
                    <a:pt x="2774" y="1162"/>
                    <a:pt x="2476" y="1459"/>
                  </a:cubicBezTo>
                  <a:cubicBezTo>
                    <a:pt x="0" y="3927"/>
                    <a:pt x="6351" y="8105"/>
                    <a:pt x="6511" y="8208"/>
                  </a:cubicBezTo>
                  <a:lnTo>
                    <a:pt x="6515" y="8213"/>
                  </a:lnTo>
                  <a:lnTo>
                    <a:pt x="6517" y="8208"/>
                  </a:lnTo>
                  <a:cubicBezTo>
                    <a:pt x="6639" y="8060"/>
                    <a:pt x="11417" y="2146"/>
                    <a:pt x="8308" y="551"/>
                  </a:cubicBezTo>
                  <a:cubicBezTo>
                    <a:pt x="8056" y="421"/>
                    <a:pt x="7833" y="361"/>
                    <a:pt x="7636" y="361"/>
                  </a:cubicBezTo>
                  <a:cubicBezTo>
                    <a:pt x="7109" y="361"/>
                    <a:pt x="6767" y="787"/>
                    <a:pt x="6552" y="1438"/>
                  </a:cubicBezTo>
                  <a:cubicBezTo>
                    <a:pt x="6345" y="584"/>
                    <a:pt x="5988" y="0"/>
                    <a:pt x="53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40"/>
            <p:cNvSpPr/>
            <p:nvPr/>
          </p:nvSpPr>
          <p:spPr>
            <a:xfrm>
              <a:off x="3465080" y="-332500"/>
              <a:ext cx="463456" cy="437121"/>
            </a:xfrm>
            <a:custGeom>
              <a:avLst/>
              <a:gdLst/>
              <a:ahLst/>
              <a:cxnLst/>
              <a:rect l="l" t="t" r="r" b="b"/>
              <a:pathLst>
                <a:path w="7650" h="7215" extrusionOk="0">
                  <a:moveTo>
                    <a:pt x="4667" y="1"/>
                  </a:moveTo>
                  <a:cubicBezTo>
                    <a:pt x="4527" y="1"/>
                    <a:pt x="4382" y="16"/>
                    <a:pt x="4230" y="48"/>
                  </a:cubicBezTo>
                  <a:cubicBezTo>
                    <a:pt x="3209" y="258"/>
                    <a:pt x="3087" y="961"/>
                    <a:pt x="3418" y="1843"/>
                  </a:cubicBezTo>
                  <a:cubicBezTo>
                    <a:pt x="2958" y="1490"/>
                    <a:pt x="2521" y="1270"/>
                    <a:pt x="2143" y="1270"/>
                  </a:cubicBezTo>
                  <a:cubicBezTo>
                    <a:pt x="1902" y="1270"/>
                    <a:pt x="1684" y="1360"/>
                    <a:pt x="1501" y="1562"/>
                  </a:cubicBezTo>
                  <a:cubicBezTo>
                    <a:pt x="1032" y="2079"/>
                    <a:pt x="1317" y="2747"/>
                    <a:pt x="1969" y="3441"/>
                  </a:cubicBezTo>
                  <a:cubicBezTo>
                    <a:pt x="1741" y="3380"/>
                    <a:pt x="1527" y="3346"/>
                    <a:pt x="1332" y="3346"/>
                  </a:cubicBezTo>
                  <a:cubicBezTo>
                    <a:pt x="751" y="3346"/>
                    <a:pt x="344" y="3647"/>
                    <a:pt x="260" y="4422"/>
                  </a:cubicBezTo>
                  <a:cubicBezTo>
                    <a:pt x="1" y="6835"/>
                    <a:pt x="3572" y="7215"/>
                    <a:pt x="5841" y="7215"/>
                  </a:cubicBezTo>
                  <a:cubicBezTo>
                    <a:pt x="6838" y="7215"/>
                    <a:pt x="7584" y="7142"/>
                    <a:pt x="7642" y="7135"/>
                  </a:cubicBezTo>
                  <a:lnTo>
                    <a:pt x="7646" y="7135"/>
                  </a:lnTo>
                  <a:lnTo>
                    <a:pt x="7646" y="7132"/>
                  </a:lnTo>
                  <a:cubicBezTo>
                    <a:pt x="7648" y="6950"/>
                    <a:pt x="7649" y="1"/>
                    <a:pt x="46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40"/>
            <p:cNvSpPr/>
            <p:nvPr/>
          </p:nvSpPr>
          <p:spPr>
            <a:xfrm>
              <a:off x="3578309" y="-623058"/>
              <a:ext cx="1101632" cy="1282887"/>
            </a:xfrm>
            <a:custGeom>
              <a:avLst/>
              <a:gdLst/>
              <a:ahLst/>
              <a:cxnLst/>
              <a:rect l="l" t="t" r="r" b="b"/>
              <a:pathLst>
                <a:path w="18184" h="21175" extrusionOk="0">
                  <a:moveTo>
                    <a:pt x="7866" y="0"/>
                  </a:moveTo>
                  <a:cubicBezTo>
                    <a:pt x="7101" y="0"/>
                    <a:pt x="6181" y="535"/>
                    <a:pt x="5671" y="1641"/>
                  </a:cubicBezTo>
                  <a:cubicBezTo>
                    <a:pt x="5045" y="958"/>
                    <a:pt x="4294" y="662"/>
                    <a:pt x="3650" y="662"/>
                  </a:cubicBezTo>
                  <a:cubicBezTo>
                    <a:pt x="2739" y="662"/>
                    <a:pt x="2040" y="1253"/>
                    <a:pt x="2211" y="2180"/>
                  </a:cubicBezTo>
                  <a:cubicBezTo>
                    <a:pt x="2452" y="3496"/>
                    <a:pt x="5018" y="4371"/>
                    <a:pt x="5873" y="4630"/>
                  </a:cubicBezTo>
                  <a:cubicBezTo>
                    <a:pt x="6181" y="6028"/>
                    <a:pt x="6607" y="7404"/>
                    <a:pt x="7147" y="8733"/>
                  </a:cubicBezTo>
                  <a:cubicBezTo>
                    <a:pt x="7824" y="10402"/>
                    <a:pt x="8681" y="11994"/>
                    <a:pt x="9687" y="13486"/>
                  </a:cubicBezTo>
                  <a:cubicBezTo>
                    <a:pt x="8279" y="13214"/>
                    <a:pt x="6951" y="12577"/>
                    <a:pt x="5867" y="11638"/>
                  </a:cubicBezTo>
                  <a:cubicBezTo>
                    <a:pt x="6128" y="10759"/>
                    <a:pt x="6785" y="8170"/>
                    <a:pt x="5830" y="7253"/>
                  </a:cubicBezTo>
                  <a:cubicBezTo>
                    <a:pt x="5562" y="6997"/>
                    <a:pt x="5265" y="6882"/>
                    <a:pt x="4971" y="6882"/>
                  </a:cubicBezTo>
                  <a:cubicBezTo>
                    <a:pt x="3989" y="6882"/>
                    <a:pt x="3055" y="8176"/>
                    <a:pt x="3476" y="9845"/>
                  </a:cubicBezTo>
                  <a:cubicBezTo>
                    <a:pt x="3299" y="9818"/>
                    <a:pt x="3128" y="9806"/>
                    <a:pt x="2963" y="9806"/>
                  </a:cubicBezTo>
                  <a:cubicBezTo>
                    <a:pt x="1063" y="9806"/>
                    <a:pt x="1" y="11475"/>
                    <a:pt x="1122" y="12439"/>
                  </a:cubicBezTo>
                  <a:cubicBezTo>
                    <a:pt x="1430" y="12703"/>
                    <a:pt x="1878" y="12801"/>
                    <a:pt x="2377" y="12801"/>
                  </a:cubicBezTo>
                  <a:cubicBezTo>
                    <a:pt x="3580" y="12801"/>
                    <a:pt x="5076" y="12226"/>
                    <a:pt x="5591" y="12010"/>
                  </a:cubicBezTo>
                  <a:cubicBezTo>
                    <a:pt x="6856" y="13093"/>
                    <a:pt x="8406" y="13798"/>
                    <a:pt x="10063" y="14026"/>
                  </a:cubicBezTo>
                  <a:cubicBezTo>
                    <a:pt x="10761" y="15006"/>
                    <a:pt x="11527" y="15938"/>
                    <a:pt x="12350" y="16815"/>
                  </a:cubicBezTo>
                  <a:cubicBezTo>
                    <a:pt x="10798" y="15854"/>
                    <a:pt x="8964" y="15349"/>
                    <a:pt x="7132" y="15275"/>
                  </a:cubicBezTo>
                  <a:cubicBezTo>
                    <a:pt x="6969" y="15269"/>
                    <a:pt x="6806" y="15266"/>
                    <a:pt x="6643" y="15266"/>
                  </a:cubicBezTo>
                  <a:cubicBezTo>
                    <a:pt x="4579" y="15266"/>
                    <a:pt x="2527" y="15769"/>
                    <a:pt x="619" y="16569"/>
                  </a:cubicBezTo>
                  <a:cubicBezTo>
                    <a:pt x="2254" y="18238"/>
                    <a:pt x="4515" y="19285"/>
                    <a:pt x="6847" y="19449"/>
                  </a:cubicBezTo>
                  <a:cubicBezTo>
                    <a:pt x="7069" y="19465"/>
                    <a:pt x="7290" y="19473"/>
                    <a:pt x="7512" y="19473"/>
                  </a:cubicBezTo>
                  <a:cubicBezTo>
                    <a:pt x="9528" y="19473"/>
                    <a:pt x="11540" y="18830"/>
                    <a:pt x="13179" y="17654"/>
                  </a:cubicBezTo>
                  <a:cubicBezTo>
                    <a:pt x="14546" y="18980"/>
                    <a:pt x="16058" y="20153"/>
                    <a:pt x="17689" y="21139"/>
                  </a:cubicBezTo>
                  <a:cubicBezTo>
                    <a:pt x="17731" y="21164"/>
                    <a:pt x="17774" y="21175"/>
                    <a:pt x="17814" y="21175"/>
                  </a:cubicBezTo>
                  <a:cubicBezTo>
                    <a:pt x="18023" y="21175"/>
                    <a:pt x="18183" y="20888"/>
                    <a:pt x="17965" y="20756"/>
                  </a:cubicBezTo>
                  <a:cubicBezTo>
                    <a:pt x="17186" y="20287"/>
                    <a:pt x="16433" y="19774"/>
                    <a:pt x="15710" y="19221"/>
                  </a:cubicBezTo>
                  <a:cubicBezTo>
                    <a:pt x="16811" y="17474"/>
                    <a:pt x="17266" y="15329"/>
                    <a:pt x="16962" y="13286"/>
                  </a:cubicBezTo>
                  <a:cubicBezTo>
                    <a:pt x="16648" y="11180"/>
                    <a:pt x="15534" y="9202"/>
                    <a:pt x="13893" y="7846"/>
                  </a:cubicBezTo>
                  <a:lnTo>
                    <a:pt x="13893" y="7846"/>
                  </a:lnTo>
                  <a:cubicBezTo>
                    <a:pt x="12957" y="11517"/>
                    <a:pt x="13460" y="15528"/>
                    <a:pt x="15251" y="18862"/>
                  </a:cubicBezTo>
                  <a:cubicBezTo>
                    <a:pt x="14928" y="18603"/>
                    <a:pt x="14614" y="18340"/>
                    <a:pt x="14307" y="18065"/>
                  </a:cubicBezTo>
                  <a:cubicBezTo>
                    <a:pt x="10337" y="14545"/>
                    <a:pt x="7491" y="9762"/>
                    <a:pt x="6343" y="4580"/>
                  </a:cubicBezTo>
                  <a:cubicBezTo>
                    <a:pt x="7030" y="4114"/>
                    <a:pt x="9306" y="2456"/>
                    <a:pt x="9131" y="1100"/>
                  </a:cubicBezTo>
                  <a:cubicBezTo>
                    <a:pt x="9038" y="374"/>
                    <a:pt x="8506" y="0"/>
                    <a:pt x="78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5" name="Google Shape;675;p40"/>
          <p:cNvGrpSpPr/>
          <p:nvPr/>
        </p:nvGrpSpPr>
        <p:grpSpPr>
          <a:xfrm>
            <a:off x="-377587" y="1833347"/>
            <a:ext cx="4476617" cy="3118141"/>
            <a:chOff x="4934932" y="2010076"/>
            <a:chExt cx="2647789" cy="1844290"/>
          </a:xfrm>
        </p:grpSpPr>
        <p:sp>
          <p:nvSpPr>
            <p:cNvPr id="676" name="Google Shape;676;p40"/>
            <p:cNvSpPr/>
            <p:nvPr/>
          </p:nvSpPr>
          <p:spPr>
            <a:xfrm>
              <a:off x="5273841" y="3209175"/>
              <a:ext cx="286961" cy="645191"/>
            </a:xfrm>
            <a:custGeom>
              <a:avLst/>
              <a:gdLst/>
              <a:ahLst/>
              <a:cxnLst/>
              <a:rect l="l" t="t" r="r" b="b"/>
              <a:pathLst>
                <a:path w="6700" h="15064" extrusionOk="0">
                  <a:moveTo>
                    <a:pt x="5191" y="1"/>
                  </a:moveTo>
                  <a:cubicBezTo>
                    <a:pt x="5191" y="1"/>
                    <a:pt x="1" y="2850"/>
                    <a:pt x="510" y="7692"/>
                  </a:cubicBezTo>
                  <a:cubicBezTo>
                    <a:pt x="1020" y="12533"/>
                    <a:pt x="5191" y="15063"/>
                    <a:pt x="5191" y="15063"/>
                  </a:cubicBezTo>
                  <a:cubicBezTo>
                    <a:pt x="5191" y="15063"/>
                    <a:pt x="6699" y="12620"/>
                    <a:pt x="6589" y="7074"/>
                  </a:cubicBezTo>
                  <a:cubicBezTo>
                    <a:pt x="6475" y="1527"/>
                    <a:pt x="5191" y="1"/>
                    <a:pt x="51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40"/>
            <p:cNvSpPr/>
            <p:nvPr/>
          </p:nvSpPr>
          <p:spPr>
            <a:xfrm>
              <a:off x="5237179" y="2658087"/>
              <a:ext cx="2345542" cy="1095591"/>
            </a:xfrm>
            <a:custGeom>
              <a:avLst/>
              <a:gdLst/>
              <a:ahLst/>
              <a:cxnLst/>
              <a:rect l="l" t="t" r="r" b="b"/>
              <a:pathLst>
                <a:path w="54764" h="25580" extrusionOk="0">
                  <a:moveTo>
                    <a:pt x="30423" y="0"/>
                  </a:moveTo>
                  <a:cubicBezTo>
                    <a:pt x="30205" y="0"/>
                    <a:pt x="30032" y="48"/>
                    <a:pt x="29951" y="108"/>
                  </a:cubicBezTo>
                  <a:cubicBezTo>
                    <a:pt x="29614" y="360"/>
                    <a:pt x="28027" y="3574"/>
                    <a:pt x="27767" y="4278"/>
                  </a:cubicBezTo>
                  <a:cubicBezTo>
                    <a:pt x="27510" y="4980"/>
                    <a:pt x="24662" y="7442"/>
                    <a:pt x="23355" y="8244"/>
                  </a:cubicBezTo>
                  <a:cubicBezTo>
                    <a:pt x="22050" y="9048"/>
                    <a:pt x="19180" y="12463"/>
                    <a:pt x="17881" y="13567"/>
                  </a:cubicBezTo>
                  <a:cubicBezTo>
                    <a:pt x="16942" y="14366"/>
                    <a:pt x="15256" y="14652"/>
                    <a:pt x="13315" y="14652"/>
                  </a:cubicBezTo>
                  <a:cubicBezTo>
                    <a:pt x="8710" y="14652"/>
                    <a:pt x="2668" y="13044"/>
                    <a:pt x="1735" y="12866"/>
                  </a:cubicBezTo>
                  <a:lnTo>
                    <a:pt x="1" y="25579"/>
                  </a:lnTo>
                  <a:cubicBezTo>
                    <a:pt x="1" y="25579"/>
                    <a:pt x="14666" y="25518"/>
                    <a:pt x="16575" y="25016"/>
                  </a:cubicBezTo>
                  <a:cubicBezTo>
                    <a:pt x="18483" y="24515"/>
                    <a:pt x="21345" y="24114"/>
                    <a:pt x="24259" y="24015"/>
                  </a:cubicBezTo>
                  <a:cubicBezTo>
                    <a:pt x="27171" y="23914"/>
                    <a:pt x="31289" y="23561"/>
                    <a:pt x="33189" y="23011"/>
                  </a:cubicBezTo>
                  <a:cubicBezTo>
                    <a:pt x="35091" y="22459"/>
                    <a:pt x="35762" y="21719"/>
                    <a:pt x="36729" y="20915"/>
                  </a:cubicBezTo>
                  <a:cubicBezTo>
                    <a:pt x="37696" y="20112"/>
                    <a:pt x="40358" y="19531"/>
                    <a:pt x="44646" y="17186"/>
                  </a:cubicBezTo>
                  <a:cubicBezTo>
                    <a:pt x="45836" y="16536"/>
                    <a:pt x="51447" y="13861"/>
                    <a:pt x="53283" y="12988"/>
                  </a:cubicBezTo>
                  <a:cubicBezTo>
                    <a:pt x="54763" y="12285"/>
                    <a:pt x="54115" y="11079"/>
                    <a:pt x="53288" y="10568"/>
                  </a:cubicBezTo>
                  <a:cubicBezTo>
                    <a:pt x="53073" y="10435"/>
                    <a:pt x="52837" y="10377"/>
                    <a:pt x="52577" y="10377"/>
                  </a:cubicBezTo>
                  <a:cubicBezTo>
                    <a:pt x="51073" y="10377"/>
                    <a:pt x="48777" y="12288"/>
                    <a:pt x="45342" y="12431"/>
                  </a:cubicBezTo>
                  <a:cubicBezTo>
                    <a:pt x="43471" y="12226"/>
                    <a:pt x="40835" y="11734"/>
                    <a:pt x="39667" y="11659"/>
                  </a:cubicBezTo>
                  <a:cubicBezTo>
                    <a:pt x="38102" y="11559"/>
                    <a:pt x="31642" y="10556"/>
                    <a:pt x="29951" y="9601"/>
                  </a:cubicBezTo>
                  <a:cubicBezTo>
                    <a:pt x="28259" y="8647"/>
                    <a:pt x="29683" y="7542"/>
                    <a:pt x="30416" y="6687"/>
                  </a:cubicBezTo>
                  <a:cubicBezTo>
                    <a:pt x="31148" y="5834"/>
                    <a:pt x="32395" y="5431"/>
                    <a:pt x="32311" y="2621"/>
                  </a:cubicBezTo>
                  <a:cubicBezTo>
                    <a:pt x="32248" y="484"/>
                    <a:pt x="31112" y="0"/>
                    <a:pt x="30423"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40"/>
            <p:cNvSpPr/>
            <p:nvPr/>
          </p:nvSpPr>
          <p:spPr>
            <a:xfrm>
              <a:off x="7037471" y="3154096"/>
              <a:ext cx="523297" cy="287946"/>
            </a:xfrm>
            <a:custGeom>
              <a:avLst/>
              <a:gdLst/>
              <a:ahLst/>
              <a:cxnLst/>
              <a:rect l="l" t="t" r="r" b="b"/>
              <a:pathLst>
                <a:path w="12218" h="6723" extrusionOk="0">
                  <a:moveTo>
                    <a:pt x="11873" y="1"/>
                  </a:moveTo>
                  <a:cubicBezTo>
                    <a:pt x="11363" y="1"/>
                    <a:pt x="10847" y="788"/>
                    <a:pt x="10352" y="1060"/>
                  </a:cubicBezTo>
                  <a:cubicBezTo>
                    <a:pt x="10281" y="957"/>
                    <a:pt x="10191" y="862"/>
                    <a:pt x="10074" y="782"/>
                  </a:cubicBezTo>
                  <a:cubicBezTo>
                    <a:pt x="9778" y="580"/>
                    <a:pt x="9412" y="460"/>
                    <a:pt x="8996" y="460"/>
                  </a:cubicBezTo>
                  <a:cubicBezTo>
                    <a:pt x="8497" y="460"/>
                    <a:pt x="7926" y="633"/>
                    <a:pt x="7319" y="1047"/>
                  </a:cubicBezTo>
                  <a:cubicBezTo>
                    <a:pt x="7319" y="1047"/>
                    <a:pt x="0" y="6499"/>
                    <a:pt x="1659" y="6676"/>
                  </a:cubicBezTo>
                  <a:cubicBezTo>
                    <a:pt x="1960" y="6708"/>
                    <a:pt x="2230" y="6723"/>
                    <a:pt x="2475" y="6723"/>
                  </a:cubicBezTo>
                  <a:cubicBezTo>
                    <a:pt x="3581" y="6723"/>
                    <a:pt x="4179" y="6428"/>
                    <a:pt x="4858" y="6114"/>
                  </a:cubicBezTo>
                  <a:cubicBezTo>
                    <a:pt x="5687" y="5728"/>
                    <a:pt x="8709" y="3566"/>
                    <a:pt x="8955" y="3388"/>
                  </a:cubicBezTo>
                  <a:cubicBezTo>
                    <a:pt x="9201" y="3210"/>
                    <a:pt x="10576" y="2143"/>
                    <a:pt x="10576" y="2143"/>
                  </a:cubicBezTo>
                  <a:cubicBezTo>
                    <a:pt x="10576" y="2143"/>
                    <a:pt x="10605" y="1961"/>
                    <a:pt x="10579" y="1721"/>
                  </a:cubicBezTo>
                  <a:cubicBezTo>
                    <a:pt x="10838" y="1598"/>
                    <a:pt x="11063" y="1490"/>
                    <a:pt x="11251" y="1403"/>
                  </a:cubicBezTo>
                  <a:cubicBezTo>
                    <a:pt x="12026" y="1037"/>
                    <a:pt x="12218" y="531"/>
                    <a:pt x="12103" y="58"/>
                  </a:cubicBezTo>
                  <a:cubicBezTo>
                    <a:pt x="12026" y="18"/>
                    <a:pt x="11950" y="1"/>
                    <a:pt x="11873" y="1"/>
                  </a:cubicBez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40"/>
            <p:cNvSpPr/>
            <p:nvPr/>
          </p:nvSpPr>
          <p:spPr>
            <a:xfrm>
              <a:off x="6794286" y="3141076"/>
              <a:ext cx="627374" cy="405857"/>
            </a:xfrm>
            <a:custGeom>
              <a:avLst/>
              <a:gdLst/>
              <a:ahLst/>
              <a:cxnLst/>
              <a:rect l="l" t="t" r="r" b="b"/>
              <a:pathLst>
                <a:path w="14648" h="9476" extrusionOk="0">
                  <a:moveTo>
                    <a:pt x="12859" y="1"/>
                  </a:moveTo>
                  <a:cubicBezTo>
                    <a:pt x="12532" y="1"/>
                    <a:pt x="12174" y="97"/>
                    <a:pt x="11808" y="333"/>
                  </a:cubicBezTo>
                  <a:cubicBezTo>
                    <a:pt x="10819" y="970"/>
                    <a:pt x="9504" y="2230"/>
                    <a:pt x="8695" y="3094"/>
                  </a:cubicBezTo>
                  <a:lnTo>
                    <a:pt x="1" y="9222"/>
                  </a:lnTo>
                  <a:cubicBezTo>
                    <a:pt x="437" y="9340"/>
                    <a:pt x="1299" y="9475"/>
                    <a:pt x="2256" y="9475"/>
                  </a:cubicBezTo>
                  <a:cubicBezTo>
                    <a:pt x="2927" y="9475"/>
                    <a:pt x="3646" y="9409"/>
                    <a:pt x="4296" y="9222"/>
                  </a:cubicBezTo>
                  <a:cubicBezTo>
                    <a:pt x="5873" y="8771"/>
                    <a:pt x="7839" y="7530"/>
                    <a:pt x="8681" y="7083"/>
                  </a:cubicBezTo>
                  <a:cubicBezTo>
                    <a:pt x="9524" y="6636"/>
                    <a:pt x="10671" y="5182"/>
                    <a:pt x="11474" y="4567"/>
                  </a:cubicBezTo>
                  <a:cubicBezTo>
                    <a:pt x="12278" y="3950"/>
                    <a:pt x="13352" y="2735"/>
                    <a:pt x="14220" y="1589"/>
                  </a:cubicBezTo>
                  <a:cubicBezTo>
                    <a:pt x="14647" y="1023"/>
                    <a:pt x="13921" y="1"/>
                    <a:pt x="12859"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40"/>
            <p:cNvSpPr/>
            <p:nvPr/>
          </p:nvSpPr>
          <p:spPr>
            <a:xfrm>
              <a:off x="6705244" y="3209046"/>
              <a:ext cx="525995" cy="351206"/>
            </a:xfrm>
            <a:custGeom>
              <a:avLst/>
              <a:gdLst/>
              <a:ahLst/>
              <a:cxnLst/>
              <a:rect l="l" t="t" r="r" b="b"/>
              <a:pathLst>
                <a:path w="12281" h="8200" extrusionOk="0">
                  <a:moveTo>
                    <a:pt x="9988" y="1"/>
                  </a:moveTo>
                  <a:cubicBezTo>
                    <a:pt x="8580" y="1"/>
                    <a:pt x="5229" y="2375"/>
                    <a:pt x="4226" y="3013"/>
                  </a:cubicBezTo>
                  <a:cubicBezTo>
                    <a:pt x="3204" y="3666"/>
                    <a:pt x="863" y="4611"/>
                    <a:pt x="1" y="5265"/>
                  </a:cubicBezTo>
                  <a:lnTo>
                    <a:pt x="2278" y="8199"/>
                  </a:lnTo>
                  <a:cubicBezTo>
                    <a:pt x="4226" y="7647"/>
                    <a:pt x="4749" y="6378"/>
                    <a:pt x="5665" y="6077"/>
                  </a:cubicBezTo>
                  <a:cubicBezTo>
                    <a:pt x="6581" y="5776"/>
                    <a:pt x="7763" y="4269"/>
                    <a:pt x="8666" y="3717"/>
                  </a:cubicBezTo>
                  <a:cubicBezTo>
                    <a:pt x="9569" y="3164"/>
                    <a:pt x="11277" y="2613"/>
                    <a:pt x="11779" y="1860"/>
                  </a:cubicBezTo>
                  <a:cubicBezTo>
                    <a:pt x="12280" y="1107"/>
                    <a:pt x="11427" y="102"/>
                    <a:pt x="10071" y="4"/>
                  </a:cubicBezTo>
                  <a:cubicBezTo>
                    <a:pt x="10044" y="2"/>
                    <a:pt x="10016" y="1"/>
                    <a:pt x="9988"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40"/>
            <p:cNvSpPr/>
            <p:nvPr/>
          </p:nvSpPr>
          <p:spPr>
            <a:xfrm>
              <a:off x="6353914" y="3081286"/>
              <a:ext cx="402816" cy="500897"/>
            </a:xfrm>
            <a:custGeom>
              <a:avLst/>
              <a:gdLst/>
              <a:ahLst/>
              <a:cxnLst/>
              <a:rect l="l" t="t" r="r" b="b"/>
              <a:pathLst>
                <a:path w="9405" h="11695" extrusionOk="0">
                  <a:moveTo>
                    <a:pt x="3170" y="0"/>
                  </a:moveTo>
                  <a:cubicBezTo>
                    <a:pt x="3146" y="490"/>
                    <a:pt x="3035" y="1767"/>
                    <a:pt x="2541" y="3032"/>
                  </a:cubicBezTo>
                  <a:cubicBezTo>
                    <a:pt x="1981" y="4462"/>
                    <a:pt x="1128" y="5404"/>
                    <a:pt x="1" y="5828"/>
                  </a:cubicBezTo>
                  <a:lnTo>
                    <a:pt x="103" y="6095"/>
                  </a:lnTo>
                  <a:cubicBezTo>
                    <a:pt x="753" y="5851"/>
                    <a:pt x="1324" y="5441"/>
                    <a:pt x="1804" y="4875"/>
                  </a:cubicBezTo>
                  <a:cubicBezTo>
                    <a:pt x="2204" y="4403"/>
                    <a:pt x="2541" y="3818"/>
                    <a:pt x="2807" y="3138"/>
                  </a:cubicBezTo>
                  <a:cubicBezTo>
                    <a:pt x="3317" y="1832"/>
                    <a:pt x="3429" y="519"/>
                    <a:pt x="3455" y="15"/>
                  </a:cubicBezTo>
                  <a:lnTo>
                    <a:pt x="3170" y="0"/>
                  </a:lnTo>
                  <a:close/>
                  <a:moveTo>
                    <a:pt x="7557" y="2126"/>
                  </a:moveTo>
                  <a:lnTo>
                    <a:pt x="7279" y="2194"/>
                  </a:lnTo>
                  <a:cubicBezTo>
                    <a:pt x="7292" y="2245"/>
                    <a:pt x="7311" y="2446"/>
                    <a:pt x="7033" y="2910"/>
                  </a:cubicBezTo>
                  <a:cubicBezTo>
                    <a:pt x="6817" y="3270"/>
                    <a:pt x="6494" y="3670"/>
                    <a:pt x="6094" y="4070"/>
                  </a:cubicBezTo>
                  <a:cubicBezTo>
                    <a:pt x="5529" y="4637"/>
                    <a:pt x="4328" y="5673"/>
                    <a:pt x="2660" y="6248"/>
                  </a:cubicBezTo>
                  <a:lnTo>
                    <a:pt x="2753" y="6518"/>
                  </a:lnTo>
                  <a:cubicBezTo>
                    <a:pt x="4473" y="5928"/>
                    <a:pt x="5712" y="4858"/>
                    <a:pt x="6295" y="4272"/>
                  </a:cubicBezTo>
                  <a:cubicBezTo>
                    <a:pt x="6712" y="3856"/>
                    <a:pt x="7049" y="3434"/>
                    <a:pt x="7279" y="3055"/>
                  </a:cubicBezTo>
                  <a:cubicBezTo>
                    <a:pt x="7516" y="2658"/>
                    <a:pt x="7611" y="2344"/>
                    <a:pt x="7557" y="2126"/>
                  </a:cubicBezTo>
                  <a:close/>
                  <a:moveTo>
                    <a:pt x="9275" y="3724"/>
                  </a:moveTo>
                  <a:cubicBezTo>
                    <a:pt x="8890" y="3916"/>
                    <a:pt x="8370" y="4298"/>
                    <a:pt x="7845" y="4766"/>
                  </a:cubicBezTo>
                  <a:cubicBezTo>
                    <a:pt x="7409" y="5157"/>
                    <a:pt x="6763" y="5797"/>
                    <a:pt x="6167" y="6626"/>
                  </a:cubicBezTo>
                  <a:cubicBezTo>
                    <a:pt x="5271" y="7870"/>
                    <a:pt x="4331" y="9759"/>
                    <a:pt x="4949" y="11694"/>
                  </a:cubicBezTo>
                  <a:lnTo>
                    <a:pt x="5223" y="11608"/>
                  </a:lnTo>
                  <a:cubicBezTo>
                    <a:pt x="4643" y="9787"/>
                    <a:pt x="5543" y="7985"/>
                    <a:pt x="6401" y="6794"/>
                  </a:cubicBezTo>
                  <a:cubicBezTo>
                    <a:pt x="7474" y="5304"/>
                    <a:pt x="8813" y="4278"/>
                    <a:pt x="9405" y="3980"/>
                  </a:cubicBezTo>
                  <a:lnTo>
                    <a:pt x="9275" y="3724"/>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0"/>
            <p:cNvSpPr/>
            <p:nvPr/>
          </p:nvSpPr>
          <p:spPr>
            <a:xfrm>
              <a:off x="5237265" y="3209175"/>
              <a:ext cx="2160559" cy="544284"/>
            </a:xfrm>
            <a:custGeom>
              <a:avLst/>
              <a:gdLst/>
              <a:ahLst/>
              <a:cxnLst/>
              <a:rect l="l" t="t" r="r" b="b"/>
              <a:pathLst>
                <a:path w="50445" h="12708" extrusionOk="0">
                  <a:moveTo>
                    <a:pt x="49778" y="1"/>
                  </a:moveTo>
                  <a:cubicBezTo>
                    <a:pt x="49720" y="1"/>
                    <a:pt x="49660" y="4"/>
                    <a:pt x="49600" y="11"/>
                  </a:cubicBezTo>
                  <a:cubicBezTo>
                    <a:pt x="48780" y="107"/>
                    <a:pt x="48355" y="930"/>
                    <a:pt x="47867" y="1545"/>
                  </a:cubicBezTo>
                  <a:cubicBezTo>
                    <a:pt x="46445" y="3329"/>
                    <a:pt x="43323" y="5319"/>
                    <a:pt x="41133" y="5319"/>
                  </a:cubicBezTo>
                  <a:cubicBezTo>
                    <a:pt x="41113" y="5319"/>
                    <a:pt x="41094" y="5319"/>
                    <a:pt x="41074" y="5319"/>
                  </a:cubicBezTo>
                  <a:cubicBezTo>
                    <a:pt x="41715" y="4759"/>
                    <a:pt x="42380" y="4054"/>
                    <a:pt x="42940" y="3712"/>
                  </a:cubicBezTo>
                  <a:cubicBezTo>
                    <a:pt x="43842" y="3160"/>
                    <a:pt x="45551" y="2607"/>
                    <a:pt x="46052" y="1854"/>
                  </a:cubicBezTo>
                  <a:cubicBezTo>
                    <a:pt x="46052" y="1854"/>
                    <a:pt x="46052" y="1853"/>
                    <a:pt x="46054" y="1853"/>
                  </a:cubicBezTo>
                  <a:cubicBezTo>
                    <a:pt x="45922" y="1763"/>
                    <a:pt x="45747" y="1673"/>
                    <a:pt x="45517" y="1582"/>
                  </a:cubicBezTo>
                  <a:cubicBezTo>
                    <a:pt x="45339" y="1512"/>
                    <a:pt x="45151" y="1481"/>
                    <a:pt x="44960" y="1481"/>
                  </a:cubicBezTo>
                  <a:cubicBezTo>
                    <a:pt x="43948" y="1481"/>
                    <a:pt x="42819" y="2343"/>
                    <a:pt x="42200" y="2762"/>
                  </a:cubicBezTo>
                  <a:cubicBezTo>
                    <a:pt x="41458" y="3262"/>
                    <a:pt x="38885" y="4697"/>
                    <a:pt x="37578" y="5342"/>
                  </a:cubicBezTo>
                  <a:cubicBezTo>
                    <a:pt x="36691" y="5780"/>
                    <a:pt x="36240" y="5886"/>
                    <a:pt x="35674" y="6075"/>
                  </a:cubicBezTo>
                  <a:cubicBezTo>
                    <a:pt x="34766" y="6183"/>
                    <a:pt x="33072" y="6696"/>
                    <a:pt x="31878" y="7176"/>
                  </a:cubicBezTo>
                  <a:cubicBezTo>
                    <a:pt x="30138" y="7876"/>
                    <a:pt x="28878" y="8111"/>
                    <a:pt x="27886" y="8111"/>
                  </a:cubicBezTo>
                  <a:cubicBezTo>
                    <a:pt x="26294" y="8111"/>
                    <a:pt x="25390" y="7505"/>
                    <a:pt x="24298" y="7241"/>
                  </a:cubicBezTo>
                  <a:cubicBezTo>
                    <a:pt x="24008" y="7171"/>
                    <a:pt x="23707" y="7140"/>
                    <a:pt x="23394" y="7140"/>
                  </a:cubicBezTo>
                  <a:cubicBezTo>
                    <a:pt x="20575" y="7140"/>
                    <a:pt x="16798" y="9691"/>
                    <a:pt x="12139" y="9691"/>
                  </a:cubicBezTo>
                  <a:cubicBezTo>
                    <a:pt x="11743" y="9691"/>
                    <a:pt x="11341" y="9673"/>
                    <a:pt x="10932" y="9633"/>
                  </a:cubicBezTo>
                  <a:cubicBezTo>
                    <a:pt x="10932" y="9633"/>
                    <a:pt x="4244" y="8804"/>
                    <a:pt x="560" y="8608"/>
                  </a:cubicBezTo>
                  <a:lnTo>
                    <a:pt x="0" y="12708"/>
                  </a:lnTo>
                  <a:cubicBezTo>
                    <a:pt x="0" y="12708"/>
                    <a:pt x="14666" y="12648"/>
                    <a:pt x="16575" y="12147"/>
                  </a:cubicBezTo>
                  <a:cubicBezTo>
                    <a:pt x="18482" y="11645"/>
                    <a:pt x="21345" y="11244"/>
                    <a:pt x="24258" y="11143"/>
                  </a:cubicBezTo>
                  <a:cubicBezTo>
                    <a:pt x="27172" y="11043"/>
                    <a:pt x="31288" y="10691"/>
                    <a:pt x="33190" y="10140"/>
                  </a:cubicBezTo>
                  <a:cubicBezTo>
                    <a:pt x="34971" y="9623"/>
                    <a:pt x="35673" y="8941"/>
                    <a:pt x="36550" y="8196"/>
                  </a:cubicBezTo>
                  <a:cubicBezTo>
                    <a:pt x="36910" y="8092"/>
                    <a:pt x="37224" y="7965"/>
                    <a:pt x="37498" y="7826"/>
                  </a:cubicBezTo>
                  <a:cubicBezTo>
                    <a:pt x="37834" y="7861"/>
                    <a:pt x="38209" y="7883"/>
                    <a:pt x="38600" y="7883"/>
                  </a:cubicBezTo>
                  <a:cubicBezTo>
                    <a:pt x="39273" y="7883"/>
                    <a:pt x="39994" y="7816"/>
                    <a:pt x="40647" y="7629"/>
                  </a:cubicBezTo>
                  <a:cubicBezTo>
                    <a:pt x="42223" y="7176"/>
                    <a:pt x="44190" y="5937"/>
                    <a:pt x="45033" y="5489"/>
                  </a:cubicBezTo>
                  <a:cubicBezTo>
                    <a:pt x="45874" y="5043"/>
                    <a:pt x="47022" y="3587"/>
                    <a:pt x="47826" y="2972"/>
                  </a:cubicBezTo>
                  <a:cubicBezTo>
                    <a:pt x="48591" y="2385"/>
                    <a:pt x="49601" y="1258"/>
                    <a:pt x="50445" y="163"/>
                  </a:cubicBezTo>
                  <a:cubicBezTo>
                    <a:pt x="50251" y="59"/>
                    <a:pt x="50024" y="1"/>
                    <a:pt x="49778" y="1"/>
                  </a:cubicBez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0"/>
            <p:cNvSpPr/>
            <p:nvPr/>
          </p:nvSpPr>
          <p:spPr>
            <a:xfrm>
              <a:off x="6785335" y="3176924"/>
              <a:ext cx="484964" cy="213208"/>
            </a:xfrm>
            <a:custGeom>
              <a:avLst/>
              <a:gdLst/>
              <a:ahLst/>
              <a:cxnLst/>
              <a:rect l="l" t="t" r="r" b="b"/>
              <a:pathLst>
                <a:path w="11323" h="4978" extrusionOk="0">
                  <a:moveTo>
                    <a:pt x="11322" y="0"/>
                  </a:moveTo>
                  <a:cubicBezTo>
                    <a:pt x="11322" y="1"/>
                    <a:pt x="9781" y="322"/>
                    <a:pt x="9277" y="322"/>
                  </a:cubicBezTo>
                  <a:cubicBezTo>
                    <a:pt x="9245" y="322"/>
                    <a:pt x="9217" y="320"/>
                    <a:pt x="9194" y="317"/>
                  </a:cubicBezTo>
                  <a:cubicBezTo>
                    <a:pt x="8810" y="272"/>
                    <a:pt x="8065" y="175"/>
                    <a:pt x="8065" y="175"/>
                  </a:cubicBezTo>
                  <a:cubicBezTo>
                    <a:pt x="8065" y="175"/>
                    <a:pt x="1284" y="3228"/>
                    <a:pt x="1" y="4977"/>
                  </a:cubicBezTo>
                  <a:cubicBezTo>
                    <a:pt x="1" y="4977"/>
                    <a:pt x="1651" y="4202"/>
                    <a:pt x="2131" y="3900"/>
                  </a:cubicBezTo>
                  <a:cubicBezTo>
                    <a:pt x="2610" y="3597"/>
                    <a:pt x="6340" y="848"/>
                    <a:pt x="7892" y="768"/>
                  </a:cubicBezTo>
                  <a:cubicBezTo>
                    <a:pt x="7973" y="764"/>
                    <a:pt x="8051" y="762"/>
                    <a:pt x="8125" y="762"/>
                  </a:cubicBezTo>
                  <a:cubicBezTo>
                    <a:pt x="9475" y="762"/>
                    <a:pt x="9732" y="1415"/>
                    <a:pt x="9732" y="1415"/>
                  </a:cubicBezTo>
                  <a:lnTo>
                    <a:pt x="11322" y="0"/>
                  </a:ln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0"/>
            <p:cNvSpPr/>
            <p:nvPr/>
          </p:nvSpPr>
          <p:spPr>
            <a:xfrm>
              <a:off x="4934932" y="3140990"/>
              <a:ext cx="561287" cy="713376"/>
            </a:xfrm>
            <a:custGeom>
              <a:avLst/>
              <a:gdLst/>
              <a:ahLst/>
              <a:cxnLst/>
              <a:rect l="l" t="t" r="r" b="b"/>
              <a:pathLst>
                <a:path w="13105" h="16656" extrusionOk="0">
                  <a:moveTo>
                    <a:pt x="0" y="1"/>
                  </a:moveTo>
                  <a:lnTo>
                    <a:pt x="0" y="16655"/>
                  </a:lnTo>
                  <a:lnTo>
                    <a:pt x="13104" y="16655"/>
                  </a:lnTo>
                  <a:cubicBezTo>
                    <a:pt x="13104" y="16655"/>
                    <a:pt x="11021" y="13115"/>
                    <a:pt x="10876" y="9403"/>
                  </a:cubicBezTo>
                  <a:cubicBezTo>
                    <a:pt x="10732" y="5690"/>
                    <a:pt x="13104" y="1593"/>
                    <a:pt x="13104" y="1593"/>
                  </a:cubicBezTo>
                  <a:lnTo>
                    <a:pt x="0" y="1"/>
                  </a:lnTo>
                  <a:close/>
                </a:path>
              </a:pathLst>
            </a:custGeom>
            <a:gradFill>
              <a:gsLst>
                <a:gs pos="0">
                  <a:schemeClr val="lt2"/>
                </a:gs>
                <a:gs pos="100000">
                  <a:schemeClr val="accent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0"/>
            <p:cNvSpPr/>
            <p:nvPr/>
          </p:nvSpPr>
          <p:spPr>
            <a:xfrm>
              <a:off x="6129016" y="2703101"/>
              <a:ext cx="1155982" cy="603089"/>
            </a:xfrm>
            <a:custGeom>
              <a:avLst/>
              <a:gdLst/>
              <a:ahLst/>
              <a:cxnLst/>
              <a:rect l="l" t="t" r="r" b="b"/>
              <a:pathLst>
                <a:path w="26990" h="14081" extrusionOk="0">
                  <a:moveTo>
                    <a:pt x="767" y="1"/>
                  </a:moveTo>
                  <a:cubicBezTo>
                    <a:pt x="208" y="723"/>
                    <a:pt x="0" y="1690"/>
                    <a:pt x="166" y="2587"/>
                  </a:cubicBezTo>
                  <a:cubicBezTo>
                    <a:pt x="230" y="2930"/>
                    <a:pt x="346" y="3260"/>
                    <a:pt x="519" y="3564"/>
                  </a:cubicBezTo>
                  <a:cubicBezTo>
                    <a:pt x="1084" y="4550"/>
                    <a:pt x="2206" y="5181"/>
                    <a:pt x="3338" y="5181"/>
                  </a:cubicBezTo>
                  <a:cubicBezTo>
                    <a:pt x="3463" y="5181"/>
                    <a:pt x="3588" y="5174"/>
                    <a:pt x="3712" y="5158"/>
                  </a:cubicBezTo>
                  <a:cubicBezTo>
                    <a:pt x="3853" y="5795"/>
                    <a:pt x="4281" y="6362"/>
                    <a:pt x="4854" y="6673"/>
                  </a:cubicBezTo>
                  <a:cubicBezTo>
                    <a:pt x="5187" y="6853"/>
                    <a:pt x="5569" y="6946"/>
                    <a:pt x="5951" y="6946"/>
                  </a:cubicBezTo>
                  <a:cubicBezTo>
                    <a:pt x="6220" y="6946"/>
                    <a:pt x="6489" y="6900"/>
                    <a:pt x="6741" y="6806"/>
                  </a:cubicBezTo>
                  <a:cubicBezTo>
                    <a:pt x="6760" y="8112"/>
                    <a:pt x="7482" y="9386"/>
                    <a:pt x="8593" y="10070"/>
                  </a:cubicBezTo>
                  <a:cubicBezTo>
                    <a:pt x="9206" y="10450"/>
                    <a:pt x="9927" y="10643"/>
                    <a:pt x="10648" y="10643"/>
                  </a:cubicBezTo>
                  <a:cubicBezTo>
                    <a:pt x="11232" y="10643"/>
                    <a:pt x="11815" y="10517"/>
                    <a:pt x="12341" y="10261"/>
                  </a:cubicBezTo>
                  <a:cubicBezTo>
                    <a:pt x="13243" y="11270"/>
                    <a:pt x="13718" y="12696"/>
                    <a:pt x="13750" y="14048"/>
                  </a:cubicBezTo>
                  <a:cubicBezTo>
                    <a:pt x="13929" y="14070"/>
                    <a:pt x="14110" y="14080"/>
                    <a:pt x="14292" y="14080"/>
                  </a:cubicBezTo>
                  <a:cubicBezTo>
                    <a:pt x="14788" y="14080"/>
                    <a:pt x="15288" y="14001"/>
                    <a:pt x="15752" y="13845"/>
                  </a:cubicBezTo>
                  <a:cubicBezTo>
                    <a:pt x="15948" y="12706"/>
                    <a:pt x="15855" y="11521"/>
                    <a:pt x="15467" y="10433"/>
                  </a:cubicBezTo>
                  <a:lnTo>
                    <a:pt x="15467" y="10433"/>
                  </a:lnTo>
                  <a:cubicBezTo>
                    <a:pt x="16017" y="10820"/>
                    <a:pt x="16698" y="11025"/>
                    <a:pt x="17371" y="11025"/>
                  </a:cubicBezTo>
                  <a:cubicBezTo>
                    <a:pt x="17467" y="11025"/>
                    <a:pt x="17562" y="11021"/>
                    <a:pt x="17657" y="11013"/>
                  </a:cubicBezTo>
                  <a:cubicBezTo>
                    <a:pt x="18421" y="10944"/>
                    <a:pt x="19160" y="10601"/>
                    <a:pt x="19699" y="10056"/>
                  </a:cubicBezTo>
                  <a:cubicBezTo>
                    <a:pt x="20488" y="10469"/>
                    <a:pt x="21383" y="10700"/>
                    <a:pt x="22269" y="10700"/>
                  </a:cubicBezTo>
                  <a:cubicBezTo>
                    <a:pt x="22877" y="10700"/>
                    <a:pt x="23481" y="10592"/>
                    <a:pt x="24045" y="10360"/>
                  </a:cubicBezTo>
                  <a:cubicBezTo>
                    <a:pt x="24808" y="10046"/>
                    <a:pt x="25484" y="9538"/>
                    <a:pt x="26012" y="8909"/>
                  </a:cubicBezTo>
                  <a:cubicBezTo>
                    <a:pt x="26448" y="8391"/>
                    <a:pt x="26784" y="7794"/>
                    <a:pt x="26989" y="7150"/>
                  </a:cubicBezTo>
                  <a:cubicBezTo>
                    <a:pt x="25060" y="5150"/>
                    <a:pt x="22689" y="3512"/>
                    <a:pt x="20089" y="2531"/>
                  </a:cubicBezTo>
                  <a:cubicBezTo>
                    <a:pt x="16619" y="1222"/>
                    <a:pt x="12856" y="966"/>
                    <a:pt x="9153" y="723"/>
                  </a:cubicBezTo>
                  <a:cubicBezTo>
                    <a:pt x="6316" y="540"/>
                    <a:pt x="3605" y="188"/>
                    <a:pt x="767" y="1"/>
                  </a:cubicBezTo>
                  <a:close/>
                </a:path>
              </a:pathLst>
            </a:custGeom>
            <a:solidFill>
              <a:srgbClr val="CA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40"/>
            <p:cNvSpPr/>
            <p:nvPr/>
          </p:nvSpPr>
          <p:spPr>
            <a:xfrm>
              <a:off x="5982540" y="2010076"/>
              <a:ext cx="1453136" cy="1053190"/>
            </a:xfrm>
            <a:custGeom>
              <a:avLst/>
              <a:gdLst/>
              <a:ahLst/>
              <a:cxnLst/>
              <a:rect l="l" t="t" r="r" b="b"/>
              <a:pathLst>
                <a:path w="33928" h="24590" extrusionOk="0">
                  <a:moveTo>
                    <a:pt x="15021" y="0"/>
                  </a:moveTo>
                  <a:cubicBezTo>
                    <a:pt x="14966" y="0"/>
                    <a:pt x="14911" y="1"/>
                    <a:pt x="14857" y="3"/>
                  </a:cubicBezTo>
                  <a:cubicBezTo>
                    <a:pt x="13585" y="43"/>
                    <a:pt x="12443" y="654"/>
                    <a:pt x="11508" y="1518"/>
                  </a:cubicBezTo>
                  <a:cubicBezTo>
                    <a:pt x="11504" y="1515"/>
                    <a:pt x="11501" y="1513"/>
                    <a:pt x="11498" y="1513"/>
                  </a:cubicBezTo>
                  <a:cubicBezTo>
                    <a:pt x="11379" y="1445"/>
                    <a:pt x="11257" y="1380"/>
                    <a:pt x="11133" y="1321"/>
                  </a:cubicBezTo>
                  <a:cubicBezTo>
                    <a:pt x="10293" y="914"/>
                    <a:pt x="9357" y="708"/>
                    <a:pt x="8421" y="708"/>
                  </a:cubicBezTo>
                  <a:cubicBezTo>
                    <a:pt x="7541" y="708"/>
                    <a:pt x="6661" y="890"/>
                    <a:pt x="5862" y="1257"/>
                  </a:cubicBezTo>
                  <a:cubicBezTo>
                    <a:pt x="4083" y="2075"/>
                    <a:pt x="2739" y="3780"/>
                    <a:pt x="2378" y="5702"/>
                  </a:cubicBezTo>
                  <a:cubicBezTo>
                    <a:pt x="2374" y="5705"/>
                    <a:pt x="2366" y="5705"/>
                    <a:pt x="2363" y="5706"/>
                  </a:cubicBezTo>
                  <a:cubicBezTo>
                    <a:pt x="2218" y="5746"/>
                    <a:pt x="2076" y="5795"/>
                    <a:pt x="1939" y="5858"/>
                  </a:cubicBezTo>
                  <a:cubicBezTo>
                    <a:pt x="1485" y="6064"/>
                    <a:pt x="1088" y="6403"/>
                    <a:pt x="819" y="6822"/>
                  </a:cubicBezTo>
                  <a:cubicBezTo>
                    <a:pt x="466" y="7373"/>
                    <a:pt x="331" y="8060"/>
                    <a:pt x="449" y="8703"/>
                  </a:cubicBezTo>
                  <a:cubicBezTo>
                    <a:pt x="520" y="9081"/>
                    <a:pt x="796" y="9392"/>
                    <a:pt x="1116" y="9603"/>
                  </a:cubicBezTo>
                  <a:cubicBezTo>
                    <a:pt x="707" y="10136"/>
                    <a:pt x="425" y="10762"/>
                    <a:pt x="279" y="11419"/>
                  </a:cubicBezTo>
                  <a:cubicBezTo>
                    <a:pt x="1" y="12630"/>
                    <a:pt x="175" y="13949"/>
                    <a:pt x="818" y="15014"/>
                  </a:cubicBezTo>
                  <a:cubicBezTo>
                    <a:pt x="1672" y="16431"/>
                    <a:pt x="3318" y="17260"/>
                    <a:pt x="4967" y="17260"/>
                  </a:cubicBezTo>
                  <a:cubicBezTo>
                    <a:pt x="5234" y="17260"/>
                    <a:pt x="5502" y="17238"/>
                    <a:pt x="5766" y="17194"/>
                  </a:cubicBezTo>
                  <a:cubicBezTo>
                    <a:pt x="5773" y="18408"/>
                    <a:pt x="6430" y="19598"/>
                    <a:pt x="7452" y="20253"/>
                  </a:cubicBezTo>
                  <a:cubicBezTo>
                    <a:pt x="8054" y="20640"/>
                    <a:pt x="8731" y="20844"/>
                    <a:pt x="9413" y="20844"/>
                  </a:cubicBezTo>
                  <a:cubicBezTo>
                    <a:pt x="9758" y="20844"/>
                    <a:pt x="10104" y="20791"/>
                    <a:pt x="10441" y="20684"/>
                  </a:cubicBezTo>
                  <a:cubicBezTo>
                    <a:pt x="10566" y="20648"/>
                    <a:pt x="10690" y="20602"/>
                    <a:pt x="10812" y="20545"/>
                  </a:cubicBezTo>
                  <a:cubicBezTo>
                    <a:pt x="10813" y="20545"/>
                    <a:pt x="10815" y="20543"/>
                    <a:pt x="10818" y="20543"/>
                  </a:cubicBezTo>
                  <a:cubicBezTo>
                    <a:pt x="11430" y="22316"/>
                    <a:pt x="12949" y="23744"/>
                    <a:pt x="14755" y="24245"/>
                  </a:cubicBezTo>
                  <a:cubicBezTo>
                    <a:pt x="15247" y="24381"/>
                    <a:pt x="15756" y="24447"/>
                    <a:pt x="16266" y="24447"/>
                  </a:cubicBezTo>
                  <a:cubicBezTo>
                    <a:pt x="17493" y="24447"/>
                    <a:pt x="18723" y="24063"/>
                    <a:pt x="19719" y="23345"/>
                  </a:cubicBezTo>
                  <a:cubicBezTo>
                    <a:pt x="19828" y="23268"/>
                    <a:pt x="19929" y="23188"/>
                    <a:pt x="20033" y="23101"/>
                  </a:cubicBezTo>
                  <a:cubicBezTo>
                    <a:pt x="20036" y="23101"/>
                    <a:pt x="20036" y="23101"/>
                    <a:pt x="20037" y="23098"/>
                  </a:cubicBezTo>
                  <a:cubicBezTo>
                    <a:pt x="20592" y="23640"/>
                    <a:pt x="21360" y="23953"/>
                    <a:pt x="22136" y="23956"/>
                  </a:cubicBezTo>
                  <a:cubicBezTo>
                    <a:pt x="22140" y="23956"/>
                    <a:pt x="22144" y="23956"/>
                    <a:pt x="22148" y="23956"/>
                  </a:cubicBezTo>
                  <a:cubicBezTo>
                    <a:pt x="22920" y="23956"/>
                    <a:pt x="23699" y="23539"/>
                    <a:pt x="24256" y="23008"/>
                  </a:cubicBezTo>
                  <a:cubicBezTo>
                    <a:pt x="25157" y="24017"/>
                    <a:pt x="26510" y="24590"/>
                    <a:pt x="27858" y="24590"/>
                  </a:cubicBezTo>
                  <a:cubicBezTo>
                    <a:pt x="28250" y="24590"/>
                    <a:pt x="28642" y="24542"/>
                    <a:pt x="29022" y="24441"/>
                  </a:cubicBezTo>
                  <a:cubicBezTo>
                    <a:pt x="30710" y="23996"/>
                    <a:pt x="32093" y="22551"/>
                    <a:pt x="32461" y="20844"/>
                  </a:cubicBezTo>
                  <a:cubicBezTo>
                    <a:pt x="33435" y="20065"/>
                    <a:pt x="33922" y="19113"/>
                    <a:pt x="33926" y="17868"/>
                  </a:cubicBezTo>
                  <a:cubicBezTo>
                    <a:pt x="33928" y="16965"/>
                    <a:pt x="33660" y="16017"/>
                    <a:pt x="33145" y="15269"/>
                  </a:cubicBezTo>
                  <a:cubicBezTo>
                    <a:pt x="32951" y="14982"/>
                    <a:pt x="32718" y="14726"/>
                    <a:pt x="32452" y="14510"/>
                  </a:cubicBezTo>
                  <a:cubicBezTo>
                    <a:pt x="32453" y="14508"/>
                    <a:pt x="32453" y="14505"/>
                    <a:pt x="32455" y="14504"/>
                  </a:cubicBezTo>
                  <a:cubicBezTo>
                    <a:pt x="32529" y="14396"/>
                    <a:pt x="32597" y="14284"/>
                    <a:pt x="32653" y="14167"/>
                  </a:cubicBezTo>
                  <a:cubicBezTo>
                    <a:pt x="32970" y="13517"/>
                    <a:pt x="33038" y="12746"/>
                    <a:pt x="32823" y="12056"/>
                  </a:cubicBezTo>
                  <a:cubicBezTo>
                    <a:pt x="32570" y="11238"/>
                    <a:pt x="31921" y="10561"/>
                    <a:pt x="31119" y="10256"/>
                  </a:cubicBezTo>
                  <a:cubicBezTo>
                    <a:pt x="31311" y="9159"/>
                    <a:pt x="31036" y="7988"/>
                    <a:pt x="30376" y="7091"/>
                  </a:cubicBezTo>
                  <a:cubicBezTo>
                    <a:pt x="29714" y="6193"/>
                    <a:pt x="28742" y="5509"/>
                    <a:pt x="27640" y="5363"/>
                  </a:cubicBezTo>
                  <a:cubicBezTo>
                    <a:pt x="27637" y="5350"/>
                    <a:pt x="27637" y="5334"/>
                    <a:pt x="27635" y="5320"/>
                  </a:cubicBezTo>
                  <a:cubicBezTo>
                    <a:pt x="27621" y="5179"/>
                    <a:pt x="27600" y="5043"/>
                    <a:pt x="27574" y="4907"/>
                  </a:cubicBezTo>
                  <a:cubicBezTo>
                    <a:pt x="27337" y="3717"/>
                    <a:pt x="26580" y="2637"/>
                    <a:pt x="25531" y="2028"/>
                  </a:cubicBezTo>
                  <a:cubicBezTo>
                    <a:pt x="24884" y="1653"/>
                    <a:pt x="24136" y="1464"/>
                    <a:pt x="23389" y="1464"/>
                  </a:cubicBezTo>
                  <a:cubicBezTo>
                    <a:pt x="22771" y="1464"/>
                    <a:pt x="22153" y="1594"/>
                    <a:pt x="21593" y="1855"/>
                  </a:cubicBezTo>
                  <a:cubicBezTo>
                    <a:pt x="21290" y="1311"/>
                    <a:pt x="20742" y="910"/>
                    <a:pt x="20133" y="786"/>
                  </a:cubicBezTo>
                  <a:cubicBezTo>
                    <a:pt x="19994" y="758"/>
                    <a:pt x="19854" y="744"/>
                    <a:pt x="19715" y="744"/>
                  </a:cubicBezTo>
                  <a:cubicBezTo>
                    <a:pt x="19309" y="744"/>
                    <a:pt x="18909" y="862"/>
                    <a:pt x="18563" y="1084"/>
                  </a:cubicBezTo>
                  <a:cubicBezTo>
                    <a:pt x="18519" y="1112"/>
                    <a:pt x="18476" y="1143"/>
                    <a:pt x="18432" y="1176"/>
                  </a:cubicBezTo>
                  <a:cubicBezTo>
                    <a:pt x="18422" y="1183"/>
                    <a:pt x="18410" y="1192"/>
                    <a:pt x="18400" y="1199"/>
                  </a:cubicBezTo>
                  <a:cubicBezTo>
                    <a:pt x="18294" y="1115"/>
                    <a:pt x="18185" y="1032"/>
                    <a:pt x="18074" y="959"/>
                  </a:cubicBezTo>
                  <a:cubicBezTo>
                    <a:pt x="17184" y="342"/>
                    <a:pt x="16104" y="0"/>
                    <a:pt x="15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40"/>
            <p:cNvSpPr/>
            <p:nvPr/>
          </p:nvSpPr>
          <p:spPr>
            <a:xfrm>
              <a:off x="5982540" y="2499104"/>
              <a:ext cx="1453136" cy="564157"/>
            </a:xfrm>
            <a:custGeom>
              <a:avLst/>
              <a:gdLst/>
              <a:ahLst/>
              <a:cxnLst/>
              <a:rect l="l" t="t" r="r" b="b"/>
              <a:pathLst>
                <a:path w="33928" h="13172" extrusionOk="0">
                  <a:moveTo>
                    <a:pt x="279" y="1"/>
                  </a:moveTo>
                  <a:lnTo>
                    <a:pt x="279" y="1"/>
                  </a:lnTo>
                  <a:cubicBezTo>
                    <a:pt x="1" y="1212"/>
                    <a:pt x="175" y="2531"/>
                    <a:pt x="818" y="3596"/>
                  </a:cubicBezTo>
                  <a:cubicBezTo>
                    <a:pt x="1672" y="5013"/>
                    <a:pt x="3318" y="5842"/>
                    <a:pt x="4967" y="5842"/>
                  </a:cubicBezTo>
                  <a:cubicBezTo>
                    <a:pt x="5234" y="5842"/>
                    <a:pt x="5502" y="5820"/>
                    <a:pt x="5766" y="5776"/>
                  </a:cubicBezTo>
                  <a:cubicBezTo>
                    <a:pt x="5773" y="6990"/>
                    <a:pt x="6430" y="8180"/>
                    <a:pt x="7452" y="8835"/>
                  </a:cubicBezTo>
                  <a:cubicBezTo>
                    <a:pt x="8054" y="9222"/>
                    <a:pt x="8731" y="9426"/>
                    <a:pt x="9413" y="9426"/>
                  </a:cubicBezTo>
                  <a:cubicBezTo>
                    <a:pt x="9758" y="9426"/>
                    <a:pt x="10104" y="9373"/>
                    <a:pt x="10441" y="9266"/>
                  </a:cubicBezTo>
                  <a:cubicBezTo>
                    <a:pt x="10566" y="9230"/>
                    <a:pt x="10690" y="9184"/>
                    <a:pt x="10812" y="9127"/>
                  </a:cubicBezTo>
                  <a:cubicBezTo>
                    <a:pt x="10813" y="9127"/>
                    <a:pt x="10815" y="9125"/>
                    <a:pt x="10818" y="9125"/>
                  </a:cubicBezTo>
                  <a:cubicBezTo>
                    <a:pt x="11430" y="10898"/>
                    <a:pt x="12949" y="12326"/>
                    <a:pt x="14755" y="12827"/>
                  </a:cubicBezTo>
                  <a:cubicBezTo>
                    <a:pt x="15247" y="12963"/>
                    <a:pt x="15756" y="13029"/>
                    <a:pt x="16266" y="13029"/>
                  </a:cubicBezTo>
                  <a:cubicBezTo>
                    <a:pt x="17493" y="13029"/>
                    <a:pt x="18723" y="12645"/>
                    <a:pt x="19719" y="11927"/>
                  </a:cubicBezTo>
                  <a:cubicBezTo>
                    <a:pt x="19828" y="11850"/>
                    <a:pt x="19929" y="11770"/>
                    <a:pt x="20033" y="11683"/>
                  </a:cubicBezTo>
                  <a:cubicBezTo>
                    <a:pt x="20036" y="11683"/>
                    <a:pt x="20036" y="11683"/>
                    <a:pt x="20037" y="11680"/>
                  </a:cubicBezTo>
                  <a:cubicBezTo>
                    <a:pt x="20592" y="12222"/>
                    <a:pt x="21360" y="12535"/>
                    <a:pt x="22136" y="12538"/>
                  </a:cubicBezTo>
                  <a:cubicBezTo>
                    <a:pt x="22140" y="12538"/>
                    <a:pt x="22144" y="12538"/>
                    <a:pt x="22148" y="12538"/>
                  </a:cubicBezTo>
                  <a:cubicBezTo>
                    <a:pt x="22920" y="12538"/>
                    <a:pt x="23699" y="12121"/>
                    <a:pt x="24256" y="11590"/>
                  </a:cubicBezTo>
                  <a:cubicBezTo>
                    <a:pt x="25157" y="12599"/>
                    <a:pt x="26510" y="13172"/>
                    <a:pt x="27858" y="13172"/>
                  </a:cubicBezTo>
                  <a:cubicBezTo>
                    <a:pt x="28250" y="13172"/>
                    <a:pt x="28642" y="13124"/>
                    <a:pt x="29022" y="13023"/>
                  </a:cubicBezTo>
                  <a:cubicBezTo>
                    <a:pt x="30710" y="12578"/>
                    <a:pt x="32093" y="11133"/>
                    <a:pt x="32461" y="9426"/>
                  </a:cubicBezTo>
                  <a:cubicBezTo>
                    <a:pt x="33435" y="8647"/>
                    <a:pt x="33922" y="7695"/>
                    <a:pt x="33926" y="6450"/>
                  </a:cubicBezTo>
                  <a:cubicBezTo>
                    <a:pt x="33928" y="5547"/>
                    <a:pt x="33660" y="4599"/>
                    <a:pt x="33140" y="3854"/>
                  </a:cubicBezTo>
                  <a:cubicBezTo>
                    <a:pt x="32892" y="4323"/>
                    <a:pt x="32509" y="4727"/>
                    <a:pt x="32040" y="4983"/>
                  </a:cubicBezTo>
                  <a:cubicBezTo>
                    <a:pt x="31585" y="5236"/>
                    <a:pt x="31105" y="5407"/>
                    <a:pt x="30616" y="5407"/>
                  </a:cubicBezTo>
                  <a:cubicBezTo>
                    <a:pt x="30390" y="5407"/>
                    <a:pt x="30162" y="5370"/>
                    <a:pt x="29934" y="5289"/>
                  </a:cubicBezTo>
                  <a:cubicBezTo>
                    <a:pt x="29413" y="6692"/>
                    <a:pt x="28057" y="7750"/>
                    <a:pt x="26568" y="7911"/>
                  </a:cubicBezTo>
                  <a:cubicBezTo>
                    <a:pt x="26431" y="7926"/>
                    <a:pt x="26294" y="7934"/>
                    <a:pt x="26157" y="7934"/>
                  </a:cubicBezTo>
                  <a:cubicBezTo>
                    <a:pt x="24802" y="7934"/>
                    <a:pt x="23456" y="7217"/>
                    <a:pt x="22720" y="6072"/>
                  </a:cubicBezTo>
                  <a:cubicBezTo>
                    <a:pt x="22535" y="6487"/>
                    <a:pt x="22078" y="6734"/>
                    <a:pt x="21629" y="6734"/>
                  </a:cubicBezTo>
                  <a:cubicBezTo>
                    <a:pt x="21408" y="6734"/>
                    <a:pt x="21189" y="6674"/>
                    <a:pt x="21005" y="6545"/>
                  </a:cubicBezTo>
                  <a:cubicBezTo>
                    <a:pt x="20366" y="7601"/>
                    <a:pt x="19137" y="8254"/>
                    <a:pt x="17910" y="8254"/>
                  </a:cubicBezTo>
                  <a:cubicBezTo>
                    <a:pt x="17647" y="8254"/>
                    <a:pt x="17384" y="8224"/>
                    <a:pt x="17126" y="8162"/>
                  </a:cubicBezTo>
                  <a:cubicBezTo>
                    <a:pt x="15670" y="7808"/>
                    <a:pt x="14521" y="6442"/>
                    <a:pt x="14424" y="4945"/>
                  </a:cubicBezTo>
                  <a:cubicBezTo>
                    <a:pt x="14246" y="5072"/>
                    <a:pt x="14038" y="5129"/>
                    <a:pt x="13826" y="5129"/>
                  </a:cubicBezTo>
                  <a:cubicBezTo>
                    <a:pt x="13255" y="5129"/>
                    <a:pt x="12661" y="4716"/>
                    <a:pt x="12595" y="4133"/>
                  </a:cubicBezTo>
                  <a:cubicBezTo>
                    <a:pt x="12085" y="4459"/>
                    <a:pt x="11481" y="4626"/>
                    <a:pt x="10877" y="4626"/>
                  </a:cubicBezTo>
                  <a:cubicBezTo>
                    <a:pt x="10419" y="4626"/>
                    <a:pt x="9962" y="4530"/>
                    <a:pt x="9547" y="4336"/>
                  </a:cubicBezTo>
                  <a:cubicBezTo>
                    <a:pt x="8583" y="3887"/>
                    <a:pt x="7881" y="2925"/>
                    <a:pt x="7746" y="1870"/>
                  </a:cubicBezTo>
                  <a:cubicBezTo>
                    <a:pt x="6897" y="2674"/>
                    <a:pt x="5724" y="3104"/>
                    <a:pt x="4557" y="3104"/>
                  </a:cubicBezTo>
                  <a:cubicBezTo>
                    <a:pt x="3952" y="3104"/>
                    <a:pt x="3348" y="2988"/>
                    <a:pt x="2792" y="2749"/>
                  </a:cubicBezTo>
                  <a:cubicBezTo>
                    <a:pt x="1618" y="2241"/>
                    <a:pt x="699" y="1205"/>
                    <a:pt x="279"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40"/>
            <p:cNvSpPr/>
            <p:nvPr/>
          </p:nvSpPr>
          <p:spPr>
            <a:xfrm>
              <a:off x="6053894" y="2051150"/>
              <a:ext cx="1327002" cy="958835"/>
            </a:xfrm>
            <a:custGeom>
              <a:avLst/>
              <a:gdLst/>
              <a:ahLst/>
              <a:cxnLst/>
              <a:rect l="l" t="t" r="r" b="b"/>
              <a:pathLst>
                <a:path w="30983" h="22387" extrusionOk="0">
                  <a:moveTo>
                    <a:pt x="16762" y="216"/>
                  </a:moveTo>
                  <a:lnTo>
                    <a:pt x="16762" y="216"/>
                  </a:lnTo>
                  <a:cubicBezTo>
                    <a:pt x="16751" y="223"/>
                    <a:pt x="16741" y="231"/>
                    <a:pt x="16730" y="239"/>
                  </a:cubicBezTo>
                  <a:lnTo>
                    <a:pt x="16730" y="239"/>
                  </a:lnTo>
                  <a:cubicBezTo>
                    <a:pt x="16741" y="232"/>
                    <a:pt x="16751" y="225"/>
                    <a:pt x="16762" y="216"/>
                  </a:cubicBezTo>
                  <a:close/>
                  <a:moveTo>
                    <a:pt x="20252" y="2765"/>
                  </a:moveTo>
                  <a:cubicBezTo>
                    <a:pt x="20013" y="2765"/>
                    <a:pt x="20018" y="3142"/>
                    <a:pt x="20265" y="3155"/>
                  </a:cubicBezTo>
                  <a:cubicBezTo>
                    <a:pt x="20892" y="3183"/>
                    <a:pt x="21490" y="3490"/>
                    <a:pt x="21887" y="3971"/>
                  </a:cubicBezTo>
                  <a:cubicBezTo>
                    <a:pt x="21408" y="4080"/>
                    <a:pt x="20937" y="4224"/>
                    <a:pt x="20481" y="4412"/>
                  </a:cubicBezTo>
                  <a:cubicBezTo>
                    <a:pt x="20276" y="4493"/>
                    <a:pt x="20332" y="4802"/>
                    <a:pt x="20513" y="4802"/>
                  </a:cubicBezTo>
                  <a:cubicBezTo>
                    <a:pt x="20535" y="4802"/>
                    <a:pt x="20560" y="4797"/>
                    <a:pt x="20585" y="4787"/>
                  </a:cubicBezTo>
                  <a:cubicBezTo>
                    <a:pt x="21660" y="4352"/>
                    <a:pt x="22802" y="4133"/>
                    <a:pt x="23948" y="4133"/>
                  </a:cubicBezTo>
                  <a:cubicBezTo>
                    <a:pt x="24624" y="4133"/>
                    <a:pt x="25300" y="4209"/>
                    <a:pt x="25965" y="4362"/>
                  </a:cubicBezTo>
                  <a:cubicBezTo>
                    <a:pt x="25950" y="4223"/>
                    <a:pt x="25931" y="4084"/>
                    <a:pt x="25902" y="3949"/>
                  </a:cubicBezTo>
                  <a:cubicBezTo>
                    <a:pt x="25261" y="3811"/>
                    <a:pt x="24608" y="3742"/>
                    <a:pt x="23955" y="3742"/>
                  </a:cubicBezTo>
                  <a:cubicBezTo>
                    <a:pt x="23402" y="3742"/>
                    <a:pt x="22849" y="3791"/>
                    <a:pt x="22304" y="3888"/>
                  </a:cubicBezTo>
                  <a:cubicBezTo>
                    <a:pt x="21837" y="3224"/>
                    <a:pt x="21077" y="2802"/>
                    <a:pt x="20263" y="2766"/>
                  </a:cubicBezTo>
                  <a:cubicBezTo>
                    <a:pt x="20259" y="2766"/>
                    <a:pt x="20255" y="2765"/>
                    <a:pt x="20252" y="2765"/>
                  </a:cubicBezTo>
                  <a:close/>
                  <a:moveTo>
                    <a:pt x="16402" y="0"/>
                  </a:moveTo>
                  <a:cubicBezTo>
                    <a:pt x="15529" y="706"/>
                    <a:pt x="14976" y="1754"/>
                    <a:pt x="14857" y="2875"/>
                  </a:cubicBezTo>
                  <a:cubicBezTo>
                    <a:pt x="14709" y="4268"/>
                    <a:pt x="15274" y="5666"/>
                    <a:pt x="16221" y="6672"/>
                  </a:cubicBezTo>
                  <a:cubicBezTo>
                    <a:pt x="16261" y="6715"/>
                    <a:pt x="16306" y="6733"/>
                    <a:pt x="16351" y="6733"/>
                  </a:cubicBezTo>
                  <a:cubicBezTo>
                    <a:pt x="16498" y="6733"/>
                    <a:pt x="16631" y="6537"/>
                    <a:pt x="16500" y="6396"/>
                  </a:cubicBezTo>
                  <a:cubicBezTo>
                    <a:pt x="15843" y="5698"/>
                    <a:pt x="15395" y="4806"/>
                    <a:pt x="15264" y="3862"/>
                  </a:cubicBezTo>
                  <a:cubicBezTo>
                    <a:pt x="15280" y="3861"/>
                    <a:pt x="15295" y="3861"/>
                    <a:pt x="15311" y="3853"/>
                  </a:cubicBezTo>
                  <a:cubicBezTo>
                    <a:pt x="15743" y="3680"/>
                    <a:pt x="16203" y="3593"/>
                    <a:pt x="16663" y="3593"/>
                  </a:cubicBezTo>
                  <a:cubicBezTo>
                    <a:pt x="17212" y="3593"/>
                    <a:pt x="17760" y="3718"/>
                    <a:pt x="18259" y="3970"/>
                  </a:cubicBezTo>
                  <a:cubicBezTo>
                    <a:pt x="18291" y="3986"/>
                    <a:pt x="18322" y="3993"/>
                    <a:pt x="18352" y="3993"/>
                  </a:cubicBezTo>
                  <a:cubicBezTo>
                    <a:pt x="18530" y="3993"/>
                    <a:pt x="18650" y="3734"/>
                    <a:pt x="18457" y="3635"/>
                  </a:cubicBezTo>
                  <a:cubicBezTo>
                    <a:pt x="17894" y="3351"/>
                    <a:pt x="17270" y="3205"/>
                    <a:pt x="16646" y="3205"/>
                  </a:cubicBezTo>
                  <a:cubicBezTo>
                    <a:pt x="16165" y="3205"/>
                    <a:pt x="15684" y="3292"/>
                    <a:pt x="15231" y="3469"/>
                  </a:cubicBezTo>
                  <a:cubicBezTo>
                    <a:pt x="15225" y="3296"/>
                    <a:pt x="15226" y="3125"/>
                    <a:pt x="15242" y="2947"/>
                  </a:cubicBezTo>
                  <a:cubicBezTo>
                    <a:pt x="15336" y="1889"/>
                    <a:pt x="15883" y="879"/>
                    <a:pt x="16730" y="239"/>
                  </a:cubicBezTo>
                  <a:lnTo>
                    <a:pt x="16730" y="239"/>
                  </a:lnTo>
                  <a:cubicBezTo>
                    <a:pt x="16730" y="239"/>
                    <a:pt x="16729" y="240"/>
                    <a:pt x="16728" y="240"/>
                  </a:cubicBezTo>
                  <a:cubicBezTo>
                    <a:pt x="16625" y="156"/>
                    <a:pt x="16516" y="73"/>
                    <a:pt x="16402" y="0"/>
                  </a:cubicBezTo>
                  <a:close/>
                  <a:moveTo>
                    <a:pt x="9467" y="361"/>
                  </a:moveTo>
                  <a:cubicBezTo>
                    <a:pt x="8063" y="1725"/>
                    <a:pt x="7327" y="3637"/>
                    <a:pt x="7400" y="5560"/>
                  </a:cubicBezTo>
                  <a:cubicBezTo>
                    <a:pt x="7393" y="5562"/>
                    <a:pt x="7385" y="5562"/>
                    <a:pt x="7378" y="5564"/>
                  </a:cubicBezTo>
                  <a:cubicBezTo>
                    <a:pt x="6264" y="6145"/>
                    <a:pt x="5510" y="7280"/>
                    <a:pt x="5379" y="8523"/>
                  </a:cubicBezTo>
                  <a:cubicBezTo>
                    <a:pt x="5367" y="8631"/>
                    <a:pt x="5475" y="8719"/>
                    <a:pt x="5574" y="8722"/>
                  </a:cubicBezTo>
                  <a:cubicBezTo>
                    <a:pt x="5687" y="8722"/>
                    <a:pt x="5758" y="8628"/>
                    <a:pt x="5770" y="8528"/>
                  </a:cubicBezTo>
                  <a:cubicBezTo>
                    <a:pt x="5882" y="7475"/>
                    <a:pt x="6523" y="6521"/>
                    <a:pt x="7430" y="5986"/>
                  </a:cubicBezTo>
                  <a:cubicBezTo>
                    <a:pt x="7493" y="6603"/>
                    <a:pt x="7638" y="7215"/>
                    <a:pt x="7874" y="7808"/>
                  </a:cubicBezTo>
                  <a:cubicBezTo>
                    <a:pt x="7910" y="7899"/>
                    <a:pt x="7990" y="7938"/>
                    <a:pt x="8068" y="7938"/>
                  </a:cubicBezTo>
                  <a:cubicBezTo>
                    <a:pt x="8190" y="7938"/>
                    <a:pt x="8307" y="7844"/>
                    <a:pt x="8250" y="7705"/>
                  </a:cubicBezTo>
                  <a:cubicBezTo>
                    <a:pt x="7718" y="6363"/>
                    <a:pt x="7657" y="4931"/>
                    <a:pt x="8012" y="3608"/>
                  </a:cubicBezTo>
                  <a:cubicBezTo>
                    <a:pt x="8021" y="3607"/>
                    <a:pt x="8029" y="3607"/>
                    <a:pt x="8038" y="3607"/>
                  </a:cubicBezTo>
                  <a:cubicBezTo>
                    <a:pt x="9222" y="3607"/>
                    <a:pt x="9956" y="4708"/>
                    <a:pt x="10594" y="5550"/>
                  </a:cubicBezTo>
                  <a:cubicBezTo>
                    <a:pt x="11211" y="6367"/>
                    <a:pt x="11981" y="7177"/>
                    <a:pt x="13072" y="7220"/>
                  </a:cubicBezTo>
                  <a:cubicBezTo>
                    <a:pt x="13074" y="7221"/>
                    <a:pt x="13077" y="7221"/>
                    <a:pt x="13080" y="7221"/>
                  </a:cubicBezTo>
                  <a:cubicBezTo>
                    <a:pt x="13323" y="7221"/>
                    <a:pt x="13320" y="6839"/>
                    <a:pt x="13072" y="6828"/>
                  </a:cubicBezTo>
                  <a:cubicBezTo>
                    <a:pt x="11878" y="6783"/>
                    <a:pt x="11167" y="5649"/>
                    <a:pt x="10517" y="4800"/>
                  </a:cubicBezTo>
                  <a:cubicBezTo>
                    <a:pt x="9925" y="4026"/>
                    <a:pt x="9155" y="3259"/>
                    <a:pt x="8130" y="3219"/>
                  </a:cubicBezTo>
                  <a:cubicBezTo>
                    <a:pt x="8466" y="2221"/>
                    <a:pt x="9040" y="1300"/>
                    <a:pt x="9834" y="554"/>
                  </a:cubicBezTo>
                  <a:cubicBezTo>
                    <a:pt x="9713" y="486"/>
                    <a:pt x="9591" y="419"/>
                    <a:pt x="9467" y="361"/>
                  </a:cubicBezTo>
                  <a:close/>
                  <a:moveTo>
                    <a:pt x="697" y="4743"/>
                  </a:moveTo>
                  <a:lnTo>
                    <a:pt x="697" y="4743"/>
                  </a:lnTo>
                  <a:cubicBezTo>
                    <a:pt x="552" y="4779"/>
                    <a:pt x="410" y="4833"/>
                    <a:pt x="274" y="4894"/>
                  </a:cubicBezTo>
                  <a:cubicBezTo>
                    <a:pt x="1" y="6739"/>
                    <a:pt x="725" y="8637"/>
                    <a:pt x="2223" y="9803"/>
                  </a:cubicBezTo>
                  <a:cubicBezTo>
                    <a:pt x="2263" y="9834"/>
                    <a:pt x="2308" y="9848"/>
                    <a:pt x="2351" y="9848"/>
                  </a:cubicBezTo>
                  <a:cubicBezTo>
                    <a:pt x="2514" y="9848"/>
                    <a:pt x="2655" y="9651"/>
                    <a:pt x="2497" y="9526"/>
                  </a:cubicBezTo>
                  <a:cubicBezTo>
                    <a:pt x="1859" y="9028"/>
                    <a:pt x="1368" y="8389"/>
                    <a:pt x="1048" y="7683"/>
                  </a:cubicBezTo>
                  <a:cubicBezTo>
                    <a:pt x="1608" y="7291"/>
                    <a:pt x="2277" y="7077"/>
                    <a:pt x="2954" y="7077"/>
                  </a:cubicBezTo>
                  <a:cubicBezTo>
                    <a:pt x="3177" y="7077"/>
                    <a:pt x="3400" y="7100"/>
                    <a:pt x="3621" y="7148"/>
                  </a:cubicBezTo>
                  <a:cubicBezTo>
                    <a:pt x="3637" y="7151"/>
                    <a:pt x="3652" y="7153"/>
                    <a:pt x="3666" y="7153"/>
                  </a:cubicBezTo>
                  <a:cubicBezTo>
                    <a:pt x="3879" y="7153"/>
                    <a:pt x="3956" y="6819"/>
                    <a:pt x="3724" y="6768"/>
                  </a:cubicBezTo>
                  <a:cubicBezTo>
                    <a:pt x="3472" y="6715"/>
                    <a:pt x="3215" y="6689"/>
                    <a:pt x="2958" y="6689"/>
                  </a:cubicBezTo>
                  <a:cubicBezTo>
                    <a:pt x="2230" y="6689"/>
                    <a:pt x="1506" y="6902"/>
                    <a:pt x="897" y="7314"/>
                  </a:cubicBezTo>
                  <a:cubicBezTo>
                    <a:pt x="604" y="6502"/>
                    <a:pt x="526" y="5618"/>
                    <a:pt x="697" y="4743"/>
                  </a:cubicBezTo>
                  <a:close/>
                  <a:moveTo>
                    <a:pt x="13481" y="9536"/>
                  </a:moveTo>
                  <a:cubicBezTo>
                    <a:pt x="13466" y="9536"/>
                    <a:pt x="13450" y="9537"/>
                    <a:pt x="13434" y="9541"/>
                  </a:cubicBezTo>
                  <a:cubicBezTo>
                    <a:pt x="11967" y="9878"/>
                    <a:pt x="10702" y="10828"/>
                    <a:pt x="9857" y="12062"/>
                  </a:cubicBezTo>
                  <a:cubicBezTo>
                    <a:pt x="9364" y="12783"/>
                    <a:pt x="9017" y="13589"/>
                    <a:pt x="8793" y="14429"/>
                  </a:cubicBezTo>
                  <a:cubicBezTo>
                    <a:pt x="8059" y="13481"/>
                    <a:pt x="6938" y="12878"/>
                    <a:pt x="5737" y="12795"/>
                  </a:cubicBezTo>
                  <a:cubicBezTo>
                    <a:pt x="5732" y="12794"/>
                    <a:pt x="5727" y="12794"/>
                    <a:pt x="5722" y="12794"/>
                  </a:cubicBezTo>
                  <a:cubicBezTo>
                    <a:pt x="5485" y="12794"/>
                    <a:pt x="5490" y="13167"/>
                    <a:pt x="5737" y="13183"/>
                  </a:cubicBezTo>
                  <a:cubicBezTo>
                    <a:pt x="6914" y="13267"/>
                    <a:pt x="8022" y="13923"/>
                    <a:pt x="8663" y="14912"/>
                  </a:cubicBezTo>
                  <a:cubicBezTo>
                    <a:pt x="8666" y="14917"/>
                    <a:pt x="8674" y="14920"/>
                    <a:pt x="8676" y="14926"/>
                  </a:cubicBezTo>
                  <a:cubicBezTo>
                    <a:pt x="8546" y="15553"/>
                    <a:pt x="8485" y="16198"/>
                    <a:pt x="8477" y="16835"/>
                  </a:cubicBezTo>
                  <a:cubicBezTo>
                    <a:pt x="8466" y="17805"/>
                    <a:pt x="8586" y="18770"/>
                    <a:pt x="8775" y="19721"/>
                  </a:cubicBezTo>
                  <a:cubicBezTo>
                    <a:pt x="8899" y="19685"/>
                    <a:pt x="9022" y="19637"/>
                    <a:pt x="9146" y="19580"/>
                  </a:cubicBezTo>
                  <a:cubicBezTo>
                    <a:pt x="8820" y="17912"/>
                    <a:pt x="8761" y="16083"/>
                    <a:pt x="9203" y="14436"/>
                  </a:cubicBezTo>
                  <a:cubicBezTo>
                    <a:pt x="9217" y="14441"/>
                    <a:pt x="9229" y="14446"/>
                    <a:pt x="9246" y="14451"/>
                  </a:cubicBezTo>
                  <a:cubicBezTo>
                    <a:pt x="9494" y="14475"/>
                    <a:pt x="9742" y="14487"/>
                    <a:pt x="9990" y="14487"/>
                  </a:cubicBezTo>
                  <a:cubicBezTo>
                    <a:pt x="10584" y="14487"/>
                    <a:pt x="11177" y="14418"/>
                    <a:pt x="11754" y="14284"/>
                  </a:cubicBezTo>
                  <a:cubicBezTo>
                    <a:pt x="11759" y="14305"/>
                    <a:pt x="11769" y="14324"/>
                    <a:pt x="11785" y="14346"/>
                  </a:cubicBezTo>
                  <a:cubicBezTo>
                    <a:pt x="13204" y="16283"/>
                    <a:pt x="15856" y="15749"/>
                    <a:pt x="17896" y="16242"/>
                  </a:cubicBezTo>
                  <a:cubicBezTo>
                    <a:pt x="17914" y="16247"/>
                    <a:pt x="17932" y="16249"/>
                    <a:pt x="17949" y="16249"/>
                  </a:cubicBezTo>
                  <a:cubicBezTo>
                    <a:pt x="18154" y="16249"/>
                    <a:pt x="18226" y="15923"/>
                    <a:pt x="18000" y="15868"/>
                  </a:cubicBezTo>
                  <a:cubicBezTo>
                    <a:pt x="16875" y="15595"/>
                    <a:pt x="15716" y="15652"/>
                    <a:pt x="14582" y="15454"/>
                  </a:cubicBezTo>
                  <a:cubicBezTo>
                    <a:pt x="13671" y="15291"/>
                    <a:pt x="12724" y="14945"/>
                    <a:pt x="12148" y="14185"/>
                  </a:cubicBezTo>
                  <a:cubicBezTo>
                    <a:pt x="13375" y="13830"/>
                    <a:pt x="14517" y="13181"/>
                    <a:pt x="15441" y="12284"/>
                  </a:cubicBezTo>
                  <a:cubicBezTo>
                    <a:pt x="15582" y="12148"/>
                    <a:pt x="15447" y="11952"/>
                    <a:pt x="15295" y="11952"/>
                  </a:cubicBezTo>
                  <a:cubicBezTo>
                    <a:pt x="15251" y="11952"/>
                    <a:pt x="15206" y="11969"/>
                    <a:pt x="15165" y="12008"/>
                  </a:cubicBezTo>
                  <a:cubicBezTo>
                    <a:pt x="13781" y="13351"/>
                    <a:pt x="11897" y="14097"/>
                    <a:pt x="9981" y="14097"/>
                  </a:cubicBezTo>
                  <a:cubicBezTo>
                    <a:pt x="9758" y="14097"/>
                    <a:pt x="9535" y="14087"/>
                    <a:pt x="9312" y="14067"/>
                  </a:cubicBezTo>
                  <a:cubicBezTo>
                    <a:pt x="9693" y="12881"/>
                    <a:pt x="10353" y="11805"/>
                    <a:pt x="11388" y="10969"/>
                  </a:cubicBezTo>
                  <a:cubicBezTo>
                    <a:pt x="12016" y="10461"/>
                    <a:pt x="12750" y="10099"/>
                    <a:pt x="13537" y="9917"/>
                  </a:cubicBezTo>
                  <a:cubicBezTo>
                    <a:pt x="13766" y="9865"/>
                    <a:pt x="13690" y="9536"/>
                    <a:pt x="13481" y="9536"/>
                  </a:cubicBezTo>
                  <a:close/>
                  <a:moveTo>
                    <a:pt x="24373" y="7668"/>
                  </a:moveTo>
                  <a:cubicBezTo>
                    <a:pt x="24229" y="7668"/>
                    <a:pt x="24092" y="7826"/>
                    <a:pt x="24207" y="7968"/>
                  </a:cubicBezTo>
                  <a:cubicBezTo>
                    <a:pt x="24986" y="8927"/>
                    <a:pt x="25337" y="10178"/>
                    <a:pt x="25174" y="11399"/>
                  </a:cubicBezTo>
                  <a:cubicBezTo>
                    <a:pt x="24194" y="11161"/>
                    <a:pt x="23252" y="10813"/>
                    <a:pt x="22435" y="10157"/>
                  </a:cubicBezTo>
                  <a:cubicBezTo>
                    <a:pt x="21655" y="9534"/>
                    <a:pt x="21042" y="8718"/>
                    <a:pt x="20659" y="7796"/>
                  </a:cubicBezTo>
                  <a:cubicBezTo>
                    <a:pt x="20625" y="7713"/>
                    <a:pt x="20555" y="7677"/>
                    <a:pt x="20483" y="7677"/>
                  </a:cubicBezTo>
                  <a:cubicBezTo>
                    <a:pt x="20359" y="7677"/>
                    <a:pt x="20232" y="7785"/>
                    <a:pt x="20293" y="7934"/>
                  </a:cubicBezTo>
                  <a:cubicBezTo>
                    <a:pt x="20831" y="9227"/>
                    <a:pt x="21786" y="10303"/>
                    <a:pt x="22983" y="10999"/>
                  </a:cubicBezTo>
                  <a:cubicBezTo>
                    <a:pt x="22142" y="11792"/>
                    <a:pt x="21004" y="12229"/>
                    <a:pt x="19855" y="12229"/>
                  </a:cubicBezTo>
                  <a:cubicBezTo>
                    <a:pt x="19569" y="12229"/>
                    <a:pt x="19282" y="12202"/>
                    <a:pt x="18999" y="12146"/>
                  </a:cubicBezTo>
                  <a:cubicBezTo>
                    <a:pt x="18984" y="12143"/>
                    <a:pt x="18970" y="12142"/>
                    <a:pt x="18957" y="12142"/>
                  </a:cubicBezTo>
                  <a:cubicBezTo>
                    <a:pt x="18745" y="12142"/>
                    <a:pt x="18698" y="12485"/>
                    <a:pt x="18931" y="12529"/>
                  </a:cubicBezTo>
                  <a:cubicBezTo>
                    <a:pt x="19237" y="12589"/>
                    <a:pt x="19546" y="12618"/>
                    <a:pt x="19853" y="12618"/>
                  </a:cubicBezTo>
                  <a:cubicBezTo>
                    <a:pt x="21143" y="12618"/>
                    <a:pt x="22412" y="12105"/>
                    <a:pt x="23342" y="11190"/>
                  </a:cubicBezTo>
                  <a:cubicBezTo>
                    <a:pt x="23527" y="11283"/>
                    <a:pt x="23719" y="11368"/>
                    <a:pt x="23912" y="11441"/>
                  </a:cubicBezTo>
                  <a:cubicBezTo>
                    <a:pt x="25309" y="11966"/>
                    <a:pt x="26824" y="12059"/>
                    <a:pt x="28265" y="12412"/>
                  </a:cubicBezTo>
                  <a:cubicBezTo>
                    <a:pt x="28256" y="12430"/>
                    <a:pt x="28249" y="12444"/>
                    <a:pt x="28243" y="12460"/>
                  </a:cubicBezTo>
                  <a:cubicBezTo>
                    <a:pt x="27930" y="13764"/>
                    <a:pt x="27051" y="14880"/>
                    <a:pt x="25910" y="15566"/>
                  </a:cubicBezTo>
                  <a:cubicBezTo>
                    <a:pt x="25005" y="16110"/>
                    <a:pt x="23959" y="16359"/>
                    <a:pt x="22912" y="16359"/>
                  </a:cubicBezTo>
                  <a:cubicBezTo>
                    <a:pt x="22409" y="16359"/>
                    <a:pt x="21906" y="16302"/>
                    <a:pt x="21417" y="16193"/>
                  </a:cubicBezTo>
                  <a:cubicBezTo>
                    <a:pt x="21401" y="16189"/>
                    <a:pt x="21386" y="16188"/>
                    <a:pt x="21372" y="16188"/>
                  </a:cubicBezTo>
                  <a:cubicBezTo>
                    <a:pt x="21164" y="16188"/>
                    <a:pt x="21118" y="16527"/>
                    <a:pt x="21346" y="16578"/>
                  </a:cubicBezTo>
                  <a:cubicBezTo>
                    <a:pt x="21853" y="16691"/>
                    <a:pt x="22372" y="16749"/>
                    <a:pt x="22891" y="16749"/>
                  </a:cubicBezTo>
                  <a:cubicBezTo>
                    <a:pt x="23889" y="16749"/>
                    <a:pt x="24883" y="16534"/>
                    <a:pt x="25774" y="16081"/>
                  </a:cubicBezTo>
                  <a:lnTo>
                    <a:pt x="25774" y="16081"/>
                  </a:lnTo>
                  <a:cubicBezTo>
                    <a:pt x="26273" y="17338"/>
                    <a:pt x="26152" y="18776"/>
                    <a:pt x="25452" y="19939"/>
                  </a:cubicBezTo>
                  <a:cubicBezTo>
                    <a:pt x="25364" y="20082"/>
                    <a:pt x="25495" y="20204"/>
                    <a:pt x="25630" y="20204"/>
                  </a:cubicBezTo>
                  <a:cubicBezTo>
                    <a:pt x="25696" y="20204"/>
                    <a:pt x="25764" y="20175"/>
                    <a:pt x="25806" y="20104"/>
                  </a:cubicBezTo>
                  <a:cubicBezTo>
                    <a:pt x="26564" y="18846"/>
                    <a:pt x="26680" y="17249"/>
                    <a:pt x="26120" y="15890"/>
                  </a:cubicBezTo>
                  <a:cubicBezTo>
                    <a:pt x="26123" y="15887"/>
                    <a:pt x="26131" y="15886"/>
                    <a:pt x="26135" y="15880"/>
                  </a:cubicBezTo>
                  <a:cubicBezTo>
                    <a:pt x="27365" y="15141"/>
                    <a:pt x="28288" y="13927"/>
                    <a:pt x="28627" y="12526"/>
                  </a:cubicBezTo>
                  <a:cubicBezTo>
                    <a:pt x="28628" y="12520"/>
                    <a:pt x="28627" y="12514"/>
                    <a:pt x="28628" y="12505"/>
                  </a:cubicBezTo>
                  <a:cubicBezTo>
                    <a:pt x="29001" y="12612"/>
                    <a:pt x="29371" y="12739"/>
                    <a:pt x="29729" y="12904"/>
                  </a:cubicBezTo>
                  <a:cubicBezTo>
                    <a:pt x="30103" y="13074"/>
                    <a:pt x="30463" y="13285"/>
                    <a:pt x="30783" y="13542"/>
                  </a:cubicBezTo>
                  <a:cubicBezTo>
                    <a:pt x="30856" y="13433"/>
                    <a:pt x="30924" y="13321"/>
                    <a:pt x="30982" y="13203"/>
                  </a:cubicBezTo>
                  <a:cubicBezTo>
                    <a:pt x="30126" y="12555"/>
                    <a:pt x="29040" y="12183"/>
                    <a:pt x="27983" y="11954"/>
                  </a:cubicBezTo>
                  <a:cubicBezTo>
                    <a:pt x="27182" y="11783"/>
                    <a:pt x="26359" y="11662"/>
                    <a:pt x="25555" y="11488"/>
                  </a:cubicBezTo>
                  <a:cubicBezTo>
                    <a:pt x="25742" y="10163"/>
                    <a:pt x="25370" y="8785"/>
                    <a:pt x="24524" y="7742"/>
                  </a:cubicBezTo>
                  <a:cubicBezTo>
                    <a:pt x="24481" y="7690"/>
                    <a:pt x="24427" y="7668"/>
                    <a:pt x="24373" y="7668"/>
                  </a:cubicBezTo>
                  <a:close/>
                  <a:moveTo>
                    <a:pt x="17080" y="17973"/>
                  </a:moveTo>
                  <a:cubicBezTo>
                    <a:pt x="17012" y="17973"/>
                    <a:pt x="16948" y="18011"/>
                    <a:pt x="16924" y="18100"/>
                  </a:cubicBezTo>
                  <a:cubicBezTo>
                    <a:pt x="16706" y="18921"/>
                    <a:pt x="16733" y="19766"/>
                    <a:pt x="16967" y="20544"/>
                  </a:cubicBezTo>
                  <a:cubicBezTo>
                    <a:pt x="16928" y="20546"/>
                    <a:pt x="16889" y="20547"/>
                    <a:pt x="16851" y="20547"/>
                  </a:cubicBezTo>
                  <a:cubicBezTo>
                    <a:pt x="15996" y="20547"/>
                    <a:pt x="15225" y="20011"/>
                    <a:pt x="14928" y="19185"/>
                  </a:cubicBezTo>
                  <a:cubicBezTo>
                    <a:pt x="14900" y="19103"/>
                    <a:pt x="14839" y="19069"/>
                    <a:pt x="14775" y="19069"/>
                  </a:cubicBezTo>
                  <a:cubicBezTo>
                    <a:pt x="14653" y="19069"/>
                    <a:pt x="14519" y="19194"/>
                    <a:pt x="14575" y="19347"/>
                  </a:cubicBezTo>
                  <a:cubicBezTo>
                    <a:pt x="14919" y="20316"/>
                    <a:pt x="15854" y="20937"/>
                    <a:pt x="16854" y="20937"/>
                  </a:cubicBezTo>
                  <a:cubicBezTo>
                    <a:pt x="16935" y="20937"/>
                    <a:pt x="17016" y="20933"/>
                    <a:pt x="17097" y="20925"/>
                  </a:cubicBezTo>
                  <a:cubicBezTo>
                    <a:pt x="17313" y="21466"/>
                    <a:pt x="17637" y="21967"/>
                    <a:pt x="18053" y="22386"/>
                  </a:cubicBezTo>
                  <a:cubicBezTo>
                    <a:pt x="18162" y="22311"/>
                    <a:pt x="18266" y="22229"/>
                    <a:pt x="18367" y="22140"/>
                  </a:cubicBezTo>
                  <a:cubicBezTo>
                    <a:pt x="17963" y="21739"/>
                    <a:pt x="17646" y="21259"/>
                    <a:pt x="17439" y="20736"/>
                  </a:cubicBezTo>
                  <a:cubicBezTo>
                    <a:pt x="17449" y="20668"/>
                    <a:pt x="17423" y="20593"/>
                    <a:pt x="17368" y="20550"/>
                  </a:cubicBezTo>
                  <a:cubicBezTo>
                    <a:pt x="17121" y="19820"/>
                    <a:pt x="17081" y="19023"/>
                    <a:pt x="17289" y="18238"/>
                  </a:cubicBezTo>
                  <a:cubicBezTo>
                    <a:pt x="17330" y="18086"/>
                    <a:pt x="17199" y="17973"/>
                    <a:pt x="17080" y="1797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sp>
        <p:nvSpPr>
          <p:cNvPr id="693" name="Google Shape;693;p41"/>
          <p:cNvSpPr txBox="1">
            <a:spLocks noGrp="1"/>
          </p:cNvSpPr>
          <p:nvPr>
            <p:ph type="title"/>
          </p:nvPr>
        </p:nvSpPr>
        <p:spPr>
          <a:xfrm>
            <a:off x="1369200" y="1174988"/>
            <a:ext cx="6405600" cy="1585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sz="6000" dirty="0"/>
              <a:t>¿TENEMOS SALUD?</a:t>
            </a:r>
            <a:endParaRPr sz="6000" dirty="0"/>
          </a:p>
        </p:txBody>
      </p:sp>
      <p:sp>
        <p:nvSpPr>
          <p:cNvPr id="694" name="Google Shape;694;p41"/>
          <p:cNvSpPr txBox="1">
            <a:spLocks noGrp="1"/>
          </p:cNvSpPr>
          <p:nvPr>
            <p:ph type="body" idx="1"/>
          </p:nvPr>
        </p:nvSpPr>
        <p:spPr>
          <a:xfrm>
            <a:off x="1828800" y="3107388"/>
            <a:ext cx="5486400" cy="600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dirty="0"/>
              <a:t>¿Cómo estamos cuidando nuestro cuerpo en los diferentes aspectos que nos llevan a tener salud?</a:t>
            </a:r>
            <a:endParaRPr dirty="0"/>
          </a:p>
        </p:txBody>
      </p:sp>
      <p:sp>
        <p:nvSpPr>
          <p:cNvPr id="695" name="Google Shape;695;p41"/>
          <p:cNvSpPr/>
          <p:nvPr/>
        </p:nvSpPr>
        <p:spPr>
          <a:xfrm rot="-486461">
            <a:off x="548430" y="2216384"/>
            <a:ext cx="820760" cy="594767"/>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41"/>
          <p:cNvSpPr/>
          <p:nvPr/>
        </p:nvSpPr>
        <p:spPr>
          <a:xfrm rot="308116">
            <a:off x="448512" y="1394801"/>
            <a:ext cx="309124" cy="224030"/>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41"/>
          <p:cNvSpPr/>
          <p:nvPr/>
        </p:nvSpPr>
        <p:spPr>
          <a:xfrm rot="-856116">
            <a:off x="957209" y="852153"/>
            <a:ext cx="309144" cy="224052"/>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41"/>
          <p:cNvSpPr/>
          <p:nvPr/>
        </p:nvSpPr>
        <p:spPr>
          <a:xfrm rot="429862" flipH="1">
            <a:off x="7655422" y="2033299"/>
            <a:ext cx="896479" cy="673925"/>
          </a:xfrm>
          <a:custGeom>
            <a:avLst/>
            <a:gdLst/>
            <a:ahLst/>
            <a:cxnLst/>
            <a:rect l="l" t="t" r="r" b="b"/>
            <a:pathLst>
              <a:path w="33651" h="25297" extrusionOk="0">
                <a:moveTo>
                  <a:pt x="16906" y="0"/>
                </a:moveTo>
                <a:cubicBezTo>
                  <a:pt x="14530" y="0"/>
                  <a:pt x="12595" y="1816"/>
                  <a:pt x="12579" y="4073"/>
                </a:cubicBezTo>
                <a:cubicBezTo>
                  <a:pt x="12575" y="5037"/>
                  <a:pt x="12920" y="5923"/>
                  <a:pt x="13501" y="6626"/>
                </a:cubicBezTo>
                <a:lnTo>
                  <a:pt x="7095" y="6581"/>
                </a:lnTo>
                <a:lnTo>
                  <a:pt x="7053" y="12656"/>
                </a:lnTo>
                <a:cubicBezTo>
                  <a:pt x="6319" y="12097"/>
                  <a:pt x="5388" y="11755"/>
                  <a:pt x="4372" y="11748"/>
                </a:cubicBezTo>
                <a:cubicBezTo>
                  <a:pt x="4362" y="11748"/>
                  <a:pt x="4351" y="11748"/>
                  <a:pt x="4341" y="11748"/>
                </a:cubicBezTo>
                <a:cubicBezTo>
                  <a:pt x="1968" y="11748"/>
                  <a:pt x="35" y="13565"/>
                  <a:pt x="16" y="15820"/>
                </a:cubicBezTo>
                <a:cubicBezTo>
                  <a:pt x="0" y="18087"/>
                  <a:pt x="1925" y="19938"/>
                  <a:pt x="4314" y="19954"/>
                </a:cubicBezTo>
                <a:cubicBezTo>
                  <a:pt x="4325" y="19954"/>
                  <a:pt x="4336" y="19954"/>
                  <a:pt x="4347" y="19954"/>
                </a:cubicBezTo>
                <a:cubicBezTo>
                  <a:pt x="5351" y="19954"/>
                  <a:pt x="6275" y="19628"/>
                  <a:pt x="7008" y="19083"/>
                </a:cubicBezTo>
                <a:lnTo>
                  <a:pt x="7008" y="19083"/>
                </a:lnTo>
                <a:lnTo>
                  <a:pt x="6966" y="25159"/>
                </a:lnTo>
                <a:lnTo>
                  <a:pt x="13372" y="25204"/>
                </a:lnTo>
                <a:cubicBezTo>
                  <a:pt x="12790" y="24500"/>
                  <a:pt x="12444" y="23613"/>
                  <a:pt x="12452" y="22651"/>
                </a:cubicBezTo>
                <a:cubicBezTo>
                  <a:pt x="12467" y="20395"/>
                  <a:pt x="14399" y="18578"/>
                  <a:pt x="16773" y="18578"/>
                </a:cubicBezTo>
                <a:cubicBezTo>
                  <a:pt x="16785" y="18578"/>
                  <a:pt x="16796" y="18578"/>
                  <a:pt x="16807" y="18578"/>
                </a:cubicBezTo>
                <a:cubicBezTo>
                  <a:pt x="19198" y="18594"/>
                  <a:pt x="21121" y="20444"/>
                  <a:pt x="21105" y="22710"/>
                </a:cubicBezTo>
                <a:cubicBezTo>
                  <a:pt x="21099" y="23674"/>
                  <a:pt x="20740" y="24555"/>
                  <a:pt x="20150" y="25252"/>
                </a:cubicBezTo>
                <a:lnTo>
                  <a:pt x="26556" y="25297"/>
                </a:lnTo>
                <a:lnTo>
                  <a:pt x="26598" y="19221"/>
                </a:lnTo>
                <a:cubicBezTo>
                  <a:pt x="27332" y="19782"/>
                  <a:pt x="28263" y="20122"/>
                  <a:pt x="29278" y="20130"/>
                </a:cubicBezTo>
                <a:cubicBezTo>
                  <a:pt x="29288" y="20130"/>
                  <a:pt x="29298" y="20130"/>
                  <a:pt x="29309" y="20130"/>
                </a:cubicBezTo>
                <a:cubicBezTo>
                  <a:pt x="31685" y="20130"/>
                  <a:pt x="33617" y="18314"/>
                  <a:pt x="33635" y="16057"/>
                </a:cubicBezTo>
                <a:cubicBezTo>
                  <a:pt x="33651" y="13791"/>
                  <a:pt x="31726" y="11941"/>
                  <a:pt x="29336" y="11924"/>
                </a:cubicBezTo>
                <a:cubicBezTo>
                  <a:pt x="29325" y="11924"/>
                  <a:pt x="29314" y="11924"/>
                  <a:pt x="29303" y="11924"/>
                </a:cubicBezTo>
                <a:cubicBezTo>
                  <a:pt x="28300" y="11924"/>
                  <a:pt x="27376" y="12250"/>
                  <a:pt x="26643" y="12795"/>
                </a:cubicBezTo>
                <a:lnTo>
                  <a:pt x="26685" y="6719"/>
                </a:lnTo>
                <a:lnTo>
                  <a:pt x="20278" y="6674"/>
                </a:lnTo>
                <a:cubicBezTo>
                  <a:pt x="20870" y="5977"/>
                  <a:pt x="21227" y="5096"/>
                  <a:pt x="21235" y="4132"/>
                </a:cubicBezTo>
                <a:cubicBezTo>
                  <a:pt x="21251" y="1867"/>
                  <a:pt x="19326" y="16"/>
                  <a:pt x="16937" y="0"/>
                </a:cubicBezTo>
                <a:cubicBezTo>
                  <a:pt x="16926" y="0"/>
                  <a:pt x="16916" y="0"/>
                  <a:pt x="16906" y="0"/>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41"/>
          <p:cNvSpPr/>
          <p:nvPr/>
        </p:nvSpPr>
        <p:spPr>
          <a:xfrm rot="2843685">
            <a:off x="8266831" y="776473"/>
            <a:ext cx="428444" cy="698015"/>
          </a:xfrm>
          <a:custGeom>
            <a:avLst/>
            <a:gdLst/>
            <a:ahLst/>
            <a:cxnLst/>
            <a:rect l="l" t="t" r="r" b="b"/>
            <a:pathLst>
              <a:path w="8860" h="14434" extrusionOk="0">
                <a:moveTo>
                  <a:pt x="4752" y="1"/>
                </a:moveTo>
                <a:cubicBezTo>
                  <a:pt x="3598" y="1"/>
                  <a:pt x="2666" y="936"/>
                  <a:pt x="2666" y="2087"/>
                </a:cubicBezTo>
                <a:cubicBezTo>
                  <a:pt x="2666" y="2702"/>
                  <a:pt x="2929" y="3253"/>
                  <a:pt x="3355" y="3635"/>
                </a:cubicBezTo>
                <a:cubicBezTo>
                  <a:pt x="3609" y="3867"/>
                  <a:pt x="3740" y="4202"/>
                  <a:pt x="3740" y="4543"/>
                </a:cubicBezTo>
                <a:lnTo>
                  <a:pt x="3740" y="4934"/>
                </a:lnTo>
                <a:lnTo>
                  <a:pt x="1" y="4934"/>
                </a:lnTo>
                <a:lnTo>
                  <a:pt x="1" y="14434"/>
                </a:lnTo>
                <a:lnTo>
                  <a:pt x="8859" y="14434"/>
                </a:lnTo>
                <a:lnTo>
                  <a:pt x="8859" y="12655"/>
                </a:lnTo>
                <a:cubicBezTo>
                  <a:pt x="8788" y="12686"/>
                  <a:pt x="8729" y="12727"/>
                  <a:pt x="8681" y="12778"/>
                </a:cubicBezTo>
                <a:cubicBezTo>
                  <a:pt x="8164" y="13353"/>
                  <a:pt x="7426" y="13680"/>
                  <a:pt x="6657" y="13680"/>
                </a:cubicBezTo>
                <a:cubicBezTo>
                  <a:pt x="5914" y="13680"/>
                  <a:pt x="5219" y="13388"/>
                  <a:pt x="4701" y="12859"/>
                </a:cubicBezTo>
                <a:cubicBezTo>
                  <a:pt x="4185" y="12327"/>
                  <a:pt x="3910" y="11628"/>
                  <a:pt x="3926" y="10886"/>
                </a:cubicBezTo>
                <a:cubicBezTo>
                  <a:pt x="3966" y="9450"/>
                  <a:pt x="5161" y="8256"/>
                  <a:pt x="6599" y="8225"/>
                </a:cubicBezTo>
                <a:lnTo>
                  <a:pt x="6648" y="8225"/>
                </a:lnTo>
                <a:cubicBezTo>
                  <a:pt x="7398" y="8225"/>
                  <a:pt x="8118" y="8534"/>
                  <a:pt x="8625" y="9069"/>
                </a:cubicBezTo>
                <a:cubicBezTo>
                  <a:pt x="8672" y="9117"/>
                  <a:pt x="8753" y="9189"/>
                  <a:pt x="8858" y="9239"/>
                </a:cubicBezTo>
                <a:lnTo>
                  <a:pt x="8858" y="4934"/>
                </a:lnTo>
                <a:lnTo>
                  <a:pt x="5761" y="4935"/>
                </a:lnTo>
                <a:lnTo>
                  <a:pt x="5761" y="4544"/>
                </a:lnTo>
                <a:cubicBezTo>
                  <a:pt x="5761" y="4184"/>
                  <a:pt x="5928" y="3849"/>
                  <a:pt x="6191" y="3598"/>
                </a:cubicBezTo>
                <a:cubicBezTo>
                  <a:pt x="6597" y="3207"/>
                  <a:pt x="6846" y="2651"/>
                  <a:pt x="6833" y="2043"/>
                </a:cubicBezTo>
                <a:cubicBezTo>
                  <a:pt x="6811" y="946"/>
                  <a:pt x="5901" y="28"/>
                  <a:pt x="480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41"/>
          <p:cNvSpPr/>
          <p:nvPr/>
        </p:nvSpPr>
        <p:spPr>
          <a:xfrm>
            <a:off x="1016851" y="1655637"/>
            <a:ext cx="189873" cy="189901"/>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41"/>
          <p:cNvSpPr/>
          <p:nvPr/>
        </p:nvSpPr>
        <p:spPr>
          <a:xfrm rot="1758950">
            <a:off x="373749" y="331144"/>
            <a:ext cx="333074" cy="33301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41"/>
          <p:cNvSpPr/>
          <p:nvPr/>
        </p:nvSpPr>
        <p:spPr>
          <a:xfrm rot="1758970">
            <a:off x="448031" y="405422"/>
            <a:ext cx="184509" cy="184536"/>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41"/>
          <p:cNvSpPr/>
          <p:nvPr/>
        </p:nvSpPr>
        <p:spPr>
          <a:xfrm rot="1663863">
            <a:off x="7792840" y="617374"/>
            <a:ext cx="233579" cy="23361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41"/>
          <p:cNvSpPr/>
          <p:nvPr/>
        </p:nvSpPr>
        <p:spPr>
          <a:xfrm rot="-572737">
            <a:off x="8386115" y="66599"/>
            <a:ext cx="189871" cy="189899"/>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41"/>
          <p:cNvSpPr/>
          <p:nvPr/>
        </p:nvSpPr>
        <p:spPr>
          <a:xfrm rot="782425">
            <a:off x="8386124" y="1771152"/>
            <a:ext cx="189871" cy="189899"/>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41"/>
          <p:cNvSpPr/>
          <p:nvPr/>
        </p:nvSpPr>
        <p:spPr>
          <a:xfrm>
            <a:off x="1179326" y="229512"/>
            <a:ext cx="189873" cy="189901"/>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p42"/>
          <p:cNvSpPr/>
          <p:nvPr/>
        </p:nvSpPr>
        <p:spPr>
          <a:xfrm rot="1501220" flipH="1">
            <a:off x="8333611" y="608153"/>
            <a:ext cx="432721" cy="1088343"/>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42"/>
          <p:cNvSpPr/>
          <p:nvPr/>
        </p:nvSpPr>
        <p:spPr>
          <a:xfrm rot="-1501220">
            <a:off x="359436" y="347166"/>
            <a:ext cx="432721" cy="1088343"/>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42"/>
          <p:cNvSpPr/>
          <p:nvPr/>
        </p:nvSpPr>
        <p:spPr>
          <a:xfrm rot="1392795">
            <a:off x="-402137" y="638467"/>
            <a:ext cx="2255963" cy="2190058"/>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42"/>
          <p:cNvSpPr/>
          <p:nvPr/>
        </p:nvSpPr>
        <p:spPr>
          <a:xfrm>
            <a:off x="6831049" y="1308678"/>
            <a:ext cx="2255969" cy="2190037"/>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42"/>
          <p:cNvSpPr/>
          <p:nvPr/>
        </p:nvSpPr>
        <p:spPr>
          <a:xfrm>
            <a:off x="6967328" y="1032058"/>
            <a:ext cx="1432280" cy="465119"/>
          </a:xfrm>
          <a:custGeom>
            <a:avLst/>
            <a:gdLst/>
            <a:ahLst/>
            <a:cxnLst/>
            <a:rect l="l" t="t" r="r" b="b"/>
            <a:pathLst>
              <a:path w="24910" h="8089" extrusionOk="0">
                <a:moveTo>
                  <a:pt x="12450" y="1"/>
                </a:moveTo>
                <a:cubicBezTo>
                  <a:pt x="9828" y="1"/>
                  <a:pt x="7400" y="262"/>
                  <a:pt x="5397" y="712"/>
                </a:cubicBezTo>
                <a:cubicBezTo>
                  <a:pt x="2249" y="1417"/>
                  <a:pt x="148" y="2579"/>
                  <a:pt x="4" y="3899"/>
                </a:cubicBezTo>
                <a:cubicBezTo>
                  <a:pt x="4" y="3903"/>
                  <a:pt x="3" y="3910"/>
                  <a:pt x="4" y="3913"/>
                </a:cubicBezTo>
                <a:cubicBezTo>
                  <a:pt x="3" y="3990"/>
                  <a:pt x="0" y="4070"/>
                  <a:pt x="0" y="4146"/>
                </a:cubicBezTo>
                <a:lnTo>
                  <a:pt x="0" y="4149"/>
                </a:lnTo>
                <a:cubicBezTo>
                  <a:pt x="115" y="5584"/>
                  <a:pt x="2533" y="6834"/>
                  <a:pt x="6098" y="7522"/>
                </a:cubicBezTo>
                <a:cubicBezTo>
                  <a:pt x="7959" y="7882"/>
                  <a:pt x="10131" y="8089"/>
                  <a:pt x="12453" y="8089"/>
                </a:cubicBezTo>
                <a:cubicBezTo>
                  <a:pt x="14447" y="8089"/>
                  <a:pt x="16330" y="7933"/>
                  <a:pt x="17999" y="7664"/>
                </a:cubicBezTo>
                <a:cubicBezTo>
                  <a:pt x="22095" y="7003"/>
                  <a:pt x="24910" y="5632"/>
                  <a:pt x="24910" y="4044"/>
                </a:cubicBezTo>
                <a:cubicBezTo>
                  <a:pt x="24889" y="3903"/>
                  <a:pt x="24866" y="3763"/>
                  <a:pt x="24837" y="3621"/>
                </a:cubicBezTo>
                <a:cubicBezTo>
                  <a:pt x="24417" y="2311"/>
                  <a:pt x="22067" y="1184"/>
                  <a:pt x="18723" y="550"/>
                </a:cubicBezTo>
                <a:cubicBezTo>
                  <a:pt x="16883" y="201"/>
                  <a:pt x="14735" y="1"/>
                  <a:pt x="12450" y="1"/>
                </a:cubicBezTo>
                <a:close/>
              </a:path>
            </a:pathLst>
          </a:custGeom>
          <a:gradFill>
            <a:gsLst>
              <a:gs pos="0">
                <a:schemeClr val="lt2"/>
              </a:gs>
              <a:gs pos="100000">
                <a:schemeClr val="accen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6" name="Google Shape;716;p42"/>
          <p:cNvGrpSpPr/>
          <p:nvPr/>
        </p:nvGrpSpPr>
        <p:grpSpPr>
          <a:xfrm>
            <a:off x="6995510" y="542586"/>
            <a:ext cx="1318014" cy="1175593"/>
            <a:chOff x="4753661" y="870648"/>
            <a:chExt cx="1624170" cy="1448666"/>
          </a:xfrm>
        </p:grpSpPr>
        <p:sp>
          <p:nvSpPr>
            <p:cNvPr id="717" name="Google Shape;717;p42"/>
            <p:cNvSpPr/>
            <p:nvPr/>
          </p:nvSpPr>
          <p:spPr>
            <a:xfrm>
              <a:off x="4917378" y="1645242"/>
              <a:ext cx="1292041" cy="674073"/>
            </a:xfrm>
            <a:custGeom>
              <a:avLst/>
              <a:gdLst/>
              <a:ahLst/>
              <a:cxnLst/>
              <a:rect l="l" t="t" r="r" b="b"/>
              <a:pathLst>
                <a:path w="26990" h="14081" extrusionOk="0">
                  <a:moveTo>
                    <a:pt x="767" y="1"/>
                  </a:moveTo>
                  <a:cubicBezTo>
                    <a:pt x="208" y="723"/>
                    <a:pt x="0" y="1690"/>
                    <a:pt x="166" y="2587"/>
                  </a:cubicBezTo>
                  <a:cubicBezTo>
                    <a:pt x="230" y="2930"/>
                    <a:pt x="346" y="3260"/>
                    <a:pt x="519" y="3564"/>
                  </a:cubicBezTo>
                  <a:cubicBezTo>
                    <a:pt x="1084" y="4550"/>
                    <a:pt x="2206" y="5181"/>
                    <a:pt x="3338" y="5181"/>
                  </a:cubicBezTo>
                  <a:cubicBezTo>
                    <a:pt x="3463" y="5181"/>
                    <a:pt x="3588" y="5174"/>
                    <a:pt x="3712" y="5158"/>
                  </a:cubicBezTo>
                  <a:cubicBezTo>
                    <a:pt x="3853" y="5795"/>
                    <a:pt x="4281" y="6362"/>
                    <a:pt x="4854" y="6673"/>
                  </a:cubicBezTo>
                  <a:cubicBezTo>
                    <a:pt x="5187" y="6853"/>
                    <a:pt x="5569" y="6946"/>
                    <a:pt x="5951" y="6946"/>
                  </a:cubicBezTo>
                  <a:cubicBezTo>
                    <a:pt x="6220" y="6946"/>
                    <a:pt x="6489" y="6900"/>
                    <a:pt x="6741" y="6806"/>
                  </a:cubicBezTo>
                  <a:cubicBezTo>
                    <a:pt x="6760" y="8112"/>
                    <a:pt x="7482" y="9386"/>
                    <a:pt x="8593" y="10070"/>
                  </a:cubicBezTo>
                  <a:cubicBezTo>
                    <a:pt x="9206" y="10450"/>
                    <a:pt x="9927" y="10643"/>
                    <a:pt x="10648" y="10643"/>
                  </a:cubicBezTo>
                  <a:cubicBezTo>
                    <a:pt x="11232" y="10643"/>
                    <a:pt x="11815" y="10517"/>
                    <a:pt x="12341" y="10261"/>
                  </a:cubicBezTo>
                  <a:cubicBezTo>
                    <a:pt x="13243" y="11270"/>
                    <a:pt x="13718" y="12696"/>
                    <a:pt x="13750" y="14048"/>
                  </a:cubicBezTo>
                  <a:cubicBezTo>
                    <a:pt x="13929" y="14070"/>
                    <a:pt x="14110" y="14080"/>
                    <a:pt x="14292" y="14080"/>
                  </a:cubicBezTo>
                  <a:cubicBezTo>
                    <a:pt x="14788" y="14080"/>
                    <a:pt x="15288" y="14001"/>
                    <a:pt x="15752" y="13845"/>
                  </a:cubicBezTo>
                  <a:cubicBezTo>
                    <a:pt x="15948" y="12706"/>
                    <a:pt x="15855" y="11521"/>
                    <a:pt x="15467" y="10433"/>
                  </a:cubicBezTo>
                  <a:lnTo>
                    <a:pt x="15467" y="10433"/>
                  </a:lnTo>
                  <a:cubicBezTo>
                    <a:pt x="16017" y="10820"/>
                    <a:pt x="16698" y="11025"/>
                    <a:pt x="17371" y="11025"/>
                  </a:cubicBezTo>
                  <a:cubicBezTo>
                    <a:pt x="17467" y="11025"/>
                    <a:pt x="17562" y="11021"/>
                    <a:pt x="17657" y="11013"/>
                  </a:cubicBezTo>
                  <a:cubicBezTo>
                    <a:pt x="18421" y="10944"/>
                    <a:pt x="19160" y="10601"/>
                    <a:pt x="19699" y="10056"/>
                  </a:cubicBezTo>
                  <a:cubicBezTo>
                    <a:pt x="20488" y="10469"/>
                    <a:pt x="21383" y="10700"/>
                    <a:pt x="22269" y="10700"/>
                  </a:cubicBezTo>
                  <a:cubicBezTo>
                    <a:pt x="22877" y="10700"/>
                    <a:pt x="23481" y="10592"/>
                    <a:pt x="24045" y="10360"/>
                  </a:cubicBezTo>
                  <a:cubicBezTo>
                    <a:pt x="24808" y="10046"/>
                    <a:pt x="25484" y="9538"/>
                    <a:pt x="26012" y="8909"/>
                  </a:cubicBezTo>
                  <a:cubicBezTo>
                    <a:pt x="26448" y="8391"/>
                    <a:pt x="26784" y="7794"/>
                    <a:pt x="26989" y="7150"/>
                  </a:cubicBezTo>
                  <a:cubicBezTo>
                    <a:pt x="25060" y="5150"/>
                    <a:pt x="22689" y="3512"/>
                    <a:pt x="20089" y="2531"/>
                  </a:cubicBezTo>
                  <a:cubicBezTo>
                    <a:pt x="16619" y="1222"/>
                    <a:pt x="12856" y="966"/>
                    <a:pt x="9153" y="723"/>
                  </a:cubicBezTo>
                  <a:cubicBezTo>
                    <a:pt x="6316" y="540"/>
                    <a:pt x="3605" y="188"/>
                    <a:pt x="7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42"/>
            <p:cNvSpPr/>
            <p:nvPr/>
          </p:nvSpPr>
          <p:spPr>
            <a:xfrm>
              <a:off x="4753661" y="870648"/>
              <a:ext cx="1624170" cy="1177150"/>
            </a:xfrm>
            <a:custGeom>
              <a:avLst/>
              <a:gdLst/>
              <a:ahLst/>
              <a:cxnLst/>
              <a:rect l="l" t="t" r="r" b="b"/>
              <a:pathLst>
                <a:path w="33928" h="24590" extrusionOk="0">
                  <a:moveTo>
                    <a:pt x="15021" y="0"/>
                  </a:moveTo>
                  <a:cubicBezTo>
                    <a:pt x="14966" y="0"/>
                    <a:pt x="14911" y="1"/>
                    <a:pt x="14857" y="3"/>
                  </a:cubicBezTo>
                  <a:cubicBezTo>
                    <a:pt x="13585" y="43"/>
                    <a:pt x="12443" y="654"/>
                    <a:pt x="11508" y="1518"/>
                  </a:cubicBezTo>
                  <a:cubicBezTo>
                    <a:pt x="11504" y="1515"/>
                    <a:pt x="11501" y="1513"/>
                    <a:pt x="11498" y="1513"/>
                  </a:cubicBezTo>
                  <a:cubicBezTo>
                    <a:pt x="11379" y="1445"/>
                    <a:pt x="11257" y="1380"/>
                    <a:pt x="11133" y="1321"/>
                  </a:cubicBezTo>
                  <a:cubicBezTo>
                    <a:pt x="10293" y="914"/>
                    <a:pt x="9357" y="708"/>
                    <a:pt x="8421" y="708"/>
                  </a:cubicBezTo>
                  <a:cubicBezTo>
                    <a:pt x="7541" y="708"/>
                    <a:pt x="6661" y="890"/>
                    <a:pt x="5862" y="1257"/>
                  </a:cubicBezTo>
                  <a:cubicBezTo>
                    <a:pt x="4083" y="2075"/>
                    <a:pt x="2739" y="3780"/>
                    <a:pt x="2378" y="5702"/>
                  </a:cubicBezTo>
                  <a:cubicBezTo>
                    <a:pt x="2374" y="5705"/>
                    <a:pt x="2366" y="5705"/>
                    <a:pt x="2363" y="5706"/>
                  </a:cubicBezTo>
                  <a:cubicBezTo>
                    <a:pt x="2218" y="5746"/>
                    <a:pt x="2076" y="5795"/>
                    <a:pt x="1939" y="5858"/>
                  </a:cubicBezTo>
                  <a:cubicBezTo>
                    <a:pt x="1485" y="6064"/>
                    <a:pt x="1088" y="6403"/>
                    <a:pt x="819" y="6822"/>
                  </a:cubicBezTo>
                  <a:cubicBezTo>
                    <a:pt x="466" y="7373"/>
                    <a:pt x="331" y="8060"/>
                    <a:pt x="449" y="8703"/>
                  </a:cubicBezTo>
                  <a:cubicBezTo>
                    <a:pt x="520" y="9081"/>
                    <a:pt x="796" y="9392"/>
                    <a:pt x="1116" y="9603"/>
                  </a:cubicBezTo>
                  <a:cubicBezTo>
                    <a:pt x="707" y="10136"/>
                    <a:pt x="425" y="10762"/>
                    <a:pt x="279" y="11419"/>
                  </a:cubicBezTo>
                  <a:cubicBezTo>
                    <a:pt x="1" y="12630"/>
                    <a:pt x="175" y="13949"/>
                    <a:pt x="818" y="15014"/>
                  </a:cubicBezTo>
                  <a:cubicBezTo>
                    <a:pt x="1672" y="16431"/>
                    <a:pt x="3318" y="17260"/>
                    <a:pt x="4967" y="17260"/>
                  </a:cubicBezTo>
                  <a:cubicBezTo>
                    <a:pt x="5234" y="17260"/>
                    <a:pt x="5502" y="17238"/>
                    <a:pt x="5766" y="17194"/>
                  </a:cubicBezTo>
                  <a:cubicBezTo>
                    <a:pt x="5773" y="18408"/>
                    <a:pt x="6430" y="19598"/>
                    <a:pt x="7452" y="20253"/>
                  </a:cubicBezTo>
                  <a:cubicBezTo>
                    <a:pt x="8054" y="20640"/>
                    <a:pt x="8731" y="20844"/>
                    <a:pt x="9413" y="20844"/>
                  </a:cubicBezTo>
                  <a:cubicBezTo>
                    <a:pt x="9758" y="20844"/>
                    <a:pt x="10104" y="20791"/>
                    <a:pt x="10441" y="20684"/>
                  </a:cubicBezTo>
                  <a:cubicBezTo>
                    <a:pt x="10566" y="20648"/>
                    <a:pt x="10690" y="20602"/>
                    <a:pt x="10812" y="20545"/>
                  </a:cubicBezTo>
                  <a:cubicBezTo>
                    <a:pt x="10813" y="20545"/>
                    <a:pt x="10815" y="20543"/>
                    <a:pt x="10818" y="20543"/>
                  </a:cubicBezTo>
                  <a:cubicBezTo>
                    <a:pt x="11430" y="22316"/>
                    <a:pt x="12949" y="23744"/>
                    <a:pt x="14755" y="24245"/>
                  </a:cubicBezTo>
                  <a:cubicBezTo>
                    <a:pt x="15247" y="24381"/>
                    <a:pt x="15756" y="24447"/>
                    <a:pt x="16266" y="24447"/>
                  </a:cubicBezTo>
                  <a:cubicBezTo>
                    <a:pt x="17493" y="24447"/>
                    <a:pt x="18723" y="24063"/>
                    <a:pt x="19719" y="23345"/>
                  </a:cubicBezTo>
                  <a:cubicBezTo>
                    <a:pt x="19828" y="23268"/>
                    <a:pt x="19929" y="23188"/>
                    <a:pt x="20033" y="23101"/>
                  </a:cubicBezTo>
                  <a:cubicBezTo>
                    <a:pt x="20036" y="23101"/>
                    <a:pt x="20036" y="23101"/>
                    <a:pt x="20037" y="23098"/>
                  </a:cubicBezTo>
                  <a:cubicBezTo>
                    <a:pt x="20592" y="23640"/>
                    <a:pt x="21360" y="23953"/>
                    <a:pt x="22136" y="23956"/>
                  </a:cubicBezTo>
                  <a:cubicBezTo>
                    <a:pt x="22140" y="23956"/>
                    <a:pt x="22144" y="23956"/>
                    <a:pt x="22148" y="23956"/>
                  </a:cubicBezTo>
                  <a:cubicBezTo>
                    <a:pt x="22920" y="23956"/>
                    <a:pt x="23699" y="23539"/>
                    <a:pt x="24256" y="23008"/>
                  </a:cubicBezTo>
                  <a:cubicBezTo>
                    <a:pt x="25157" y="24017"/>
                    <a:pt x="26510" y="24590"/>
                    <a:pt x="27858" y="24590"/>
                  </a:cubicBezTo>
                  <a:cubicBezTo>
                    <a:pt x="28250" y="24590"/>
                    <a:pt x="28642" y="24542"/>
                    <a:pt x="29022" y="24441"/>
                  </a:cubicBezTo>
                  <a:cubicBezTo>
                    <a:pt x="30710" y="23996"/>
                    <a:pt x="32093" y="22551"/>
                    <a:pt x="32461" y="20844"/>
                  </a:cubicBezTo>
                  <a:cubicBezTo>
                    <a:pt x="33435" y="20065"/>
                    <a:pt x="33922" y="19113"/>
                    <a:pt x="33926" y="17868"/>
                  </a:cubicBezTo>
                  <a:cubicBezTo>
                    <a:pt x="33928" y="16965"/>
                    <a:pt x="33660" y="16017"/>
                    <a:pt x="33145" y="15269"/>
                  </a:cubicBezTo>
                  <a:cubicBezTo>
                    <a:pt x="32951" y="14982"/>
                    <a:pt x="32718" y="14726"/>
                    <a:pt x="32452" y="14510"/>
                  </a:cubicBezTo>
                  <a:cubicBezTo>
                    <a:pt x="32453" y="14508"/>
                    <a:pt x="32453" y="14505"/>
                    <a:pt x="32455" y="14504"/>
                  </a:cubicBezTo>
                  <a:cubicBezTo>
                    <a:pt x="32529" y="14396"/>
                    <a:pt x="32597" y="14284"/>
                    <a:pt x="32653" y="14167"/>
                  </a:cubicBezTo>
                  <a:cubicBezTo>
                    <a:pt x="32970" y="13517"/>
                    <a:pt x="33038" y="12746"/>
                    <a:pt x="32823" y="12056"/>
                  </a:cubicBezTo>
                  <a:cubicBezTo>
                    <a:pt x="32570" y="11238"/>
                    <a:pt x="31921" y="10561"/>
                    <a:pt x="31119" y="10256"/>
                  </a:cubicBezTo>
                  <a:cubicBezTo>
                    <a:pt x="31311" y="9159"/>
                    <a:pt x="31036" y="7988"/>
                    <a:pt x="30376" y="7091"/>
                  </a:cubicBezTo>
                  <a:cubicBezTo>
                    <a:pt x="29714" y="6193"/>
                    <a:pt x="28742" y="5509"/>
                    <a:pt x="27640" y="5363"/>
                  </a:cubicBezTo>
                  <a:cubicBezTo>
                    <a:pt x="27637" y="5350"/>
                    <a:pt x="27637" y="5334"/>
                    <a:pt x="27635" y="5320"/>
                  </a:cubicBezTo>
                  <a:cubicBezTo>
                    <a:pt x="27621" y="5179"/>
                    <a:pt x="27600" y="5043"/>
                    <a:pt x="27574" y="4907"/>
                  </a:cubicBezTo>
                  <a:cubicBezTo>
                    <a:pt x="27337" y="3717"/>
                    <a:pt x="26580" y="2637"/>
                    <a:pt x="25531" y="2028"/>
                  </a:cubicBezTo>
                  <a:cubicBezTo>
                    <a:pt x="24884" y="1653"/>
                    <a:pt x="24136" y="1464"/>
                    <a:pt x="23389" y="1464"/>
                  </a:cubicBezTo>
                  <a:cubicBezTo>
                    <a:pt x="22771" y="1464"/>
                    <a:pt x="22153" y="1594"/>
                    <a:pt x="21593" y="1855"/>
                  </a:cubicBezTo>
                  <a:cubicBezTo>
                    <a:pt x="21290" y="1311"/>
                    <a:pt x="20742" y="910"/>
                    <a:pt x="20133" y="786"/>
                  </a:cubicBezTo>
                  <a:cubicBezTo>
                    <a:pt x="19994" y="758"/>
                    <a:pt x="19854" y="744"/>
                    <a:pt x="19715" y="744"/>
                  </a:cubicBezTo>
                  <a:cubicBezTo>
                    <a:pt x="19309" y="744"/>
                    <a:pt x="18909" y="862"/>
                    <a:pt x="18563" y="1084"/>
                  </a:cubicBezTo>
                  <a:cubicBezTo>
                    <a:pt x="18519" y="1112"/>
                    <a:pt x="18476" y="1143"/>
                    <a:pt x="18432" y="1176"/>
                  </a:cubicBezTo>
                  <a:cubicBezTo>
                    <a:pt x="18422" y="1183"/>
                    <a:pt x="18410" y="1192"/>
                    <a:pt x="18400" y="1199"/>
                  </a:cubicBezTo>
                  <a:cubicBezTo>
                    <a:pt x="18294" y="1115"/>
                    <a:pt x="18185" y="1032"/>
                    <a:pt x="18074" y="959"/>
                  </a:cubicBezTo>
                  <a:cubicBezTo>
                    <a:pt x="17184" y="342"/>
                    <a:pt x="16104" y="0"/>
                    <a:pt x="1502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42"/>
            <p:cNvSpPr/>
            <p:nvPr/>
          </p:nvSpPr>
          <p:spPr>
            <a:xfrm>
              <a:off x="4753661" y="1417235"/>
              <a:ext cx="1624170" cy="630558"/>
            </a:xfrm>
            <a:custGeom>
              <a:avLst/>
              <a:gdLst/>
              <a:ahLst/>
              <a:cxnLst/>
              <a:rect l="l" t="t" r="r" b="b"/>
              <a:pathLst>
                <a:path w="33928" h="13172" extrusionOk="0">
                  <a:moveTo>
                    <a:pt x="279" y="1"/>
                  </a:moveTo>
                  <a:lnTo>
                    <a:pt x="279" y="1"/>
                  </a:lnTo>
                  <a:cubicBezTo>
                    <a:pt x="1" y="1212"/>
                    <a:pt x="175" y="2531"/>
                    <a:pt x="818" y="3596"/>
                  </a:cubicBezTo>
                  <a:cubicBezTo>
                    <a:pt x="1672" y="5013"/>
                    <a:pt x="3318" y="5842"/>
                    <a:pt x="4967" y="5842"/>
                  </a:cubicBezTo>
                  <a:cubicBezTo>
                    <a:pt x="5234" y="5842"/>
                    <a:pt x="5502" y="5820"/>
                    <a:pt x="5766" y="5776"/>
                  </a:cubicBezTo>
                  <a:cubicBezTo>
                    <a:pt x="5773" y="6990"/>
                    <a:pt x="6430" y="8180"/>
                    <a:pt x="7452" y="8835"/>
                  </a:cubicBezTo>
                  <a:cubicBezTo>
                    <a:pt x="8054" y="9222"/>
                    <a:pt x="8731" y="9426"/>
                    <a:pt x="9413" y="9426"/>
                  </a:cubicBezTo>
                  <a:cubicBezTo>
                    <a:pt x="9758" y="9426"/>
                    <a:pt x="10104" y="9373"/>
                    <a:pt x="10441" y="9266"/>
                  </a:cubicBezTo>
                  <a:cubicBezTo>
                    <a:pt x="10566" y="9230"/>
                    <a:pt x="10690" y="9184"/>
                    <a:pt x="10812" y="9127"/>
                  </a:cubicBezTo>
                  <a:cubicBezTo>
                    <a:pt x="10813" y="9127"/>
                    <a:pt x="10815" y="9125"/>
                    <a:pt x="10818" y="9125"/>
                  </a:cubicBezTo>
                  <a:cubicBezTo>
                    <a:pt x="11430" y="10898"/>
                    <a:pt x="12949" y="12326"/>
                    <a:pt x="14755" y="12827"/>
                  </a:cubicBezTo>
                  <a:cubicBezTo>
                    <a:pt x="15247" y="12963"/>
                    <a:pt x="15756" y="13029"/>
                    <a:pt x="16266" y="13029"/>
                  </a:cubicBezTo>
                  <a:cubicBezTo>
                    <a:pt x="17493" y="13029"/>
                    <a:pt x="18723" y="12645"/>
                    <a:pt x="19719" y="11927"/>
                  </a:cubicBezTo>
                  <a:cubicBezTo>
                    <a:pt x="19828" y="11850"/>
                    <a:pt x="19929" y="11770"/>
                    <a:pt x="20033" y="11683"/>
                  </a:cubicBezTo>
                  <a:cubicBezTo>
                    <a:pt x="20036" y="11683"/>
                    <a:pt x="20036" y="11683"/>
                    <a:pt x="20037" y="11680"/>
                  </a:cubicBezTo>
                  <a:cubicBezTo>
                    <a:pt x="20592" y="12222"/>
                    <a:pt x="21360" y="12535"/>
                    <a:pt x="22136" y="12538"/>
                  </a:cubicBezTo>
                  <a:cubicBezTo>
                    <a:pt x="22140" y="12538"/>
                    <a:pt x="22144" y="12538"/>
                    <a:pt x="22148" y="12538"/>
                  </a:cubicBezTo>
                  <a:cubicBezTo>
                    <a:pt x="22920" y="12538"/>
                    <a:pt x="23699" y="12121"/>
                    <a:pt x="24256" y="11590"/>
                  </a:cubicBezTo>
                  <a:cubicBezTo>
                    <a:pt x="25157" y="12599"/>
                    <a:pt x="26510" y="13172"/>
                    <a:pt x="27858" y="13172"/>
                  </a:cubicBezTo>
                  <a:cubicBezTo>
                    <a:pt x="28250" y="13172"/>
                    <a:pt x="28642" y="13124"/>
                    <a:pt x="29022" y="13023"/>
                  </a:cubicBezTo>
                  <a:cubicBezTo>
                    <a:pt x="30710" y="12578"/>
                    <a:pt x="32093" y="11133"/>
                    <a:pt x="32461" y="9426"/>
                  </a:cubicBezTo>
                  <a:cubicBezTo>
                    <a:pt x="33435" y="8647"/>
                    <a:pt x="33922" y="7695"/>
                    <a:pt x="33926" y="6450"/>
                  </a:cubicBezTo>
                  <a:cubicBezTo>
                    <a:pt x="33928" y="5547"/>
                    <a:pt x="33660" y="4599"/>
                    <a:pt x="33140" y="3854"/>
                  </a:cubicBezTo>
                  <a:cubicBezTo>
                    <a:pt x="32892" y="4323"/>
                    <a:pt x="32509" y="4727"/>
                    <a:pt x="32040" y="4983"/>
                  </a:cubicBezTo>
                  <a:cubicBezTo>
                    <a:pt x="31585" y="5236"/>
                    <a:pt x="31105" y="5407"/>
                    <a:pt x="30616" y="5407"/>
                  </a:cubicBezTo>
                  <a:cubicBezTo>
                    <a:pt x="30390" y="5407"/>
                    <a:pt x="30162" y="5370"/>
                    <a:pt x="29934" y="5289"/>
                  </a:cubicBezTo>
                  <a:cubicBezTo>
                    <a:pt x="29413" y="6692"/>
                    <a:pt x="28057" y="7750"/>
                    <a:pt x="26568" y="7911"/>
                  </a:cubicBezTo>
                  <a:cubicBezTo>
                    <a:pt x="26431" y="7926"/>
                    <a:pt x="26294" y="7934"/>
                    <a:pt x="26157" y="7934"/>
                  </a:cubicBezTo>
                  <a:cubicBezTo>
                    <a:pt x="24802" y="7934"/>
                    <a:pt x="23456" y="7217"/>
                    <a:pt x="22720" y="6072"/>
                  </a:cubicBezTo>
                  <a:cubicBezTo>
                    <a:pt x="22535" y="6487"/>
                    <a:pt x="22078" y="6734"/>
                    <a:pt x="21629" y="6734"/>
                  </a:cubicBezTo>
                  <a:cubicBezTo>
                    <a:pt x="21408" y="6734"/>
                    <a:pt x="21189" y="6674"/>
                    <a:pt x="21005" y="6545"/>
                  </a:cubicBezTo>
                  <a:cubicBezTo>
                    <a:pt x="20366" y="7601"/>
                    <a:pt x="19137" y="8254"/>
                    <a:pt x="17910" y="8254"/>
                  </a:cubicBezTo>
                  <a:cubicBezTo>
                    <a:pt x="17647" y="8254"/>
                    <a:pt x="17384" y="8224"/>
                    <a:pt x="17126" y="8162"/>
                  </a:cubicBezTo>
                  <a:cubicBezTo>
                    <a:pt x="15670" y="7808"/>
                    <a:pt x="14521" y="6442"/>
                    <a:pt x="14424" y="4945"/>
                  </a:cubicBezTo>
                  <a:cubicBezTo>
                    <a:pt x="14246" y="5072"/>
                    <a:pt x="14038" y="5129"/>
                    <a:pt x="13826" y="5129"/>
                  </a:cubicBezTo>
                  <a:cubicBezTo>
                    <a:pt x="13255" y="5129"/>
                    <a:pt x="12661" y="4716"/>
                    <a:pt x="12595" y="4133"/>
                  </a:cubicBezTo>
                  <a:cubicBezTo>
                    <a:pt x="12085" y="4459"/>
                    <a:pt x="11481" y="4626"/>
                    <a:pt x="10877" y="4626"/>
                  </a:cubicBezTo>
                  <a:cubicBezTo>
                    <a:pt x="10419" y="4626"/>
                    <a:pt x="9962" y="4530"/>
                    <a:pt x="9547" y="4336"/>
                  </a:cubicBezTo>
                  <a:cubicBezTo>
                    <a:pt x="8583" y="3887"/>
                    <a:pt x="7881" y="2925"/>
                    <a:pt x="7746" y="1870"/>
                  </a:cubicBezTo>
                  <a:cubicBezTo>
                    <a:pt x="6897" y="2674"/>
                    <a:pt x="5724" y="3104"/>
                    <a:pt x="4557" y="3104"/>
                  </a:cubicBezTo>
                  <a:cubicBezTo>
                    <a:pt x="3952" y="3104"/>
                    <a:pt x="3348" y="2988"/>
                    <a:pt x="2792" y="2749"/>
                  </a:cubicBezTo>
                  <a:cubicBezTo>
                    <a:pt x="1618" y="2241"/>
                    <a:pt x="699" y="1205"/>
                    <a:pt x="279"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42"/>
            <p:cNvSpPr/>
            <p:nvPr/>
          </p:nvSpPr>
          <p:spPr>
            <a:xfrm>
              <a:off x="4833413" y="916556"/>
              <a:ext cx="1483190" cy="1071690"/>
            </a:xfrm>
            <a:custGeom>
              <a:avLst/>
              <a:gdLst/>
              <a:ahLst/>
              <a:cxnLst/>
              <a:rect l="l" t="t" r="r" b="b"/>
              <a:pathLst>
                <a:path w="30983" h="22387" extrusionOk="0">
                  <a:moveTo>
                    <a:pt x="16762" y="216"/>
                  </a:moveTo>
                  <a:lnTo>
                    <a:pt x="16762" y="216"/>
                  </a:lnTo>
                  <a:cubicBezTo>
                    <a:pt x="16751" y="223"/>
                    <a:pt x="16741" y="231"/>
                    <a:pt x="16730" y="239"/>
                  </a:cubicBezTo>
                  <a:lnTo>
                    <a:pt x="16730" y="239"/>
                  </a:lnTo>
                  <a:cubicBezTo>
                    <a:pt x="16741" y="232"/>
                    <a:pt x="16751" y="225"/>
                    <a:pt x="16762" y="216"/>
                  </a:cubicBezTo>
                  <a:close/>
                  <a:moveTo>
                    <a:pt x="20252" y="2765"/>
                  </a:moveTo>
                  <a:cubicBezTo>
                    <a:pt x="20013" y="2765"/>
                    <a:pt x="20018" y="3142"/>
                    <a:pt x="20265" y="3155"/>
                  </a:cubicBezTo>
                  <a:cubicBezTo>
                    <a:pt x="20892" y="3183"/>
                    <a:pt x="21490" y="3490"/>
                    <a:pt x="21887" y="3971"/>
                  </a:cubicBezTo>
                  <a:cubicBezTo>
                    <a:pt x="21408" y="4080"/>
                    <a:pt x="20937" y="4224"/>
                    <a:pt x="20481" y="4412"/>
                  </a:cubicBezTo>
                  <a:cubicBezTo>
                    <a:pt x="20276" y="4493"/>
                    <a:pt x="20332" y="4802"/>
                    <a:pt x="20513" y="4802"/>
                  </a:cubicBezTo>
                  <a:cubicBezTo>
                    <a:pt x="20535" y="4802"/>
                    <a:pt x="20560" y="4797"/>
                    <a:pt x="20585" y="4787"/>
                  </a:cubicBezTo>
                  <a:cubicBezTo>
                    <a:pt x="21660" y="4352"/>
                    <a:pt x="22802" y="4133"/>
                    <a:pt x="23948" y="4133"/>
                  </a:cubicBezTo>
                  <a:cubicBezTo>
                    <a:pt x="24624" y="4133"/>
                    <a:pt x="25300" y="4209"/>
                    <a:pt x="25965" y="4362"/>
                  </a:cubicBezTo>
                  <a:cubicBezTo>
                    <a:pt x="25950" y="4223"/>
                    <a:pt x="25931" y="4084"/>
                    <a:pt x="25902" y="3949"/>
                  </a:cubicBezTo>
                  <a:cubicBezTo>
                    <a:pt x="25261" y="3811"/>
                    <a:pt x="24608" y="3742"/>
                    <a:pt x="23955" y="3742"/>
                  </a:cubicBezTo>
                  <a:cubicBezTo>
                    <a:pt x="23402" y="3742"/>
                    <a:pt x="22849" y="3791"/>
                    <a:pt x="22304" y="3888"/>
                  </a:cubicBezTo>
                  <a:cubicBezTo>
                    <a:pt x="21837" y="3224"/>
                    <a:pt x="21077" y="2802"/>
                    <a:pt x="20263" y="2766"/>
                  </a:cubicBezTo>
                  <a:cubicBezTo>
                    <a:pt x="20259" y="2766"/>
                    <a:pt x="20255" y="2765"/>
                    <a:pt x="20252" y="2765"/>
                  </a:cubicBezTo>
                  <a:close/>
                  <a:moveTo>
                    <a:pt x="16402" y="0"/>
                  </a:moveTo>
                  <a:cubicBezTo>
                    <a:pt x="15529" y="706"/>
                    <a:pt x="14976" y="1754"/>
                    <a:pt x="14857" y="2875"/>
                  </a:cubicBezTo>
                  <a:cubicBezTo>
                    <a:pt x="14709" y="4268"/>
                    <a:pt x="15274" y="5666"/>
                    <a:pt x="16221" y="6672"/>
                  </a:cubicBezTo>
                  <a:cubicBezTo>
                    <a:pt x="16261" y="6715"/>
                    <a:pt x="16306" y="6733"/>
                    <a:pt x="16351" y="6733"/>
                  </a:cubicBezTo>
                  <a:cubicBezTo>
                    <a:pt x="16498" y="6733"/>
                    <a:pt x="16631" y="6537"/>
                    <a:pt x="16500" y="6396"/>
                  </a:cubicBezTo>
                  <a:cubicBezTo>
                    <a:pt x="15843" y="5698"/>
                    <a:pt x="15395" y="4806"/>
                    <a:pt x="15264" y="3862"/>
                  </a:cubicBezTo>
                  <a:cubicBezTo>
                    <a:pt x="15280" y="3861"/>
                    <a:pt x="15295" y="3861"/>
                    <a:pt x="15311" y="3853"/>
                  </a:cubicBezTo>
                  <a:cubicBezTo>
                    <a:pt x="15743" y="3680"/>
                    <a:pt x="16203" y="3593"/>
                    <a:pt x="16663" y="3593"/>
                  </a:cubicBezTo>
                  <a:cubicBezTo>
                    <a:pt x="17212" y="3593"/>
                    <a:pt x="17760" y="3718"/>
                    <a:pt x="18259" y="3970"/>
                  </a:cubicBezTo>
                  <a:cubicBezTo>
                    <a:pt x="18291" y="3986"/>
                    <a:pt x="18322" y="3993"/>
                    <a:pt x="18352" y="3993"/>
                  </a:cubicBezTo>
                  <a:cubicBezTo>
                    <a:pt x="18530" y="3993"/>
                    <a:pt x="18650" y="3734"/>
                    <a:pt x="18457" y="3635"/>
                  </a:cubicBezTo>
                  <a:cubicBezTo>
                    <a:pt x="17894" y="3351"/>
                    <a:pt x="17270" y="3205"/>
                    <a:pt x="16646" y="3205"/>
                  </a:cubicBezTo>
                  <a:cubicBezTo>
                    <a:pt x="16165" y="3205"/>
                    <a:pt x="15684" y="3292"/>
                    <a:pt x="15231" y="3469"/>
                  </a:cubicBezTo>
                  <a:cubicBezTo>
                    <a:pt x="15225" y="3296"/>
                    <a:pt x="15226" y="3125"/>
                    <a:pt x="15242" y="2947"/>
                  </a:cubicBezTo>
                  <a:cubicBezTo>
                    <a:pt x="15336" y="1889"/>
                    <a:pt x="15883" y="879"/>
                    <a:pt x="16730" y="239"/>
                  </a:cubicBezTo>
                  <a:lnTo>
                    <a:pt x="16730" y="239"/>
                  </a:lnTo>
                  <a:cubicBezTo>
                    <a:pt x="16730" y="239"/>
                    <a:pt x="16729" y="240"/>
                    <a:pt x="16728" y="240"/>
                  </a:cubicBezTo>
                  <a:cubicBezTo>
                    <a:pt x="16625" y="156"/>
                    <a:pt x="16516" y="73"/>
                    <a:pt x="16402" y="0"/>
                  </a:cubicBezTo>
                  <a:close/>
                  <a:moveTo>
                    <a:pt x="9467" y="361"/>
                  </a:moveTo>
                  <a:cubicBezTo>
                    <a:pt x="8063" y="1725"/>
                    <a:pt x="7327" y="3637"/>
                    <a:pt x="7400" y="5560"/>
                  </a:cubicBezTo>
                  <a:cubicBezTo>
                    <a:pt x="7393" y="5562"/>
                    <a:pt x="7385" y="5562"/>
                    <a:pt x="7378" y="5564"/>
                  </a:cubicBezTo>
                  <a:cubicBezTo>
                    <a:pt x="6264" y="6145"/>
                    <a:pt x="5510" y="7280"/>
                    <a:pt x="5379" y="8523"/>
                  </a:cubicBezTo>
                  <a:cubicBezTo>
                    <a:pt x="5367" y="8631"/>
                    <a:pt x="5475" y="8719"/>
                    <a:pt x="5574" y="8722"/>
                  </a:cubicBezTo>
                  <a:cubicBezTo>
                    <a:pt x="5687" y="8722"/>
                    <a:pt x="5758" y="8628"/>
                    <a:pt x="5770" y="8528"/>
                  </a:cubicBezTo>
                  <a:cubicBezTo>
                    <a:pt x="5882" y="7475"/>
                    <a:pt x="6523" y="6521"/>
                    <a:pt x="7430" y="5986"/>
                  </a:cubicBezTo>
                  <a:cubicBezTo>
                    <a:pt x="7493" y="6603"/>
                    <a:pt x="7638" y="7215"/>
                    <a:pt x="7874" y="7808"/>
                  </a:cubicBezTo>
                  <a:cubicBezTo>
                    <a:pt x="7910" y="7899"/>
                    <a:pt x="7990" y="7938"/>
                    <a:pt x="8068" y="7938"/>
                  </a:cubicBezTo>
                  <a:cubicBezTo>
                    <a:pt x="8190" y="7938"/>
                    <a:pt x="8307" y="7844"/>
                    <a:pt x="8250" y="7705"/>
                  </a:cubicBezTo>
                  <a:cubicBezTo>
                    <a:pt x="7718" y="6363"/>
                    <a:pt x="7657" y="4931"/>
                    <a:pt x="8012" y="3608"/>
                  </a:cubicBezTo>
                  <a:cubicBezTo>
                    <a:pt x="8021" y="3607"/>
                    <a:pt x="8029" y="3607"/>
                    <a:pt x="8038" y="3607"/>
                  </a:cubicBezTo>
                  <a:cubicBezTo>
                    <a:pt x="9222" y="3607"/>
                    <a:pt x="9956" y="4708"/>
                    <a:pt x="10594" y="5550"/>
                  </a:cubicBezTo>
                  <a:cubicBezTo>
                    <a:pt x="11211" y="6367"/>
                    <a:pt x="11981" y="7177"/>
                    <a:pt x="13072" y="7220"/>
                  </a:cubicBezTo>
                  <a:cubicBezTo>
                    <a:pt x="13074" y="7221"/>
                    <a:pt x="13077" y="7221"/>
                    <a:pt x="13080" y="7221"/>
                  </a:cubicBezTo>
                  <a:cubicBezTo>
                    <a:pt x="13323" y="7221"/>
                    <a:pt x="13320" y="6839"/>
                    <a:pt x="13072" y="6828"/>
                  </a:cubicBezTo>
                  <a:cubicBezTo>
                    <a:pt x="11878" y="6783"/>
                    <a:pt x="11167" y="5649"/>
                    <a:pt x="10517" y="4800"/>
                  </a:cubicBezTo>
                  <a:cubicBezTo>
                    <a:pt x="9925" y="4026"/>
                    <a:pt x="9155" y="3259"/>
                    <a:pt x="8130" y="3219"/>
                  </a:cubicBezTo>
                  <a:cubicBezTo>
                    <a:pt x="8466" y="2221"/>
                    <a:pt x="9040" y="1300"/>
                    <a:pt x="9834" y="554"/>
                  </a:cubicBezTo>
                  <a:cubicBezTo>
                    <a:pt x="9713" y="486"/>
                    <a:pt x="9591" y="419"/>
                    <a:pt x="9467" y="361"/>
                  </a:cubicBezTo>
                  <a:close/>
                  <a:moveTo>
                    <a:pt x="697" y="4743"/>
                  </a:moveTo>
                  <a:lnTo>
                    <a:pt x="697" y="4743"/>
                  </a:lnTo>
                  <a:cubicBezTo>
                    <a:pt x="552" y="4779"/>
                    <a:pt x="410" y="4833"/>
                    <a:pt x="274" y="4894"/>
                  </a:cubicBezTo>
                  <a:cubicBezTo>
                    <a:pt x="1" y="6739"/>
                    <a:pt x="725" y="8637"/>
                    <a:pt x="2223" y="9803"/>
                  </a:cubicBezTo>
                  <a:cubicBezTo>
                    <a:pt x="2263" y="9834"/>
                    <a:pt x="2308" y="9848"/>
                    <a:pt x="2351" y="9848"/>
                  </a:cubicBezTo>
                  <a:cubicBezTo>
                    <a:pt x="2514" y="9848"/>
                    <a:pt x="2655" y="9651"/>
                    <a:pt x="2497" y="9526"/>
                  </a:cubicBezTo>
                  <a:cubicBezTo>
                    <a:pt x="1859" y="9028"/>
                    <a:pt x="1368" y="8389"/>
                    <a:pt x="1048" y="7683"/>
                  </a:cubicBezTo>
                  <a:cubicBezTo>
                    <a:pt x="1608" y="7291"/>
                    <a:pt x="2277" y="7077"/>
                    <a:pt x="2954" y="7077"/>
                  </a:cubicBezTo>
                  <a:cubicBezTo>
                    <a:pt x="3177" y="7077"/>
                    <a:pt x="3400" y="7100"/>
                    <a:pt x="3621" y="7148"/>
                  </a:cubicBezTo>
                  <a:cubicBezTo>
                    <a:pt x="3637" y="7151"/>
                    <a:pt x="3652" y="7153"/>
                    <a:pt x="3666" y="7153"/>
                  </a:cubicBezTo>
                  <a:cubicBezTo>
                    <a:pt x="3879" y="7153"/>
                    <a:pt x="3956" y="6819"/>
                    <a:pt x="3724" y="6768"/>
                  </a:cubicBezTo>
                  <a:cubicBezTo>
                    <a:pt x="3472" y="6715"/>
                    <a:pt x="3215" y="6689"/>
                    <a:pt x="2958" y="6689"/>
                  </a:cubicBezTo>
                  <a:cubicBezTo>
                    <a:pt x="2230" y="6689"/>
                    <a:pt x="1506" y="6902"/>
                    <a:pt x="897" y="7314"/>
                  </a:cubicBezTo>
                  <a:cubicBezTo>
                    <a:pt x="604" y="6502"/>
                    <a:pt x="526" y="5618"/>
                    <a:pt x="697" y="4743"/>
                  </a:cubicBezTo>
                  <a:close/>
                  <a:moveTo>
                    <a:pt x="13481" y="9536"/>
                  </a:moveTo>
                  <a:cubicBezTo>
                    <a:pt x="13466" y="9536"/>
                    <a:pt x="13450" y="9537"/>
                    <a:pt x="13434" y="9541"/>
                  </a:cubicBezTo>
                  <a:cubicBezTo>
                    <a:pt x="11967" y="9878"/>
                    <a:pt x="10702" y="10828"/>
                    <a:pt x="9857" y="12062"/>
                  </a:cubicBezTo>
                  <a:cubicBezTo>
                    <a:pt x="9364" y="12783"/>
                    <a:pt x="9017" y="13589"/>
                    <a:pt x="8793" y="14429"/>
                  </a:cubicBezTo>
                  <a:cubicBezTo>
                    <a:pt x="8059" y="13481"/>
                    <a:pt x="6938" y="12878"/>
                    <a:pt x="5737" y="12795"/>
                  </a:cubicBezTo>
                  <a:cubicBezTo>
                    <a:pt x="5732" y="12794"/>
                    <a:pt x="5727" y="12794"/>
                    <a:pt x="5722" y="12794"/>
                  </a:cubicBezTo>
                  <a:cubicBezTo>
                    <a:pt x="5485" y="12794"/>
                    <a:pt x="5490" y="13167"/>
                    <a:pt x="5737" y="13183"/>
                  </a:cubicBezTo>
                  <a:cubicBezTo>
                    <a:pt x="6914" y="13267"/>
                    <a:pt x="8022" y="13923"/>
                    <a:pt x="8663" y="14912"/>
                  </a:cubicBezTo>
                  <a:cubicBezTo>
                    <a:pt x="8666" y="14917"/>
                    <a:pt x="8674" y="14920"/>
                    <a:pt x="8676" y="14926"/>
                  </a:cubicBezTo>
                  <a:cubicBezTo>
                    <a:pt x="8546" y="15553"/>
                    <a:pt x="8485" y="16198"/>
                    <a:pt x="8477" y="16835"/>
                  </a:cubicBezTo>
                  <a:cubicBezTo>
                    <a:pt x="8466" y="17805"/>
                    <a:pt x="8586" y="18770"/>
                    <a:pt x="8775" y="19721"/>
                  </a:cubicBezTo>
                  <a:cubicBezTo>
                    <a:pt x="8899" y="19685"/>
                    <a:pt x="9022" y="19637"/>
                    <a:pt x="9146" y="19580"/>
                  </a:cubicBezTo>
                  <a:cubicBezTo>
                    <a:pt x="8820" y="17912"/>
                    <a:pt x="8761" y="16083"/>
                    <a:pt x="9203" y="14436"/>
                  </a:cubicBezTo>
                  <a:cubicBezTo>
                    <a:pt x="9217" y="14441"/>
                    <a:pt x="9229" y="14446"/>
                    <a:pt x="9246" y="14451"/>
                  </a:cubicBezTo>
                  <a:cubicBezTo>
                    <a:pt x="9494" y="14475"/>
                    <a:pt x="9742" y="14487"/>
                    <a:pt x="9990" y="14487"/>
                  </a:cubicBezTo>
                  <a:cubicBezTo>
                    <a:pt x="10584" y="14487"/>
                    <a:pt x="11177" y="14418"/>
                    <a:pt x="11754" y="14284"/>
                  </a:cubicBezTo>
                  <a:cubicBezTo>
                    <a:pt x="11759" y="14305"/>
                    <a:pt x="11769" y="14324"/>
                    <a:pt x="11785" y="14346"/>
                  </a:cubicBezTo>
                  <a:cubicBezTo>
                    <a:pt x="13204" y="16283"/>
                    <a:pt x="15856" y="15749"/>
                    <a:pt x="17896" y="16242"/>
                  </a:cubicBezTo>
                  <a:cubicBezTo>
                    <a:pt x="17914" y="16247"/>
                    <a:pt x="17932" y="16249"/>
                    <a:pt x="17949" y="16249"/>
                  </a:cubicBezTo>
                  <a:cubicBezTo>
                    <a:pt x="18154" y="16249"/>
                    <a:pt x="18226" y="15923"/>
                    <a:pt x="18000" y="15868"/>
                  </a:cubicBezTo>
                  <a:cubicBezTo>
                    <a:pt x="16875" y="15595"/>
                    <a:pt x="15716" y="15652"/>
                    <a:pt x="14582" y="15454"/>
                  </a:cubicBezTo>
                  <a:cubicBezTo>
                    <a:pt x="13671" y="15291"/>
                    <a:pt x="12724" y="14945"/>
                    <a:pt x="12148" y="14185"/>
                  </a:cubicBezTo>
                  <a:cubicBezTo>
                    <a:pt x="13375" y="13830"/>
                    <a:pt x="14517" y="13181"/>
                    <a:pt x="15441" y="12284"/>
                  </a:cubicBezTo>
                  <a:cubicBezTo>
                    <a:pt x="15582" y="12148"/>
                    <a:pt x="15447" y="11952"/>
                    <a:pt x="15295" y="11952"/>
                  </a:cubicBezTo>
                  <a:cubicBezTo>
                    <a:pt x="15251" y="11952"/>
                    <a:pt x="15206" y="11969"/>
                    <a:pt x="15165" y="12008"/>
                  </a:cubicBezTo>
                  <a:cubicBezTo>
                    <a:pt x="13781" y="13351"/>
                    <a:pt x="11897" y="14097"/>
                    <a:pt x="9981" y="14097"/>
                  </a:cubicBezTo>
                  <a:cubicBezTo>
                    <a:pt x="9758" y="14097"/>
                    <a:pt x="9535" y="14087"/>
                    <a:pt x="9312" y="14067"/>
                  </a:cubicBezTo>
                  <a:cubicBezTo>
                    <a:pt x="9693" y="12881"/>
                    <a:pt x="10353" y="11805"/>
                    <a:pt x="11388" y="10969"/>
                  </a:cubicBezTo>
                  <a:cubicBezTo>
                    <a:pt x="12016" y="10461"/>
                    <a:pt x="12750" y="10099"/>
                    <a:pt x="13537" y="9917"/>
                  </a:cubicBezTo>
                  <a:cubicBezTo>
                    <a:pt x="13766" y="9865"/>
                    <a:pt x="13690" y="9536"/>
                    <a:pt x="13481" y="9536"/>
                  </a:cubicBezTo>
                  <a:close/>
                  <a:moveTo>
                    <a:pt x="24373" y="7668"/>
                  </a:moveTo>
                  <a:cubicBezTo>
                    <a:pt x="24229" y="7668"/>
                    <a:pt x="24092" y="7826"/>
                    <a:pt x="24207" y="7968"/>
                  </a:cubicBezTo>
                  <a:cubicBezTo>
                    <a:pt x="24986" y="8927"/>
                    <a:pt x="25337" y="10178"/>
                    <a:pt x="25174" y="11399"/>
                  </a:cubicBezTo>
                  <a:cubicBezTo>
                    <a:pt x="24194" y="11161"/>
                    <a:pt x="23252" y="10813"/>
                    <a:pt x="22435" y="10157"/>
                  </a:cubicBezTo>
                  <a:cubicBezTo>
                    <a:pt x="21655" y="9534"/>
                    <a:pt x="21042" y="8718"/>
                    <a:pt x="20659" y="7796"/>
                  </a:cubicBezTo>
                  <a:cubicBezTo>
                    <a:pt x="20625" y="7713"/>
                    <a:pt x="20555" y="7677"/>
                    <a:pt x="20483" y="7677"/>
                  </a:cubicBezTo>
                  <a:cubicBezTo>
                    <a:pt x="20359" y="7677"/>
                    <a:pt x="20232" y="7785"/>
                    <a:pt x="20293" y="7934"/>
                  </a:cubicBezTo>
                  <a:cubicBezTo>
                    <a:pt x="20831" y="9227"/>
                    <a:pt x="21786" y="10303"/>
                    <a:pt x="22983" y="10999"/>
                  </a:cubicBezTo>
                  <a:cubicBezTo>
                    <a:pt x="22142" y="11792"/>
                    <a:pt x="21004" y="12229"/>
                    <a:pt x="19855" y="12229"/>
                  </a:cubicBezTo>
                  <a:cubicBezTo>
                    <a:pt x="19569" y="12229"/>
                    <a:pt x="19282" y="12202"/>
                    <a:pt x="18999" y="12146"/>
                  </a:cubicBezTo>
                  <a:cubicBezTo>
                    <a:pt x="18984" y="12143"/>
                    <a:pt x="18970" y="12142"/>
                    <a:pt x="18957" y="12142"/>
                  </a:cubicBezTo>
                  <a:cubicBezTo>
                    <a:pt x="18745" y="12142"/>
                    <a:pt x="18698" y="12485"/>
                    <a:pt x="18931" y="12529"/>
                  </a:cubicBezTo>
                  <a:cubicBezTo>
                    <a:pt x="19237" y="12589"/>
                    <a:pt x="19546" y="12618"/>
                    <a:pt x="19853" y="12618"/>
                  </a:cubicBezTo>
                  <a:cubicBezTo>
                    <a:pt x="21143" y="12618"/>
                    <a:pt x="22412" y="12105"/>
                    <a:pt x="23342" y="11190"/>
                  </a:cubicBezTo>
                  <a:cubicBezTo>
                    <a:pt x="23527" y="11283"/>
                    <a:pt x="23719" y="11368"/>
                    <a:pt x="23912" y="11441"/>
                  </a:cubicBezTo>
                  <a:cubicBezTo>
                    <a:pt x="25309" y="11966"/>
                    <a:pt x="26824" y="12059"/>
                    <a:pt x="28265" y="12412"/>
                  </a:cubicBezTo>
                  <a:cubicBezTo>
                    <a:pt x="28256" y="12430"/>
                    <a:pt x="28249" y="12444"/>
                    <a:pt x="28243" y="12460"/>
                  </a:cubicBezTo>
                  <a:cubicBezTo>
                    <a:pt x="27930" y="13764"/>
                    <a:pt x="27051" y="14880"/>
                    <a:pt x="25910" y="15566"/>
                  </a:cubicBezTo>
                  <a:cubicBezTo>
                    <a:pt x="25005" y="16110"/>
                    <a:pt x="23959" y="16359"/>
                    <a:pt x="22912" y="16359"/>
                  </a:cubicBezTo>
                  <a:cubicBezTo>
                    <a:pt x="22409" y="16359"/>
                    <a:pt x="21906" y="16302"/>
                    <a:pt x="21417" y="16193"/>
                  </a:cubicBezTo>
                  <a:cubicBezTo>
                    <a:pt x="21401" y="16189"/>
                    <a:pt x="21386" y="16188"/>
                    <a:pt x="21372" y="16188"/>
                  </a:cubicBezTo>
                  <a:cubicBezTo>
                    <a:pt x="21164" y="16188"/>
                    <a:pt x="21118" y="16527"/>
                    <a:pt x="21346" y="16578"/>
                  </a:cubicBezTo>
                  <a:cubicBezTo>
                    <a:pt x="21853" y="16691"/>
                    <a:pt x="22372" y="16749"/>
                    <a:pt x="22891" y="16749"/>
                  </a:cubicBezTo>
                  <a:cubicBezTo>
                    <a:pt x="23889" y="16749"/>
                    <a:pt x="24883" y="16534"/>
                    <a:pt x="25774" y="16081"/>
                  </a:cubicBezTo>
                  <a:lnTo>
                    <a:pt x="25774" y="16081"/>
                  </a:lnTo>
                  <a:cubicBezTo>
                    <a:pt x="26273" y="17338"/>
                    <a:pt x="26152" y="18776"/>
                    <a:pt x="25452" y="19939"/>
                  </a:cubicBezTo>
                  <a:cubicBezTo>
                    <a:pt x="25364" y="20082"/>
                    <a:pt x="25495" y="20204"/>
                    <a:pt x="25630" y="20204"/>
                  </a:cubicBezTo>
                  <a:cubicBezTo>
                    <a:pt x="25696" y="20204"/>
                    <a:pt x="25764" y="20175"/>
                    <a:pt x="25806" y="20104"/>
                  </a:cubicBezTo>
                  <a:cubicBezTo>
                    <a:pt x="26564" y="18846"/>
                    <a:pt x="26680" y="17249"/>
                    <a:pt x="26120" y="15890"/>
                  </a:cubicBezTo>
                  <a:cubicBezTo>
                    <a:pt x="26123" y="15887"/>
                    <a:pt x="26131" y="15886"/>
                    <a:pt x="26135" y="15880"/>
                  </a:cubicBezTo>
                  <a:cubicBezTo>
                    <a:pt x="27365" y="15141"/>
                    <a:pt x="28288" y="13927"/>
                    <a:pt x="28627" y="12526"/>
                  </a:cubicBezTo>
                  <a:cubicBezTo>
                    <a:pt x="28628" y="12520"/>
                    <a:pt x="28627" y="12514"/>
                    <a:pt x="28628" y="12505"/>
                  </a:cubicBezTo>
                  <a:cubicBezTo>
                    <a:pt x="29001" y="12612"/>
                    <a:pt x="29371" y="12739"/>
                    <a:pt x="29729" y="12904"/>
                  </a:cubicBezTo>
                  <a:cubicBezTo>
                    <a:pt x="30103" y="13074"/>
                    <a:pt x="30463" y="13285"/>
                    <a:pt x="30783" y="13542"/>
                  </a:cubicBezTo>
                  <a:cubicBezTo>
                    <a:pt x="30856" y="13433"/>
                    <a:pt x="30924" y="13321"/>
                    <a:pt x="30982" y="13203"/>
                  </a:cubicBezTo>
                  <a:cubicBezTo>
                    <a:pt x="30126" y="12555"/>
                    <a:pt x="29040" y="12183"/>
                    <a:pt x="27983" y="11954"/>
                  </a:cubicBezTo>
                  <a:cubicBezTo>
                    <a:pt x="27182" y="11783"/>
                    <a:pt x="26359" y="11662"/>
                    <a:pt x="25555" y="11488"/>
                  </a:cubicBezTo>
                  <a:cubicBezTo>
                    <a:pt x="25742" y="10163"/>
                    <a:pt x="25370" y="8785"/>
                    <a:pt x="24524" y="7742"/>
                  </a:cubicBezTo>
                  <a:cubicBezTo>
                    <a:pt x="24481" y="7690"/>
                    <a:pt x="24427" y="7668"/>
                    <a:pt x="24373" y="7668"/>
                  </a:cubicBezTo>
                  <a:close/>
                  <a:moveTo>
                    <a:pt x="17080" y="17973"/>
                  </a:moveTo>
                  <a:cubicBezTo>
                    <a:pt x="17012" y="17973"/>
                    <a:pt x="16948" y="18011"/>
                    <a:pt x="16924" y="18100"/>
                  </a:cubicBezTo>
                  <a:cubicBezTo>
                    <a:pt x="16706" y="18921"/>
                    <a:pt x="16733" y="19766"/>
                    <a:pt x="16967" y="20544"/>
                  </a:cubicBezTo>
                  <a:cubicBezTo>
                    <a:pt x="16928" y="20546"/>
                    <a:pt x="16889" y="20547"/>
                    <a:pt x="16851" y="20547"/>
                  </a:cubicBezTo>
                  <a:cubicBezTo>
                    <a:pt x="15996" y="20547"/>
                    <a:pt x="15225" y="20011"/>
                    <a:pt x="14928" y="19185"/>
                  </a:cubicBezTo>
                  <a:cubicBezTo>
                    <a:pt x="14900" y="19103"/>
                    <a:pt x="14839" y="19069"/>
                    <a:pt x="14775" y="19069"/>
                  </a:cubicBezTo>
                  <a:cubicBezTo>
                    <a:pt x="14653" y="19069"/>
                    <a:pt x="14519" y="19194"/>
                    <a:pt x="14575" y="19347"/>
                  </a:cubicBezTo>
                  <a:cubicBezTo>
                    <a:pt x="14919" y="20316"/>
                    <a:pt x="15854" y="20937"/>
                    <a:pt x="16854" y="20937"/>
                  </a:cubicBezTo>
                  <a:cubicBezTo>
                    <a:pt x="16935" y="20937"/>
                    <a:pt x="17016" y="20933"/>
                    <a:pt x="17097" y="20925"/>
                  </a:cubicBezTo>
                  <a:cubicBezTo>
                    <a:pt x="17313" y="21466"/>
                    <a:pt x="17637" y="21967"/>
                    <a:pt x="18053" y="22386"/>
                  </a:cubicBezTo>
                  <a:cubicBezTo>
                    <a:pt x="18162" y="22311"/>
                    <a:pt x="18266" y="22229"/>
                    <a:pt x="18367" y="22140"/>
                  </a:cubicBezTo>
                  <a:cubicBezTo>
                    <a:pt x="17963" y="21739"/>
                    <a:pt x="17646" y="21259"/>
                    <a:pt x="17439" y="20736"/>
                  </a:cubicBezTo>
                  <a:cubicBezTo>
                    <a:pt x="17449" y="20668"/>
                    <a:pt x="17423" y="20593"/>
                    <a:pt x="17368" y="20550"/>
                  </a:cubicBezTo>
                  <a:cubicBezTo>
                    <a:pt x="17121" y="19820"/>
                    <a:pt x="17081" y="19023"/>
                    <a:pt x="17289" y="18238"/>
                  </a:cubicBezTo>
                  <a:cubicBezTo>
                    <a:pt x="17330" y="18086"/>
                    <a:pt x="17199" y="17973"/>
                    <a:pt x="17080" y="1797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21" name="Google Shape;721;p42"/>
          <p:cNvSpPr/>
          <p:nvPr/>
        </p:nvSpPr>
        <p:spPr>
          <a:xfrm>
            <a:off x="6778555" y="1264474"/>
            <a:ext cx="1652556" cy="1493509"/>
          </a:xfrm>
          <a:custGeom>
            <a:avLst/>
            <a:gdLst/>
            <a:ahLst/>
            <a:cxnLst/>
            <a:rect l="l" t="t" r="r" b="b"/>
            <a:pathLst>
              <a:path w="28741" h="25974" extrusionOk="0">
                <a:moveTo>
                  <a:pt x="28193" y="1"/>
                </a:moveTo>
                <a:cubicBezTo>
                  <a:pt x="28193" y="2237"/>
                  <a:pt x="22616" y="4044"/>
                  <a:pt x="15736" y="4044"/>
                </a:cubicBezTo>
                <a:cubicBezTo>
                  <a:pt x="8965" y="4044"/>
                  <a:pt x="3455" y="2291"/>
                  <a:pt x="3283" y="107"/>
                </a:cubicBezTo>
                <a:lnTo>
                  <a:pt x="3283" y="107"/>
                </a:lnTo>
                <a:cubicBezTo>
                  <a:pt x="3280" y="245"/>
                  <a:pt x="3283" y="383"/>
                  <a:pt x="3287" y="523"/>
                </a:cubicBezTo>
                <a:cubicBezTo>
                  <a:pt x="3340" y="2186"/>
                  <a:pt x="3788" y="3899"/>
                  <a:pt x="3264" y="5480"/>
                </a:cubicBezTo>
                <a:cubicBezTo>
                  <a:pt x="2908" y="6558"/>
                  <a:pt x="2102" y="7479"/>
                  <a:pt x="1079" y="7972"/>
                </a:cubicBezTo>
                <a:cubicBezTo>
                  <a:pt x="608" y="8195"/>
                  <a:pt x="0" y="8471"/>
                  <a:pt x="23" y="8992"/>
                </a:cubicBezTo>
                <a:cubicBezTo>
                  <a:pt x="34" y="9229"/>
                  <a:pt x="185" y="9432"/>
                  <a:pt x="342" y="9612"/>
                </a:cubicBezTo>
                <a:cubicBezTo>
                  <a:pt x="916" y="10280"/>
                  <a:pt x="1607" y="10847"/>
                  <a:pt x="2374" y="11277"/>
                </a:cubicBezTo>
                <a:cubicBezTo>
                  <a:pt x="2275" y="11545"/>
                  <a:pt x="2137" y="11795"/>
                  <a:pt x="1970" y="12023"/>
                </a:cubicBezTo>
                <a:cubicBezTo>
                  <a:pt x="1819" y="12222"/>
                  <a:pt x="1631" y="12440"/>
                  <a:pt x="1665" y="12689"/>
                </a:cubicBezTo>
                <a:cubicBezTo>
                  <a:pt x="1681" y="12815"/>
                  <a:pt x="1752" y="12921"/>
                  <a:pt x="1822" y="13026"/>
                </a:cubicBezTo>
                <a:cubicBezTo>
                  <a:pt x="1921" y="13174"/>
                  <a:pt x="2021" y="13329"/>
                  <a:pt x="2159" y="13442"/>
                </a:cubicBezTo>
                <a:cubicBezTo>
                  <a:pt x="2268" y="13536"/>
                  <a:pt x="2406" y="13605"/>
                  <a:pt x="2546" y="13612"/>
                </a:cubicBezTo>
                <a:cubicBezTo>
                  <a:pt x="2102" y="13965"/>
                  <a:pt x="1679" y="14429"/>
                  <a:pt x="1791" y="14963"/>
                </a:cubicBezTo>
                <a:cubicBezTo>
                  <a:pt x="1842" y="15217"/>
                  <a:pt x="2011" y="15427"/>
                  <a:pt x="2153" y="15643"/>
                </a:cubicBezTo>
                <a:cubicBezTo>
                  <a:pt x="2683" y="16453"/>
                  <a:pt x="2890" y="17469"/>
                  <a:pt x="2719" y="18423"/>
                </a:cubicBezTo>
                <a:cubicBezTo>
                  <a:pt x="2627" y="18942"/>
                  <a:pt x="2438" y="19519"/>
                  <a:pt x="2729" y="19957"/>
                </a:cubicBezTo>
                <a:cubicBezTo>
                  <a:pt x="2875" y="20172"/>
                  <a:pt x="3111" y="20304"/>
                  <a:pt x="3348" y="20406"/>
                </a:cubicBezTo>
                <a:cubicBezTo>
                  <a:pt x="3933" y="20647"/>
                  <a:pt x="4564" y="20719"/>
                  <a:pt x="5201" y="20719"/>
                </a:cubicBezTo>
                <a:cubicBezTo>
                  <a:pt x="5566" y="20719"/>
                  <a:pt x="5934" y="20696"/>
                  <a:pt x="6297" y="20666"/>
                </a:cubicBezTo>
                <a:cubicBezTo>
                  <a:pt x="7703" y="20553"/>
                  <a:pt x="9113" y="20367"/>
                  <a:pt x="10451" y="19912"/>
                </a:cubicBezTo>
                <a:cubicBezTo>
                  <a:pt x="10506" y="19896"/>
                  <a:pt x="10560" y="19877"/>
                  <a:pt x="10615" y="19855"/>
                </a:cubicBezTo>
                <a:lnTo>
                  <a:pt x="10615" y="19855"/>
                </a:lnTo>
                <a:cubicBezTo>
                  <a:pt x="10665" y="20517"/>
                  <a:pt x="10644" y="21185"/>
                  <a:pt x="10558" y="21840"/>
                </a:cubicBezTo>
                <a:cubicBezTo>
                  <a:pt x="10371" y="23307"/>
                  <a:pt x="9853" y="24733"/>
                  <a:pt x="9046" y="25973"/>
                </a:cubicBezTo>
                <a:lnTo>
                  <a:pt x="24365" y="21838"/>
                </a:lnTo>
                <a:cubicBezTo>
                  <a:pt x="23856" y="19266"/>
                  <a:pt x="25169" y="11665"/>
                  <a:pt x="25169" y="11646"/>
                </a:cubicBezTo>
                <a:cubicBezTo>
                  <a:pt x="27736" y="7997"/>
                  <a:pt x="28741" y="3803"/>
                  <a:pt x="28193"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42"/>
          <p:cNvSpPr/>
          <p:nvPr/>
        </p:nvSpPr>
        <p:spPr>
          <a:xfrm>
            <a:off x="7808897" y="1376140"/>
            <a:ext cx="391103" cy="514396"/>
          </a:xfrm>
          <a:custGeom>
            <a:avLst/>
            <a:gdLst/>
            <a:ahLst/>
            <a:cxnLst/>
            <a:rect l="l" t="t" r="r" b="b"/>
            <a:pathLst>
              <a:path w="6802" h="8946" extrusionOk="0">
                <a:moveTo>
                  <a:pt x="3359" y="0"/>
                </a:moveTo>
                <a:cubicBezTo>
                  <a:pt x="3115" y="0"/>
                  <a:pt x="2870" y="38"/>
                  <a:pt x="2632" y="117"/>
                </a:cubicBezTo>
                <a:cubicBezTo>
                  <a:pt x="2472" y="149"/>
                  <a:pt x="2311" y="194"/>
                  <a:pt x="2160" y="260"/>
                </a:cubicBezTo>
                <a:cubicBezTo>
                  <a:pt x="1310" y="612"/>
                  <a:pt x="796" y="1405"/>
                  <a:pt x="498" y="2241"/>
                </a:cubicBezTo>
                <a:cubicBezTo>
                  <a:pt x="149" y="3229"/>
                  <a:pt x="0" y="4334"/>
                  <a:pt x="51" y="5378"/>
                </a:cubicBezTo>
                <a:cubicBezTo>
                  <a:pt x="98" y="6378"/>
                  <a:pt x="331" y="7524"/>
                  <a:pt x="1014" y="8293"/>
                </a:cubicBezTo>
                <a:cubicBezTo>
                  <a:pt x="1426" y="8757"/>
                  <a:pt x="1904" y="8946"/>
                  <a:pt x="2398" y="8946"/>
                </a:cubicBezTo>
                <a:cubicBezTo>
                  <a:pt x="3679" y="8946"/>
                  <a:pt x="5068" y="7676"/>
                  <a:pt x="5688" y="6663"/>
                </a:cubicBezTo>
                <a:cubicBezTo>
                  <a:pt x="6713" y="4986"/>
                  <a:pt x="6802" y="2516"/>
                  <a:pt x="5454" y="982"/>
                </a:cubicBezTo>
                <a:cubicBezTo>
                  <a:pt x="4931" y="388"/>
                  <a:pt x="4149" y="0"/>
                  <a:pt x="3359"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42"/>
          <p:cNvSpPr/>
          <p:nvPr/>
        </p:nvSpPr>
        <p:spPr>
          <a:xfrm>
            <a:off x="6949905" y="1266774"/>
            <a:ext cx="1470977" cy="1253446"/>
          </a:xfrm>
          <a:custGeom>
            <a:avLst/>
            <a:gdLst/>
            <a:ahLst/>
            <a:cxnLst/>
            <a:rect l="l" t="t" r="r" b="b"/>
            <a:pathLst>
              <a:path w="25583" h="21799" extrusionOk="0">
                <a:moveTo>
                  <a:pt x="279" y="1"/>
                </a:moveTo>
                <a:cubicBezTo>
                  <a:pt x="135" y="1"/>
                  <a:pt x="0" y="205"/>
                  <a:pt x="121" y="360"/>
                </a:cubicBezTo>
                <a:cubicBezTo>
                  <a:pt x="1879" y="2592"/>
                  <a:pt x="4740" y="3350"/>
                  <a:pt x="7372" y="3997"/>
                </a:cubicBezTo>
                <a:cubicBezTo>
                  <a:pt x="7391" y="4001"/>
                  <a:pt x="7409" y="4004"/>
                  <a:pt x="7427" y="4004"/>
                </a:cubicBezTo>
                <a:cubicBezTo>
                  <a:pt x="7642" y="4004"/>
                  <a:pt x="7718" y="3662"/>
                  <a:pt x="7481" y="3604"/>
                </a:cubicBezTo>
                <a:cubicBezTo>
                  <a:pt x="4912" y="2970"/>
                  <a:pt x="2128" y="2252"/>
                  <a:pt x="411" y="71"/>
                </a:cubicBezTo>
                <a:cubicBezTo>
                  <a:pt x="371" y="22"/>
                  <a:pt x="325" y="1"/>
                  <a:pt x="279" y="1"/>
                </a:cubicBezTo>
                <a:close/>
                <a:moveTo>
                  <a:pt x="25290" y="128"/>
                </a:moveTo>
                <a:cubicBezTo>
                  <a:pt x="25228" y="128"/>
                  <a:pt x="25165" y="153"/>
                  <a:pt x="25118" y="214"/>
                </a:cubicBezTo>
                <a:cubicBezTo>
                  <a:pt x="24041" y="1617"/>
                  <a:pt x="22439" y="2562"/>
                  <a:pt x="20700" y="2860"/>
                </a:cubicBezTo>
                <a:cubicBezTo>
                  <a:pt x="20125" y="2188"/>
                  <a:pt x="19271" y="1792"/>
                  <a:pt x="18385" y="1792"/>
                </a:cubicBezTo>
                <a:cubicBezTo>
                  <a:pt x="18272" y="1792"/>
                  <a:pt x="18159" y="1798"/>
                  <a:pt x="18045" y="1811"/>
                </a:cubicBezTo>
                <a:cubicBezTo>
                  <a:pt x="16876" y="1947"/>
                  <a:pt x="15893" y="2802"/>
                  <a:pt x="15537" y="3909"/>
                </a:cubicBezTo>
                <a:cubicBezTo>
                  <a:pt x="15183" y="3927"/>
                  <a:pt x="14829" y="3936"/>
                  <a:pt x="14474" y="3936"/>
                </a:cubicBezTo>
                <a:cubicBezTo>
                  <a:pt x="13876" y="3936"/>
                  <a:pt x="13278" y="3911"/>
                  <a:pt x="12682" y="3859"/>
                </a:cubicBezTo>
                <a:cubicBezTo>
                  <a:pt x="12674" y="3858"/>
                  <a:pt x="12667" y="3858"/>
                  <a:pt x="12660" y="3858"/>
                </a:cubicBezTo>
                <a:cubicBezTo>
                  <a:pt x="12420" y="3858"/>
                  <a:pt x="12429" y="4244"/>
                  <a:pt x="12682" y="4269"/>
                </a:cubicBezTo>
                <a:cubicBezTo>
                  <a:pt x="13281" y="4319"/>
                  <a:pt x="13882" y="4344"/>
                  <a:pt x="14484" y="4344"/>
                </a:cubicBezTo>
                <a:cubicBezTo>
                  <a:pt x="14896" y="4344"/>
                  <a:pt x="15309" y="4332"/>
                  <a:pt x="15720" y="4308"/>
                </a:cubicBezTo>
                <a:cubicBezTo>
                  <a:pt x="15861" y="4299"/>
                  <a:pt x="15925" y="4177"/>
                  <a:pt x="15915" y="4068"/>
                </a:cubicBezTo>
                <a:cubicBezTo>
                  <a:pt x="16180" y="3194"/>
                  <a:pt x="16898" y="2485"/>
                  <a:pt x="17792" y="2267"/>
                </a:cubicBezTo>
                <a:cubicBezTo>
                  <a:pt x="17985" y="2220"/>
                  <a:pt x="18182" y="2197"/>
                  <a:pt x="18378" y="2197"/>
                </a:cubicBezTo>
                <a:cubicBezTo>
                  <a:pt x="19151" y="2197"/>
                  <a:pt x="19917" y="2546"/>
                  <a:pt x="20412" y="3149"/>
                </a:cubicBezTo>
                <a:cubicBezTo>
                  <a:pt x="21101" y="3986"/>
                  <a:pt x="21231" y="5155"/>
                  <a:pt x="21033" y="6189"/>
                </a:cubicBezTo>
                <a:cubicBezTo>
                  <a:pt x="20834" y="7224"/>
                  <a:pt x="20390" y="8299"/>
                  <a:pt x="19726" y="9126"/>
                </a:cubicBezTo>
                <a:cubicBezTo>
                  <a:pt x="19127" y="9870"/>
                  <a:pt x="18241" y="10436"/>
                  <a:pt x="17287" y="10436"/>
                </a:cubicBezTo>
                <a:cubicBezTo>
                  <a:pt x="17093" y="10436"/>
                  <a:pt x="16897" y="10413"/>
                  <a:pt x="16700" y="10363"/>
                </a:cubicBezTo>
                <a:cubicBezTo>
                  <a:pt x="16681" y="10358"/>
                  <a:pt x="16663" y="10356"/>
                  <a:pt x="16646" y="10356"/>
                </a:cubicBezTo>
                <a:cubicBezTo>
                  <a:pt x="16431" y="10356"/>
                  <a:pt x="16356" y="10697"/>
                  <a:pt x="16591" y="10756"/>
                </a:cubicBezTo>
                <a:cubicBezTo>
                  <a:pt x="16851" y="10821"/>
                  <a:pt x="17101" y="10852"/>
                  <a:pt x="17343" y="10852"/>
                </a:cubicBezTo>
                <a:cubicBezTo>
                  <a:pt x="19479" y="10852"/>
                  <a:pt x="20911" y="8469"/>
                  <a:pt x="21364" y="6573"/>
                </a:cubicBezTo>
                <a:cubicBezTo>
                  <a:pt x="21632" y="5458"/>
                  <a:pt x="21588" y="4213"/>
                  <a:pt x="20964" y="3225"/>
                </a:cubicBezTo>
                <a:cubicBezTo>
                  <a:pt x="22753" y="2877"/>
                  <a:pt x="24359" y="1865"/>
                  <a:pt x="25469" y="420"/>
                </a:cubicBezTo>
                <a:cubicBezTo>
                  <a:pt x="25583" y="273"/>
                  <a:pt x="25440" y="128"/>
                  <a:pt x="25290" y="128"/>
                </a:cubicBezTo>
                <a:close/>
                <a:moveTo>
                  <a:pt x="10975" y="17596"/>
                </a:moveTo>
                <a:cubicBezTo>
                  <a:pt x="10110" y="18633"/>
                  <a:pt x="8910" y="19357"/>
                  <a:pt x="7635" y="19815"/>
                </a:cubicBezTo>
                <a:cubicBezTo>
                  <a:pt x="7685" y="20477"/>
                  <a:pt x="7664" y="21144"/>
                  <a:pt x="7578" y="21798"/>
                </a:cubicBezTo>
                <a:cubicBezTo>
                  <a:pt x="9143" y="20837"/>
                  <a:pt x="10364" y="19331"/>
                  <a:pt x="10985" y="17601"/>
                </a:cubicBezTo>
                <a:lnTo>
                  <a:pt x="10975" y="1759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42"/>
          <p:cNvSpPr txBox="1">
            <a:spLocks noGrp="1"/>
          </p:cNvSpPr>
          <p:nvPr>
            <p:ph type="title"/>
          </p:nvPr>
        </p:nvSpPr>
        <p:spPr>
          <a:xfrm>
            <a:off x="1095600" y="2890550"/>
            <a:ext cx="6952800" cy="1265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Salud mental</a:t>
            </a:r>
            <a:endParaRPr dirty="0"/>
          </a:p>
        </p:txBody>
      </p:sp>
      <p:sp>
        <p:nvSpPr>
          <p:cNvPr id="726" name="Google Shape;726;p42"/>
          <p:cNvSpPr txBox="1">
            <a:spLocks noGrp="1"/>
          </p:cNvSpPr>
          <p:nvPr>
            <p:ph type="subTitle" idx="1"/>
          </p:nvPr>
        </p:nvSpPr>
        <p:spPr>
          <a:xfrm>
            <a:off x="1096200" y="4069025"/>
            <a:ext cx="6951600" cy="548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endParaRPr dirty="0"/>
          </a:p>
        </p:txBody>
      </p:sp>
      <p:sp>
        <p:nvSpPr>
          <p:cNvPr id="727" name="Google Shape;727;p42"/>
          <p:cNvSpPr/>
          <p:nvPr/>
        </p:nvSpPr>
        <p:spPr>
          <a:xfrm flipH="1">
            <a:off x="712890" y="1264474"/>
            <a:ext cx="1652556" cy="1493509"/>
          </a:xfrm>
          <a:custGeom>
            <a:avLst/>
            <a:gdLst/>
            <a:ahLst/>
            <a:cxnLst/>
            <a:rect l="l" t="t" r="r" b="b"/>
            <a:pathLst>
              <a:path w="28741" h="25974" extrusionOk="0">
                <a:moveTo>
                  <a:pt x="28193" y="1"/>
                </a:moveTo>
                <a:cubicBezTo>
                  <a:pt x="28193" y="2237"/>
                  <a:pt x="22616" y="4044"/>
                  <a:pt x="15736" y="4044"/>
                </a:cubicBezTo>
                <a:cubicBezTo>
                  <a:pt x="8965" y="4044"/>
                  <a:pt x="3455" y="2291"/>
                  <a:pt x="3283" y="107"/>
                </a:cubicBezTo>
                <a:lnTo>
                  <a:pt x="3283" y="107"/>
                </a:lnTo>
                <a:cubicBezTo>
                  <a:pt x="3280" y="245"/>
                  <a:pt x="3283" y="383"/>
                  <a:pt x="3287" y="523"/>
                </a:cubicBezTo>
                <a:cubicBezTo>
                  <a:pt x="3340" y="2186"/>
                  <a:pt x="3788" y="3899"/>
                  <a:pt x="3264" y="5480"/>
                </a:cubicBezTo>
                <a:cubicBezTo>
                  <a:pt x="2908" y="6558"/>
                  <a:pt x="2102" y="7479"/>
                  <a:pt x="1079" y="7972"/>
                </a:cubicBezTo>
                <a:cubicBezTo>
                  <a:pt x="608" y="8195"/>
                  <a:pt x="0" y="8471"/>
                  <a:pt x="23" y="8992"/>
                </a:cubicBezTo>
                <a:cubicBezTo>
                  <a:pt x="34" y="9229"/>
                  <a:pt x="185" y="9432"/>
                  <a:pt x="342" y="9612"/>
                </a:cubicBezTo>
                <a:cubicBezTo>
                  <a:pt x="916" y="10280"/>
                  <a:pt x="1607" y="10847"/>
                  <a:pt x="2374" y="11277"/>
                </a:cubicBezTo>
                <a:cubicBezTo>
                  <a:pt x="2275" y="11545"/>
                  <a:pt x="2137" y="11795"/>
                  <a:pt x="1970" y="12023"/>
                </a:cubicBezTo>
                <a:cubicBezTo>
                  <a:pt x="1819" y="12222"/>
                  <a:pt x="1631" y="12440"/>
                  <a:pt x="1665" y="12689"/>
                </a:cubicBezTo>
                <a:cubicBezTo>
                  <a:pt x="1681" y="12815"/>
                  <a:pt x="1752" y="12921"/>
                  <a:pt x="1822" y="13026"/>
                </a:cubicBezTo>
                <a:cubicBezTo>
                  <a:pt x="1921" y="13174"/>
                  <a:pt x="2021" y="13329"/>
                  <a:pt x="2159" y="13442"/>
                </a:cubicBezTo>
                <a:cubicBezTo>
                  <a:pt x="2268" y="13536"/>
                  <a:pt x="2406" y="13605"/>
                  <a:pt x="2546" y="13612"/>
                </a:cubicBezTo>
                <a:cubicBezTo>
                  <a:pt x="2102" y="13965"/>
                  <a:pt x="1679" y="14429"/>
                  <a:pt x="1791" y="14963"/>
                </a:cubicBezTo>
                <a:cubicBezTo>
                  <a:pt x="1842" y="15217"/>
                  <a:pt x="2011" y="15427"/>
                  <a:pt x="2153" y="15643"/>
                </a:cubicBezTo>
                <a:cubicBezTo>
                  <a:pt x="2683" y="16453"/>
                  <a:pt x="2890" y="17469"/>
                  <a:pt x="2719" y="18423"/>
                </a:cubicBezTo>
                <a:cubicBezTo>
                  <a:pt x="2627" y="18942"/>
                  <a:pt x="2438" y="19519"/>
                  <a:pt x="2729" y="19957"/>
                </a:cubicBezTo>
                <a:cubicBezTo>
                  <a:pt x="2875" y="20172"/>
                  <a:pt x="3111" y="20304"/>
                  <a:pt x="3348" y="20406"/>
                </a:cubicBezTo>
                <a:cubicBezTo>
                  <a:pt x="3933" y="20647"/>
                  <a:pt x="4564" y="20719"/>
                  <a:pt x="5201" y="20719"/>
                </a:cubicBezTo>
                <a:cubicBezTo>
                  <a:pt x="5566" y="20719"/>
                  <a:pt x="5934" y="20696"/>
                  <a:pt x="6297" y="20666"/>
                </a:cubicBezTo>
                <a:cubicBezTo>
                  <a:pt x="7703" y="20553"/>
                  <a:pt x="9113" y="20367"/>
                  <a:pt x="10451" y="19912"/>
                </a:cubicBezTo>
                <a:cubicBezTo>
                  <a:pt x="10506" y="19896"/>
                  <a:pt x="10560" y="19877"/>
                  <a:pt x="10615" y="19855"/>
                </a:cubicBezTo>
                <a:lnTo>
                  <a:pt x="10615" y="19855"/>
                </a:lnTo>
                <a:cubicBezTo>
                  <a:pt x="10665" y="20517"/>
                  <a:pt x="10644" y="21185"/>
                  <a:pt x="10558" y="21840"/>
                </a:cubicBezTo>
                <a:cubicBezTo>
                  <a:pt x="10371" y="23307"/>
                  <a:pt x="9853" y="24733"/>
                  <a:pt x="9046" y="25973"/>
                </a:cubicBezTo>
                <a:lnTo>
                  <a:pt x="24365" y="21838"/>
                </a:lnTo>
                <a:cubicBezTo>
                  <a:pt x="23856" y="19266"/>
                  <a:pt x="25169" y="11665"/>
                  <a:pt x="25169" y="11646"/>
                </a:cubicBezTo>
                <a:cubicBezTo>
                  <a:pt x="27736" y="7997"/>
                  <a:pt x="28741" y="3803"/>
                  <a:pt x="28193"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2"/>
          <p:cNvSpPr/>
          <p:nvPr/>
        </p:nvSpPr>
        <p:spPr>
          <a:xfrm flipH="1">
            <a:off x="744393" y="1032058"/>
            <a:ext cx="1432280" cy="465119"/>
          </a:xfrm>
          <a:custGeom>
            <a:avLst/>
            <a:gdLst/>
            <a:ahLst/>
            <a:cxnLst/>
            <a:rect l="l" t="t" r="r" b="b"/>
            <a:pathLst>
              <a:path w="24910" h="8089" extrusionOk="0">
                <a:moveTo>
                  <a:pt x="12450" y="1"/>
                </a:moveTo>
                <a:cubicBezTo>
                  <a:pt x="9828" y="1"/>
                  <a:pt x="7400" y="262"/>
                  <a:pt x="5397" y="712"/>
                </a:cubicBezTo>
                <a:cubicBezTo>
                  <a:pt x="2249" y="1417"/>
                  <a:pt x="148" y="2579"/>
                  <a:pt x="4" y="3899"/>
                </a:cubicBezTo>
                <a:cubicBezTo>
                  <a:pt x="4" y="3903"/>
                  <a:pt x="3" y="3910"/>
                  <a:pt x="4" y="3913"/>
                </a:cubicBezTo>
                <a:cubicBezTo>
                  <a:pt x="3" y="3990"/>
                  <a:pt x="0" y="4070"/>
                  <a:pt x="0" y="4146"/>
                </a:cubicBezTo>
                <a:lnTo>
                  <a:pt x="0" y="4149"/>
                </a:lnTo>
                <a:cubicBezTo>
                  <a:pt x="115" y="5584"/>
                  <a:pt x="2533" y="6834"/>
                  <a:pt x="6098" y="7522"/>
                </a:cubicBezTo>
                <a:cubicBezTo>
                  <a:pt x="7959" y="7882"/>
                  <a:pt x="10131" y="8089"/>
                  <a:pt x="12453" y="8089"/>
                </a:cubicBezTo>
                <a:cubicBezTo>
                  <a:pt x="14447" y="8089"/>
                  <a:pt x="16330" y="7933"/>
                  <a:pt x="17999" y="7664"/>
                </a:cubicBezTo>
                <a:cubicBezTo>
                  <a:pt x="22095" y="7003"/>
                  <a:pt x="24910" y="5632"/>
                  <a:pt x="24910" y="4044"/>
                </a:cubicBezTo>
                <a:cubicBezTo>
                  <a:pt x="24889" y="3903"/>
                  <a:pt x="24866" y="3763"/>
                  <a:pt x="24837" y="3621"/>
                </a:cubicBezTo>
                <a:cubicBezTo>
                  <a:pt x="24417" y="2311"/>
                  <a:pt x="22067" y="1184"/>
                  <a:pt x="18723" y="550"/>
                </a:cubicBezTo>
                <a:cubicBezTo>
                  <a:pt x="16883" y="201"/>
                  <a:pt x="14735" y="1"/>
                  <a:pt x="1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42"/>
          <p:cNvSpPr/>
          <p:nvPr/>
        </p:nvSpPr>
        <p:spPr>
          <a:xfrm flipH="1">
            <a:off x="855072" y="546182"/>
            <a:ext cx="1167961" cy="1072090"/>
          </a:xfrm>
          <a:custGeom>
            <a:avLst/>
            <a:gdLst/>
            <a:ahLst/>
            <a:cxnLst/>
            <a:rect l="l" t="t" r="r" b="b"/>
            <a:pathLst>
              <a:path w="20313" h="18645" extrusionOk="0">
                <a:moveTo>
                  <a:pt x="10077" y="1"/>
                </a:moveTo>
                <a:cubicBezTo>
                  <a:pt x="10071" y="1"/>
                  <a:pt x="10065" y="1"/>
                  <a:pt x="10058" y="1"/>
                </a:cubicBezTo>
                <a:cubicBezTo>
                  <a:pt x="9134" y="4"/>
                  <a:pt x="8218" y="440"/>
                  <a:pt x="7630" y="1157"/>
                </a:cubicBezTo>
                <a:cubicBezTo>
                  <a:pt x="7405" y="1081"/>
                  <a:pt x="7175" y="1046"/>
                  <a:pt x="6945" y="1046"/>
                </a:cubicBezTo>
                <a:cubicBezTo>
                  <a:pt x="6426" y="1046"/>
                  <a:pt x="5909" y="1223"/>
                  <a:pt x="5454" y="1503"/>
                </a:cubicBezTo>
                <a:cubicBezTo>
                  <a:pt x="4794" y="1908"/>
                  <a:pt x="4329" y="2618"/>
                  <a:pt x="4218" y="3384"/>
                </a:cubicBezTo>
                <a:cubicBezTo>
                  <a:pt x="4160" y="3380"/>
                  <a:pt x="4103" y="3379"/>
                  <a:pt x="4045" y="3379"/>
                </a:cubicBezTo>
                <a:cubicBezTo>
                  <a:pt x="3130" y="3379"/>
                  <a:pt x="2189" y="3817"/>
                  <a:pt x="1672" y="4567"/>
                </a:cubicBezTo>
                <a:cubicBezTo>
                  <a:pt x="1121" y="5366"/>
                  <a:pt x="1020" y="6452"/>
                  <a:pt x="1415" y="7334"/>
                </a:cubicBezTo>
                <a:cubicBezTo>
                  <a:pt x="809" y="7456"/>
                  <a:pt x="295" y="7936"/>
                  <a:pt x="147" y="8537"/>
                </a:cubicBezTo>
                <a:cubicBezTo>
                  <a:pt x="0" y="9138"/>
                  <a:pt x="227" y="9816"/>
                  <a:pt x="705" y="10204"/>
                </a:cubicBezTo>
                <a:cubicBezTo>
                  <a:pt x="468" y="10899"/>
                  <a:pt x="627" y="11769"/>
                  <a:pt x="1066" y="12354"/>
                </a:cubicBezTo>
                <a:cubicBezTo>
                  <a:pt x="1507" y="12940"/>
                  <a:pt x="2184" y="13321"/>
                  <a:pt x="2896" y="13486"/>
                </a:cubicBezTo>
                <a:cubicBezTo>
                  <a:pt x="3201" y="13555"/>
                  <a:pt x="3516" y="13585"/>
                  <a:pt x="3833" y="13585"/>
                </a:cubicBezTo>
                <a:cubicBezTo>
                  <a:pt x="4259" y="13585"/>
                  <a:pt x="4689" y="13531"/>
                  <a:pt x="5101" y="13449"/>
                </a:cubicBezTo>
                <a:cubicBezTo>
                  <a:pt x="5172" y="14250"/>
                  <a:pt x="5697" y="14973"/>
                  <a:pt x="6386" y="15393"/>
                </a:cubicBezTo>
                <a:cubicBezTo>
                  <a:pt x="6992" y="15764"/>
                  <a:pt x="7710" y="15916"/>
                  <a:pt x="8424" y="15916"/>
                </a:cubicBezTo>
                <a:cubicBezTo>
                  <a:pt x="8520" y="15916"/>
                  <a:pt x="8615" y="15913"/>
                  <a:pt x="8711" y="15908"/>
                </a:cubicBezTo>
                <a:cubicBezTo>
                  <a:pt x="9516" y="15863"/>
                  <a:pt x="10301" y="15645"/>
                  <a:pt x="11065" y="15390"/>
                </a:cubicBezTo>
                <a:cubicBezTo>
                  <a:pt x="11262" y="16194"/>
                  <a:pt x="12069" y="16626"/>
                  <a:pt x="12783" y="17048"/>
                </a:cubicBezTo>
                <a:cubicBezTo>
                  <a:pt x="13497" y="17468"/>
                  <a:pt x="14278" y="17900"/>
                  <a:pt x="14641" y="18644"/>
                </a:cubicBezTo>
                <a:cubicBezTo>
                  <a:pt x="14946" y="18577"/>
                  <a:pt x="15307" y="18502"/>
                  <a:pt x="15615" y="18433"/>
                </a:cubicBezTo>
                <a:cubicBezTo>
                  <a:pt x="15438" y="17779"/>
                  <a:pt x="15093" y="17078"/>
                  <a:pt x="14592" y="16623"/>
                </a:cubicBezTo>
                <a:lnTo>
                  <a:pt x="14592" y="16623"/>
                </a:lnTo>
                <a:cubicBezTo>
                  <a:pt x="15034" y="16924"/>
                  <a:pt x="15565" y="17073"/>
                  <a:pt x="16095" y="17073"/>
                </a:cubicBezTo>
                <a:cubicBezTo>
                  <a:pt x="16749" y="17073"/>
                  <a:pt x="17401" y="16845"/>
                  <a:pt x="17883" y="16396"/>
                </a:cubicBezTo>
                <a:cubicBezTo>
                  <a:pt x="18757" y="15584"/>
                  <a:pt x="18974" y="14150"/>
                  <a:pt x="18376" y="13116"/>
                </a:cubicBezTo>
                <a:cubicBezTo>
                  <a:pt x="19154" y="12882"/>
                  <a:pt x="19920" y="12167"/>
                  <a:pt x="20117" y="11380"/>
                </a:cubicBezTo>
                <a:cubicBezTo>
                  <a:pt x="20313" y="10592"/>
                  <a:pt x="20066" y="9708"/>
                  <a:pt x="19488" y="9138"/>
                </a:cubicBezTo>
                <a:cubicBezTo>
                  <a:pt x="19945" y="8755"/>
                  <a:pt x="20208" y="8145"/>
                  <a:pt x="20067" y="7564"/>
                </a:cubicBezTo>
                <a:cubicBezTo>
                  <a:pt x="19928" y="6982"/>
                  <a:pt x="19443" y="6501"/>
                  <a:pt x="18862" y="6364"/>
                </a:cubicBezTo>
                <a:cubicBezTo>
                  <a:pt x="19078" y="5479"/>
                  <a:pt x="18821" y="4495"/>
                  <a:pt x="18250" y="3784"/>
                </a:cubicBezTo>
                <a:cubicBezTo>
                  <a:pt x="17693" y="3089"/>
                  <a:pt x="16810" y="2668"/>
                  <a:pt x="15921" y="2668"/>
                </a:cubicBezTo>
                <a:cubicBezTo>
                  <a:pt x="15900" y="2668"/>
                  <a:pt x="15879" y="2668"/>
                  <a:pt x="15858" y="2669"/>
                </a:cubicBezTo>
                <a:cubicBezTo>
                  <a:pt x="15586" y="2041"/>
                  <a:pt x="15121" y="1516"/>
                  <a:pt x="14497" y="1237"/>
                </a:cubicBezTo>
                <a:cubicBezTo>
                  <a:pt x="14140" y="1076"/>
                  <a:pt x="13749" y="995"/>
                  <a:pt x="13358" y="995"/>
                </a:cubicBezTo>
                <a:cubicBezTo>
                  <a:pt x="13066" y="995"/>
                  <a:pt x="12775" y="1040"/>
                  <a:pt x="12498" y="1130"/>
                </a:cubicBezTo>
                <a:cubicBezTo>
                  <a:pt x="11907" y="427"/>
                  <a:pt x="10997" y="1"/>
                  <a:pt x="10077" y="1"/>
                </a:cubicBezTo>
                <a:close/>
              </a:path>
            </a:pathLst>
          </a:custGeom>
          <a:gradFill>
            <a:gsLst>
              <a:gs pos="0">
                <a:schemeClr val="accent3"/>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42"/>
          <p:cNvSpPr/>
          <p:nvPr/>
        </p:nvSpPr>
        <p:spPr>
          <a:xfrm flipH="1">
            <a:off x="944001" y="1376140"/>
            <a:ext cx="391103" cy="514396"/>
          </a:xfrm>
          <a:custGeom>
            <a:avLst/>
            <a:gdLst/>
            <a:ahLst/>
            <a:cxnLst/>
            <a:rect l="l" t="t" r="r" b="b"/>
            <a:pathLst>
              <a:path w="6802" h="8946" extrusionOk="0">
                <a:moveTo>
                  <a:pt x="3359" y="0"/>
                </a:moveTo>
                <a:cubicBezTo>
                  <a:pt x="3115" y="0"/>
                  <a:pt x="2870" y="38"/>
                  <a:pt x="2632" y="117"/>
                </a:cubicBezTo>
                <a:cubicBezTo>
                  <a:pt x="2472" y="149"/>
                  <a:pt x="2311" y="194"/>
                  <a:pt x="2160" y="260"/>
                </a:cubicBezTo>
                <a:cubicBezTo>
                  <a:pt x="1310" y="612"/>
                  <a:pt x="796" y="1405"/>
                  <a:pt x="498" y="2241"/>
                </a:cubicBezTo>
                <a:cubicBezTo>
                  <a:pt x="149" y="3229"/>
                  <a:pt x="0" y="4334"/>
                  <a:pt x="51" y="5378"/>
                </a:cubicBezTo>
                <a:cubicBezTo>
                  <a:pt x="98" y="6378"/>
                  <a:pt x="331" y="7524"/>
                  <a:pt x="1014" y="8293"/>
                </a:cubicBezTo>
                <a:cubicBezTo>
                  <a:pt x="1426" y="8757"/>
                  <a:pt x="1904" y="8946"/>
                  <a:pt x="2398" y="8946"/>
                </a:cubicBezTo>
                <a:cubicBezTo>
                  <a:pt x="3679" y="8946"/>
                  <a:pt x="5068" y="7676"/>
                  <a:pt x="5688" y="6663"/>
                </a:cubicBezTo>
                <a:cubicBezTo>
                  <a:pt x="6713" y="4986"/>
                  <a:pt x="6802" y="2516"/>
                  <a:pt x="5454" y="982"/>
                </a:cubicBezTo>
                <a:cubicBezTo>
                  <a:pt x="4931" y="388"/>
                  <a:pt x="4149" y="0"/>
                  <a:pt x="3359"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2"/>
          <p:cNvSpPr/>
          <p:nvPr/>
        </p:nvSpPr>
        <p:spPr>
          <a:xfrm flipH="1">
            <a:off x="723119" y="1266774"/>
            <a:ext cx="1470977" cy="1253446"/>
          </a:xfrm>
          <a:custGeom>
            <a:avLst/>
            <a:gdLst/>
            <a:ahLst/>
            <a:cxnLst/>
            <a:rect l="l" t="t" r="r" b="b"/>
            <a:pathLst>
              <a:path w="25583" h="21799" extrusionOk="0">
                <a:moveTo>
                  <a:pt x="279" y="1"/>
                </a:moveTo>
                <a:cubicBezTo>
                  <a:pt x="135" y="1"/>
                  <a:pt x="0" y="205"/>
                  <a:pt x="121" y="360"/>
                </a:cubicBezTo>
                <a:cubicBezTo>
                  <a:pt x="1879" y="2592"/>
                  <a:pt x="4740" y="3350"/>
                  <a:pt x="7372" y="3997"/>
                </a:cubicBezTo>
                <a:cubicBezTo>
                  <a:pt x="7391" y="4001"/>
                  <a:pt x="7409" y="4004"/>
                  <a:pt x="7427" y="4004"/>
                </a:cubicBezTo>
                <a:cubicBezTo>
                  <a:pt x="7642" y="4004"/>
                  <a:pt x="7718" y="3662"/>
                  <a:pt x="7481" y="3604"/>
                </a:cubicBezTo>
                <a:cubicBezTo>
                  <a:pt x="4912" y="2970"/>
                  <a:pt x="2128" y="2252"/>
                  <a:pt x="411" y="71"/>
                </a:cubicBezTo>
                <a:cubicBezTo>
                  <a:pt x="371" y="22"/>
                  <a:pt x="325" y="1"/>
                  <a:pt x="279" y="1"/>
                </a:cubicBezTo>
                <a:close/>
                <a:moveTo>
                  <a:pt x="25290" y="128"/>
                </a:moveTo>
                <a:cubicBezTo>
                  <a:pt x="25228" y="128"/>
                  <a:pt x="25165" y="153"/>
                  <a:pt x="25118" y="214"/>
                </a:cubicBezTo>
                <a:cubicBezTo>
                  <a:pt x="24041" y="1617"/>
                  <a:pt x="22439" y="2562"/>
                  <a:pt x="20700" y="2860"/>
                </a:cubicBezTo>
                <a:cubicBezTo>
                  <a:pt x="20125" y="2188"/>
                  <a:pt x="19271" y="1792"/>
                  <a:pt x="18385" y="1792"/>
                </a:cubicBezTo>
                <a:cubicBezTo>
                  <a:pt x="18272" y="1792"/>
                  <a:pt x="18159" y="1798"/>
                  <a:pt x="18045" y="1811"/>
                </a:cubicBezTo>
                <a:cubicBezTo>
                  <a:pt x="16876" y="1947"/>
                  <a:pt x="15893" y="2802"/>
                  <a:pt x="15537" y="3909"/>
                </a:cubicBezTo>
                <a:cubicBezTo>
                  <a:pt x="15183" y="3927"/>
                  <a:pt x="14829" y="3936"/>
                  <a:pt x="14474" y="3936"/>
                </a:cubicBezTo>
                <a:cubicBezTo>
                  <a:pt x="13876" y="3936"/>
                  <a:pt x="13278" y="3911"/>
                  <a:pt x="12682" y="3859"/>
                </a:cubicBezTo>
                <a:cubicBezTo>
                  <a:pt x="12674" y="3858"/>
                  <a:pt x="12667" y="3858"/>
                  <a:pt x="12660" y="3858"/>
                </a:cubicBezTo>
                <a:cubicBezTo>
                  <a:pt x="12420" y="3858"/>
                  <a:pt x="12429" y="4244"/>
                  <a:pt x="12682" y="4269"/>
                </a:cubicBezTo>
                <a:cubicBezTo>
                  <a:pt x="13281" y="4319"/>
                  <a:pt x="13882" y="4344"/>
                  <a:pt x="14484" y="4344"/>
                </a:cubicBezTo>
                <a:cubicBezTo>
                  <a:pt x="14896" y="4344"/>
                  <a:pt x="15309" y="4332"/>
                  <a:pt x="15720" y="4308"/>
                </a:cubicBezTo>
                <a:cubicBezTo>
                  <a:pt x="15861" y="4299"/>
                  <a:pt x="15925" y="4177"/>
                  <a:pt x="15915" y="4068"/>
                </a:cubicBezTo>
                <a:cubicBezTo>
                  <a:pt x="16180" y="3194"/>
                  <a:pt x="16898" y="2485"/>
                  <a:pt x="17792" y="2267"/>
                </a:cubicBezTo>
                <a:cubicBezTo>
                  <a:pt x="17985" y="2220"/>
                  <a:pt x="18182" y="2197"/>
                  <a:pt x="18378" y="2197"/>
                </a:cubicBezTo>
                <a:cubicBezTo>
                  <a:pt x="19151" y="2197"/>
                  <a:pt x="19917" y="2546"/>
                  <a:pt x="20412" y="3149"/>
                </a:cubicBezTo>
                <a:cubicBezTo>
                  <a:pt x="21101" y="3986"/>
                  <a:pt x="21231" y="5155"/>
                  <a:pt x="21033" y="6189"/>
                </a:cubicBezTo>
                <a:cubicBezTo>
                  <a:pt x="20834" y="7224"/>
                  <a:pt x="20390" y="8299"/>
                  <a:pt x="19726" y="9126"/>
                </a:cubicBezTo>
                <a:cubicBezTo>
                  <a:pt x="19127" y="9870"/>
                  <a:pt x="18241" y="10436"/>
                  <a:pt x="17287" y="10436"/>
                </a:cubicBezTo>
                <a:cubicBezTo>
                  <a:pt x="17093" y="10436"/>
                  <a:pt x="16897" y="10413"/>
                  <a:pt x="16700" y="10363"/>
                </a:cubicBezTo>
                <a:cubicBezTo>
                  <a:pt x="16681" y="10358"/>
                  <a:pt x="16663" y="10356"/>
                  <a:pt x="16646" y="10356"/>
                </a:cubicBezTo>
                <a:cubicBezTo>
                  <a:pt x="16431" y="10356"/>
                  <a:pt x="16356" y="10697"/>
                  <a:pt x="16591" y="10756"/>
                </a:cubicBezTo>
                <a:cubicBezTo>
                  <a:pt x="16851" y="10821"/>
                  <a:pt x="17101" y="10852"/>
                  <a:pt x="17343" y="10852"/>
                </a:cubicBezTo>
                <a:cubicBezTo>
                  <a:pt x="19479" y="10852"/>
                  <a:pt x="20911" y="8469"/>
                  <a:pt x="21364" y="6573"/>
                </a:cubicBezTo>
                <a:cubicBezTo>
                  <a:pt x="21632" y="5458"/>
                  <a:pt x="21588" y="4213"/>
                  <a:pt x="20964" y="3225"/>
                </a:cubicBezTo>
                <a:cubicBezTo>
                  <a:pt x="22753" y="2877"/>
                  <a:pt x="24359" y="1865"/>
                  <a:pt x="25469" y="420"/>
                </a:cubicBezTo>
                <a:cubicBezTo>
                  <a:pt x="25583" y="273"/>
                  <a:pt x="25440" y="128"/>
                  <a:pt x="25290" y="128"/>
                </a:cubicBezTo>
                <a:close/>
                <a:moveTo>
                  <a:pt x="10975" y="17596"/>
                </a:moveTo>
                <a:cubicBezTo>
                  <a:pt x="10110" y="18633"/>
                  <a:pt x="8910" y="19357"/>
                  <a:pt x="7635" y="19815"/>
                </a:cubicBezTo>
                <a:cubicBezTo>
                  <a:pt x="7685" y="20477"/>
                  <a:pt x="7664" y="21144"/>
                  <a:pt x="7578" y="21798"/>
                </a:cubicBezTo>
                <a:cubicBezTo>
                  <a:pt x="9143" y="20837"/>
                  <a:pt x="10364" y="19331"/>
                  <a:pt x="10985" y="17601"/>
                </a:cubicBezTo>
                <a:lnTo>
                  <a:pt x="10975" y="1759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2"/>
          <p:cNvSpPr/>
          <p:nvPr/>
        </p:nvSpPr>
        <p:spPr>
          <a:xfrm>
            <a:off x="4248961" y="1183748"/>
            <a:ext cx="646065" cy="468181"/>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3" name="Google Shape;733;p42"/>
          <p:cNvGrpSpPr/>
          <p:nvPr/>
        </p:nvGrpSpPr>
        <p:grpSpPr>
          <a:xfrm>
            <a:off x="1095594" y="760027"/>
            <a:ext cx="560758" cy="548646"/>
            <a:chOff x="7069806" y="1427074"/>
            <a:chExt cx="1286438" cy="1258941"/>
          </a:xfrm>
        </p:grpSpPr>
        <p:sp>
          <p:nvSpPr>
            <p:cNvPr id="734" name="Google Shape;734;p42"/>
            <p:cNvSpPr/>
            <p:nvPr/>
          </p:nvSpPr>
          <p:spPr>
            <a:xfrm>
              <a:off x="7069806" y="2099084"/>
              <a:ext cx="1286438" cy="586931"/>
            </a:xfrm>
            <a:custGeom>
              <a:avLst/>
              <a:gdLst/>
              <a:ahLst/>
              <a:cxnLst/>
              <a:rect l="l" t="t" r="r" b="b"/>
              <a:pathLst>
                <a:path w="19415" h="8858" extrusionOk="0">
                  <a:moveTo>
                    <a:pt x="11408" y="0"/>
                  </a:moveTo>
                  <a:cubicBezTo>
                    <a:pt x="11437" y="69"/>
                    <a:pt x="11479" y="131"/>
                    <a:pt x="11532" y="178"/>
                  </a:cubicBezTo>
                  <a:cubicBezTo>
                    <a:pt x="12104" y="694"/>
                    <a:pt x="12436" y="1434"/>
                    <a:pt x="12436" y="2203"/>
                  </a:cubicBezTo>
                  <a:cubicBezTo>
                    <a:pt x="12436" y="3709"/>
                    <a:pt x="11210" y="4934"/>
                    <a:pt x="9704" y="4934"/>
                  </a:cubicBezTo>
                  <a:cubicBezTo>
                    <a:pt x="9682" y="4934"/>
                    <a:pt x="9662" y="4932"/>
                    <a:pt x="9639" y="4932"/>
                  </a:cubicBezTo>
                  <a:cubicBezTo>
                    <a:pt x="8201" y="4897"/>
                    <a:pt x="7010" y="3701"/>
                    <a:pt x="6984" y="2264"/>
                  </a:cubicBezTo>
                  <a:cubicBezTo>
                    <a:pt x="6965" y="1499"/>
                    <a:pt x="7272" y="759"/>
                    <a:pt x="7824" y="230"/>
                  </a:cubicBezTo>
                  <a:cubicBezTo>
                    <a:pt x="7875" y="184"/>
                    <a:pt x="7945" y="105"/>
                    <a:pt x="7996" y="2"/>
                  </a:cubicBezTo>
                  <a:lnTo>
                    <a:pt x="4959" y="2"/>
                  </a:lnTo>
                  <a:lnTo>
                    <a:pt x="4959" y="4367"/>
                  </a:lnTo>
                  <a:lnTo>
                    <a:pt x="4567" y="4367"/>
                  </a:lnTo>
                  <a:cubicBezTo>
                    <a:pt x="4207" y="4367"/>
                    <a:pt x="3872" y="4199"/>
                    <a:pt x="3619" y="3936"/>
                  </a:cubicBezTo>
                  <a:cubicBezTo>
                    <a:pt x="3241" y="3536"/>
                    <a:pt x="2699" y="3291"/>
                    <a:pt x="2106" y="3291"/>
                  </a:cubicBezTo>
                  <a:lnTo>
                    <a:pt x="2067" y="3291"/>
                  </a:lnTo>
                  <a:cubicBezTo>
                    <a:pt x="972" y="3315"/>
                    <a:pt x="56" y="4227"/>
                    <a:pt x="28" y="5325"/>
                  </a:cubicBezTo>
                  <a:cubicBezTo>
                    <a:pt x="1" y="6501"/>
                    <a:pt x="944" y="7460"/>
                    <a:pt x="2115" y="7460"/>
                  </a:cubicBezTo>
                  <a:cubicBezTo>
                    <a:pt x="2727" y="7460"/>
                    <a:pt x="3279" y="7197"/>
                    <a:pt x="3663" y="6771"/>
                  </a:cubicBezTo>
                  <a:cubicBezTo>
                    <a:pt x="3890" y="6518"/>
                    <a:pt x="4230" y="6387"/>
                    <a:pt x="4570" y="6387"/>
                  </a:cubicBezTo>
                  <a:lnTo>
                    <a:pt x="4960" y="6387"/>
                  </a:lnTo>
                  <a:lnTo>
                    <a:pt x="4960" y="8858"/>
                  </a:lnTo>
                  <a:lnTo>
                    <a:pt x="14457" y="8858"/>
                  </a:lnTo>
                  <a:lnTo>
                    <a:pt x="14457" y="4798"/>
                  </a:lnTo>
                  <a:lnTo>
                    <a:pt x="14847" y="4798"/>
                  </a:lnTo>
                  <a:cubicBezTo>
                    <a:pt x="15209" y="4798"/>
                    <a:pt x="15543" y="4966"/>
                    <a:pt x="15796" y="5229"/>
                  </a:cubicBezTo>
                  <a:cubicBezTo>
                    <a:pt x="16174" y="5624"/>
                    <a:pt x="16710" y="5870"/>
                    <a:pt x="17304" y="5870"/>
                  </a:cubicBezTo>
                  <a:lnTo>
                    <a:pt x="17347" y="5870"/>
                  </a:lnTo>
                  <a:cubicBezTo>
                    <a:pt x="18443" y="5851"/>
                    <a:pt x="19359" y="4938"/>
                    <a:pt x="19387" y="3840"/>
                  </a:cubicBezTo>
                  <a:cubicBezTo>
                    <a:pt x="19415" y="2663"/>
                    <a:pt x="18471" y="1703"/>
                    <a:pt x="17301" y="1702"/>
                  </a:cubicBezTo>
                  <a:cubicBezTo>
                    <a:pt x="16689" y="1702"/>
                    <a:pt x="16136" y="1965"/>
                    <a:pt x="15752" y="2389"/>
                  </a:cubicBezTo>
                  <a:cubicBezTo>
                    <a:pt x="15526" y="2644"/>
                    <a:pt x="15185" y="2775"/>
                    <a:pt x="14845" y="2775"/>
                  </a:cubicBezTo>
                  <a:lnTo>
                    <a:pt x="14454" y="2775"/>
                  </a:lnTo>
                  <a:lnTo>
                    <a:pt x="1445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42"/>
            <p:cNvSpPr/>
            <p:nvPr/>
          </p:nvSpPr>
          <p:spPr>
            <a:xfrm>
              <a:off x="7398124" y="1427074"/>
              <a:ext cx="629404" cy="956728"/>
            </a:xfrm>
            <a:custGeom>
              <a:avLst/>
              <a:gdLst/>
              <a:ahLst/>
              <a:cxnLst/>
              <a:rect l="l" t="t" r="r" b="b"/>
              <a:pathLst>
                <a:path w="9499" h="14439" extrusionOk="0">
                  <a:moveTo>
                    <a:pt x="7919" y="0"/>
                  </a:moveTo>
                  <a:lnTo>
                    <a:pt x="7919" y="390"/>
                  </a:lnTo>
                  <a:cubicBezTo>
                    <a:pt x="7919" y="731"/>
                    <a:pt x="8049" y="1070"/>
                    <a:pt x="8304" y="1297"/>
                  </a:cubicBezTo>
                  <a:cubicBezTo>
                    <a:pt x="8727" y="1681"/>
                    <a:pt x="8993" y="2233"/>
                    <a:pt x="8993" y="2845"/>
                  </a:cubicBezTo>
                  <a:cubicBezTo>
                    <a:pt x="8993" y="4001"/>
                    <a:pt x="8060" y="4936"/>
                    <a:pt x="6907" y="4936"/>
                  </a:cubicBezTo>
                  <a:cubicBezTo>
                    <a:pt x="6889" y="4936"/>
                    <a:pt x="6872" y="4933"/>
                    <a:pt x="6856" y="4933"/>
                  </a:cubicBezTo>
                  <a:cubicBezTo>
                    <a:pt x="6327" y="4919"/>
                    <a:pt x="5841" y="4701"/>
                    <a:pt x="5476" y="4354"/>
                  </a:cubicBezTo>
                  <a:cubicBezTo>
                    <a:pt x="5434" y="4315"/>
                    <a:pt x="5395" y="4275"/>
                    <a:pt x="5355" y="4231"/>
                  </a:cubicBezTo>
                  <a:cubicBezTo>
                    <a:pt x="5318" y="4187"/>
                    <a:pt x="5281" y="4139"/>
                    <a:pt x="5245" y="4096"/>
                  </a:cubicBezTo>
                  <a:cubicBezTo>
                    <a:pt x="5210" y="4052"/>
                    <a:pt x="5181" y="4008"/>
                    <a:pt x="5155" y="3965"/>
                  </a:cubicBezTo>
                  <a:cubicBezTo>
                    <a:pt x="4953" y="3652"/>
                    <a:pt x="4830" y="3287"/>
                    <a:pt x="4823" y="2896"/>
                  </a:cubicBezTo>
                  <a:cubicBezTo>
                    <a:pt x="4810" y="2286"/>
                    <a:pt x="5057" y="1730"/>
                    <a:pt x="5464" y="1342"/>
                  </a:cubicBezTo>
                  <a:cubicBezTo>
                    <a:pt x="5729" y="1090"/>
                    <a:pt x="5896" y="756"/>
                    <a:pt x="5896" y="394"/>
                  </a:cubicBezTo>
                  <a:lnTo>
                    <a:pt x="5896" y="3"/>
                  </a:lnTo>
                  <a:lnTo>
                    <a:pt x="1" y="3"/>
                  </a:lnTo>
                  <a:lnTo>
                    <a:pt x="1" y="5243"/>
                  </a:lnTo>
                  <a:lnTo>
                    <a:pt x="387" y="5243"/>
                  </a:lnTo>
                  <a:cubicBezTo>
                    <a:pt x="730" y="5243"/>
                    <a:pt x="1066" y="5112"/>
                    <a:pt x="1296" y="4859"/>
                  </a:cubicBezTo>
                  <a:cubicBezTo>
                    <a:pt x="1677" y="4436"/>
                    <a:pt x="2229" y="4170"/>
                    <a:pt x="2844" y="4170"/>
                  </a:cubicBezTo>
                  <a:cubicBezTo>
                    <a:pt x="4015" y="4170"/>
                    <a:pt x="4956" y="5129"/>
                    <a:pt x="4931" y="6306"/>
                  </a:cubicBezTo>
                  <a:cubicBezTo>
                    <a:pt x="4902" y="7403"/>
                    <a:pt x="3986" y="8316"/>
                    <a:pt x="2888" y="8340"/>
                  </a:cubicBezTo>
                  <a:lnTo>
                    <a:pt x="2850" y="8340"/>
                  </a:lnTo>
                  <a:cubicBezTo>
                    <a:pt x="2257" y="8340"/>
                    <a:pt x="1718" y="8094"/>
                    <a:pt x="1335" y="7694"/>
                  </a:cubicBezTo>
                  <a:cubicBezTo>
                    <a:pt x="1084" y="7431"/>
                    <a:pt x="749" y="7264"/>
                    <a:pt x="387" y="7264"/>
                  </a:cubicBezTo>
                  <a:lnTo>
                    <a:pt x="1" y="7264"/>
                  </a:lnTo>
                  <a:lnTo>
                    <a:pt x="1" y="9501"/>
                  </a:lnTo>
                  <a:lnTo>
                    <a:pt x="3739" y="9501"/>
                  </a:lnTo>
                  <a:lnTo>
                    <a:pt x="3739" y="9891"/>
                  </a:lnTo>
                  <a:cubicBezTo>
                    <a:pt x="3739" y="10253"/>
                    <a:pt x="3571" y="10587"/>
                    <a:pt x="3308" y="10839"/>
                  </a:cubicBezTo>
                  <a:cubicBezTo>
                    <a:pt x="2903" y="11229"/>
                    <a:pt x="2654" y="11785"/>
                    <a:pt x="2666" y="12392"/>
                  </a:cubicBezTo>
                  <a:cubicBezTo>
                    <a:pt x="2686" y="13489"/>
                    <a:pt x="3599" y="14408"/>
                    <a:pt x="4697" y="14434"/>
                  </a:cubicBezTo>
                  <a:cubicBezTo>
                    <a:pt x="4714" y="14434"/>
                    <a:pt x="4730" y="14439"/>
                    <a:pt x="4745" y="14439"/>
                  </a:cubicBezTo>
                  <a:cubicBezTo>
                    <a:pt x="5902" y="14439"/>
                    <a:pt x="6835" y="13501"/>
                    <a:pt x="6835" y="12348"/>
                  </a:cubicBezTo>
                  <a:cubicBezTo>
                    <a:pt x="6835" y="11735"/>
                    <a:pt x="6572" y="11183"/>
                    <a:pt x="6146" y="10800"/>
                  </a:cubicBezTo>
                  <a:cubicBezTo>
                    <a:pt x="5892" y="10570"/>
                    <a:pt x="5761" y="10233"/>
                    <a:pt x="5761" y="9894"/>
                  </a:cubicBezTo>
                  <a:lnTo>
                    <a:pt x="5761" y="9503"/>
                  </a:lnTo>
                  <a:lnTo>
                    <a:pt x="9499" y="9503"/>
                  </a:lnTo>
                  <a:lnTo>
                    <a:pt x="9499" y="3"/>
                  </a:lnTo>
                  <a:lnTo>
                    <a:pt x="9498" y="3"/>
                  </a:lnTo>
                  <a:lnTo>
                    <a:pt x="9498"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42"/>
          <p:cNvGrpSpPr/>
          <p:nvPr/>
        </p:nvGrpSpPr>
        <p:grpSpPr>
          <a:xfrm rot="1241619">
            <a:off x="2747911" y="613278"/>
            <a:ext cx="481392" cy="556132"/>
            <a:chOff x="1182325" y="4709275"/>
            <a:chExt cx="403200" cy="465800"/>
          </a:xfrm>
        </p:grpSpPr>
        <p:sp>
          <p:nvSpPr>
            <p:cNvPr id="737" name="Google Shape;737;p42"/>
            <p:cNvSpPr/>
            <p:nvPr/>
          </p:nvSpPr>
          <p:spPr>
            <a:xfrm>
              <a:off x="1182325" y="4714600"/>
              <a:ext cx="397375" cy="460475"/>
            </a:xfrm>
            <a:custGeom>
              <a:avLst/>
              <a:gdLst/>
              <a:ahLst/>
              <a:cxnLst/>
              <a:rect l="l" t="t" r="r" b="b"/>
              <a:pathLst>
                <a:path w="15895" h="18419" extrusionOk="0">
                  <a:moveTo>
                    <a:pt x="7900" y="1"/>
                  </a:moveTo>
                  <a:cubicBezTo>
                    <a:pt x="6786" y="1"/>
                    <a:pt x="5784" y="779"/>
                    <a:pt x="5545" y="1913"/>
                  </a:cubicBezTo>
                  <a:cubicBezTo>
                    <a:pt x="5428" y="2467"/>
                    <a:pt x="5511" y="3013"/>
                    <a:pt x="5747" y="3484"/>
                  </a:cubicBezTo>
                  <a:lnTo>
                    <a:pt x="2257" y="2746"/>
                  </a:lnTo>
                  <a:lnTo>
                    <a:pt x="1519" y="6235"/>
                  </a:lnTo>
                  <a:cubicBezTo>
                    <a:pt x="1846" y="6072"/>
                    <a:pt x="2211" y="5981"/>
                    <a:pt x="2590" y="5981"/>
                  </a:cubicBezTo>
                  <a:cubicBezTo>
                    <a:pt x="2755" y="5981"/>
                    <a:pt x="2922" y="5998"/>
                    <a:pt x="3090" y="6035"/>
                  </a:cubicBezTo>
                  <a:cubicBezTo>
                    <a:pt x="4392" y="6308"/>
                    <a:pt x="5225" y="7587"/>
                    <a:pt x="4950" y="8889"/>
                  </a:cubicBezTo>
                  <a:cubicBezTo>
                    <a:pt x="4711" y="10022"/>
                    <a:pt x="3709" y="10801"/>
                    <a:pt x="2594" y="10801"/>
                  </a:cubicBezTo>
                  <a:cubicBezTo>
                    <a:pt x="2429" y="10801"/>
                    <a:pt x="2262" y="10784"/>
                    <a:pt x="2095" y="10748"/>
                  </a:cubicBezTo>
                  <a:cubicBezTo>
                    <a:pt x="1541" y="10632"/>
                    <a:pt x="1074" y="10332"/>
                    <a:pt x="739" y="9927"/>
                  </a:cubicBezTo>
                  <a:lnTo>
                    <a:pt x="1" y="13416"/>
                  </a:lnTo>
                  <a:lnTo>
                    <a:pt x="3490" y="14155"/>
                  </a:lnTo>
                  <a:cubicBezTo>
                    <a:pt x="3088" y="14489"/>
                    <a:pt x="2788" y="14956"/>
                    <a:pt x="2670" y="15510"/>
                  </a:cubicBezTo>
                  <a:cubicBezTo>
                    <a:pt x="2395" y="16811"/>
                    <a:pt x="3227" y="18090"/>
                    <a:pt x="4528" y="18365"/>
                  </a:cubicBezTo>
                  <a:cubicBezTo>
                    <a:pt x="4697" y="18401"/>
                    <a:pt x="4865" y="18418"/>
                    <a:pt x="5031" y="18418"/>
                  </a:cubicBezTo>
                  <a:cubicBezTo>
                    <a:pt x="6146" y="18418"/>
                    <a:pt x="7145" y="17640"/>
                    <a:pt x="7384" y="16506"/>
                  </a:cubicBezTo>
                  <a:cubicBezTo>
                    <a:pt x="7500" y="15952"/>
                    <a:pt x="7417" y="15405"/>
                    <a:pt x="7182" y="14934"/>
                  </a:cubicBezTo>
                  <a:lnTo>
                    <a:pt x="7182" y="14934"/>
                  </a:lnTo>
                  <a:lnTo>
                    <a:pt x="10671" y="15671"/>
                  </a:lnTo>
                  <a:lnTo>
                    <a:pt x="11410" y="12182"/>
                  </a:lnTo>
                  <a:cubicBezTo>
                    <a:pt x="11744" y="12586"/>
                    <a:pt x="12211" y="12885"/>
                    <a:pt x="12765" y="13003"/>
                  </a:cubicBezTo>
                  <a:cubicBezTo>
                    <a:pt x="12932" y="13039"/>
                    <a:pt x="13100" y="13056"/>
                    <a:pt x="13264" y="13056"/>
                  </a:cubicBezTo>
                  <a:cubicBezTo>
                    <a:pt x="14379" y="13056"/>
                    <a:pt x="15381" y="12277"/>
                    <a:pt x="15620" y="11145"/>
                  </a:cubicBezTo>
                  <a:cubicBezTo>
                    <a:pt x="15895" y="9844"/>
                    <a:pt x="15062" y="8564"/>
                    <a:pt x="13761" y="8290"/>
                  </a:cubicBezTo>
                  <a:cubicBezTo>
                    <a:pt x="13593" y="8254"/>
                    <a:pt x="13426" y="8237"/>
                    <a:pt x="13262" y="8237"/>
                  </a:cubicBezTo>
                  <a:cubicBezTo>
                    <a:pt x="12883" y="8237"/>
                    <a:pt x="12517" y="8327"/>
                    <a:pt x="12189" y="8492"/>
                  </a:cubicBezTo>
                  <a:lnTo>
                    <a:pt x="12926" y="5002"/>
                  </a:lnTo>
                  <a:lnTo>
                    <a:pt x="9437" y="4264"/>
                  </a:lnTo>
                  <a:cubicBezTo>
                    <a:pt x="9841" y="3929"/>
                    <a:pt x="10140" y="3463"/>
                    <a:pt x="10258" y="2909"/>
                  </a:cubicBezTo>
                  <a:cubicBezTo>
                    <a:pt x="10533" y="1608"/>
                    <a:pt x="9701" y="328"/>
                    <a:pt x="8400" y="53"/>
                  </a:cubicBezTo>
                  <a:cubicBezTo>
                    <a:pt x="8232" y="18"/>
                    <a:pt x="8065" y="1"/>
                    <a:pt x="7900" y="1"/>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42"/>
            <p:cNvSpPr/>
            <p:nvPr/>
          </p:nvSpPr>
          <p:spPr>
            <a:xfrm>
              <a:off x="1214475" y="4709275"/>
              <a:ext cx="371050" cy="289275"/>
            </a:xfrm>
            <a:custGeom>
              <a:avLst/>
              <a:gdLst/>
              <a:ahLst/>
              <a:cxnLst/>
              <a:rect l="l" t="t" r="r" b="b"/>
              <a:pathLst>
                <a:path w="14842" h="11571" extrusionOk="0">
                  <a:moveTo>
                    <a:pt x="6608" y="1"/>
                  </a:moveTo>
                  <a:cubicBezTo>
                    <a:pt x="6105" y="1"/>
                    <a:pt x="5614" y="146"/>
                    <a:pt x="5183" y="426"/>
                  </a:cubicBezTo>
                  <a:cubicBezTo>
                    <a:pt x="4597" y="807"/>
                    <a:pt x="4195" y="1395"/>
                    <a:pt x="4049" y="2079"/>
                  </a:cubicBezTo>
                  <a:cubicBezTo>
                    <a:pt x="3955" y="2527"/>
                    <a:pt x="3977" y="2978"/>
                    <a:pt x="4113" y="3405"/>
                  </a:cubicBezTo>
                  <a:lnTo>
                    <a:pt x="1014" y="2751"/>
                  </a:lnTo>
                  <a:cubicBezTo>
                    <a:pt x="998" y="2747"/>
                    <a:pt x="982" y="2746"/>
                    <a:pt x="967" y="2746"/>
                  </a:cubicBezTo>
                  <a:cubicBezTo>
                    <a:pt x="869" y="2746"/>
                    <a:pt x="782" y="2815"/>
                    <a:pt x="762" y="2914"/>
                  </a:cubicBezTo>
                  <a:lnTo>
                    <a:pt x="23" y="6403"/>
                  </a:lnTo>
                  <a:cubicBezTo>
                    <a:pt x="0" y="6518"/>
                    <a:pt x="73" y="6630"/>
                    <a:pt x="188" y="6655"/>
                  </a:cubicBezTo>
                  <a:cubicBezTo>
                    <a:pt x="202" y="6658"/>
                    <a:pt x="217" y="6659"/>
                    <a:pt x="231" y="6659"/>
                  </a:cubicBezTo>
                  <a:cubicBezTo>
                    <a:pt x="330" y="6659"/>
                    <a:pt x="416" y="6591"/>
                    <a:pt x="439" y="6492"/>
                  </a:cubicBezTo>
                  <a:lnTo>
                    <a:pt x="1133" y="3210"/>
                  </a:lnTo>
                  <a:lnTo>
                    <a:pt x="4416" y="3904"/>
                  </a:lnTo>
                  <a:cubicBezTo>
                    <a:pt x="4432" y="3908"/>
                    <a:pt x="4448" y="3909"/>
                    <a:pt x="4463" y="3909"/>
                  </a:cubicBezTo>
                  <a:cubicBezTo>
                    <a:pt x="4527" y="3909"/>
                    <a:pt x="4586" y="3879"/>
                    <a:pt x="4625" y="3827"/>
                  </a:cubicBezTo>
                  <a:cubicBezTo>
                    <a:pt x="4674" y="3763"/>
                    <a:pt x="4683" y="3676"/>
                    <a:pt x="4647" y="3603"/>
                  </a:cubicBezTo>
                  <a:cubicBezTo>
                    <a:pt x="4424" y="3154"/>
                    <a:pt x="4360" y="2658"/>
                    <a:pt x="4462" y="2171"/>
                  </a:cubicBezTo>
                  <a:cubicBezTo>
                    <a:pt x="4681" y="1139"/>
                    <a:pt x="5595" y="428"/>
                    <a:pt x="6611" y="428"/>
                  </a:cubicBezTo>
                  <a:cubicBezTo>
                    <a:pt x="6761" y="428"/>
                    <a:pt x="6913" y="443"/>
                    <a:pt x="7066" y="476"/>
                  </a:cubicBezTo>
                  <a:cubicBezTo>
                    <a:pt x="7640" y="596"/>
                    <a:pt x="8133" y="935"/>
                    <a:pt x="8453" y="1425"/>
                  </a:cubicBezTo>
                  <a:cubicBezTo>
                    <a:pt x="8773" y="1918"/>
                    <a:pt x="8883" y="2505"/>
                    <a:pt x="8763" y="3080"/>
                  </a:cubicBezTo>
                  <a:cubicBezTo>
                    <a:pt x="8738" y="3194"/>
                    <a:pt x="8811" y="3306"/>
                    <a:pt x="8926" y="3330"/>
                  </a:cubicBezTo>
                  <a:cubicBezTo>
                    <a:pt x="8941" y="3333"/>
                    <a:pt x="8957" y="3335"/>
                    <a:pt x="8972" y="3335"/>
                  </a:cubicBezTo>
                  <a:cubicBezTo>
                    <a:pt x="9069" y="3335"/>
                    <a:pt x="9156" y="3266"/>
                    <a:pt x="9177" y="3167"/>
                  </a:cubicBezTo>
                  <a:cubicBezTo>
                    <a:pt x="9323" y="2482"/>
                    <a:pt x="9192" y="1781"/>
                    <a:pt x="8809" y="1195"/>
                  </a:cubicBezTo>
                  <a:cubicBezTo>
                    <a:pt x="8430" y="606"/>
                    <a:pt x="7841" y="202"/>
                    <a:pt x="7156" y="58"/>
                  </a:cubicBezTo>
                  <a:cubicBezTo>
                    <a:pt x="6973" y="20"/>
                    <a:pt x="6790" y="1"/>
                    <a:pt x="6608" y="1"/>
                  </a:cubicBezTo>
                  <a:close/>
                  <a:moveTo>
                    <a:pt x="3660" y="8890"/>
                  </a:moveTo>
                  <a:cubicBezTo>
                    <a:pt x="3563" y="8890"/>
                    <a:pt x="3476" y="8960"/>
                    <a:pt x="3456" y="9058"/>
                  </a:cubicBezTo>
                  <a:cubicBezTo>
                    <a:pt x="3237" y="10091"/>
                    <a:pt x="2321" y="10802"/>
                    <a:pt x="1304" y="10802"/>
                  </a:cubicBezTo>
                  <a:cubicBezTo>
                    <a:pt x="1155" y="10802"/>
                    <a:pt x="1003" y="10787"/>
                    <a:pt x="851" y="10755"/>
                  </a:cubicBezTo>
                  <a:cubicBezTo>
                    <a:pt x="835" y="10751"/>
                    <a:pt x="820" y="10749"/>
                    <a:pt x="804" y="10749"/>
                  </a:cubicBezTo>
                  <a:cubicBezTo>
                    <a:pt x="707" y="10749"/>
                    <a:pt x="621" y="10818"/>
                    <a:pt x="601" y="10918"/>
                  </a:cubicBezTo>
                  <a:cubicBezTo>
                    <a:pt x="576" y="11032"/>
                    <a:pt x="649" y="11144"/>
                    <a:pt x="763" y="11168"/>
                  </a:cubicBezTo>
                  <a:cubicBezTo>
                    <a:pt x="945" y="11207"/>
                    <a:pt x="1128" y="11227"/>
                    <a:pt x="1310" y="11227"/>
                  </a:cubicBezTo>
                  <a:cubicBezTo>
                    <a:pt x="1812" y="11227"/>
                    <a:pt x="2305" y="11082"/>
                    <a:pt x="2735" y="10801"/>
                  </a:cubicBezTo>
                  <a:cubicBezTo>
                    <a:pt x="3322" y="10419"/>
                    <a:pt x="3725" y="9833"/>
                    <a:pt x="3870" y="9147"/>
                  </a:cubicBezTo>
                  <a:cubicBezTo>
                    <a:pt x="3894" y="9032"/>
                    <a:pt x="3821" y="8918"/>
                    <a:pt x="3706" y="8895"/>
                  </a:cubicBezTo>
                  <a:cubicBezTo>
                    <a:pt x="3691" y="8892"/>
                    <a:pt x="3675" y="8890"/>
                    <a:pt x="3660" y="8890"/>
                  </a:cubicBezTo>
                  <a:close/>
                  <a:moveTo>
                    <a:pt x="11972" y="8240"/>
                  </a:moveTo>
                  <a:cubicBezTo>
                    <a:pt x="11572" y="8240"/>
                    <a:pt x="11178" y="8333"/>
                    <a:pt x="10808" y="8517"/>
                  </a:cubicBezTo>
                  <a:cubicBezTo>
                    <a:pt x="10705" y="8568"/>
                    <a:pt x="10662" y="8695"/>
                    <a:pt x="10714" y="8801"/>
                  </a:cubicBezTo>
                  <a:cubicBezTo>
                    <a:pt x="10751" y="8874"/>
                    <a:pt x="10825" y="8917"/>
                    <a:pt x="10903" y="8917"/>
                  </a:cubicBezTo>
                  <a:cubicBezTo>
                    <a:pt x="10935" y="8917"/>
                    <a:pt x="10967" y="8910"/>
                    <a:pt x="10997" y="8895"/>
                  </a:cubicBezTo>
                  <a:cubicBezTo>
                    <a:pt x="11307" y="8740"/>
                    <a:pt x="11639" y="8661"/>
                    <a:pt x="11976" y="8661"/>
                  </a:cubicBezTo>
                  <a:cubicBezTo>
                    <a:pt x="12127" y="8661"/>
                    <a:pt x="12279" y="8677"/>
                    <a:pt x="12431" y="8709"/>
                  </a:cubicBezTo>
                  <a:cubicBezTo>
                    <a:pt x="13616" y="8961"/>
                    <a:pt x="14378" y="10130"/>
                    <a:pt x="14128" y="11314"/>
                  </a:cubicBezTo>
                  <a:cubicBezTo>
                    <a:pt x="14103" y="11428"/>
                    <a:pt x="14176" y="11541"/>
                    <a:pt x="14291" y="11565"/>
                  </a:cubicBezTo>
                  <a:cubicBezTo>
                    <a:pt x="14305" y="11569"/>
                    <a:pt x="14320" y="11570"/>
                    <a:pt x="14334" y="11570"/>
                  </a:cubicBezTo>
                  <a:cubicBezTo>
                    <a:pt x="14433" y="11570"/>
                    <a:pt x="14520" y="11501"/>
                    <a:pt x="14542" y="11402"/>
                  </a:cubicBezTo>
                  <a:cubicBezTo>
                    <a:pt x="14842" y="9987"/>
                    <a:pt x="13933" y="8593"/>
                    <a:pt x="12518" y="8298"/>
                  </a:cubicBezTo>
                  <a:cubicBezTo>
                    <a:pt x="12336" y="8259"/>
                    <a:pt x="12154" y="8240"/>
                    <a:pt x="11972" y="82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9" name="Google Shape;739;p42"/>
          <p:cNvGrpSpPr/>
          <p:nvPr/>
        </p:nvGrpSpPr>
        <p:grpSpPr>
          <a:xfrm rot="-5980330">
            <a:off x="3236736" y="1615230"/>
            <a:ext cx="481410" cy="556152"/>
            <a:chOff x="1182325" y="4709275"/>
            <a:chExt cx="403200" cy="465800"/>
          </a:xfrm>
        </p:grpSpPr>
        <p:sp>
          <p:nvSpPr>
            <p:cNvPr id="740" name="Google Shape;740;p42"/>
            <p:cNvSpPr/>
            <p:nvPr/>
          </p:nvSpPr>
          <p:spPr>
            <a:xfrm>
              <a:off x="1182325" y="4714600"/>
              <a:ext cx="397375" cy="460475"/>
            </a:xfrm>
            <a:custGeom>
              <a:avLst/>
              <a:gdLst/>
              <a:ahLst/>
              <a:cxnLst/>
              <a:rect l="l" t="t" r="r" b="b"/>
              <a:pathLst>
                <a:path w="15895" h="18419" extrusionOk="0">
                  <a:moveTo>
                    <a:pt x="7900" y="1"/>
                  </a:moveTo>
                  <a:cubicBezTo>
                    <a:pt x="6786" y="1"/>
                    <a:pt x="5784" y="779"/>
                    <a:pt x="5545" y="1913"/>
                  </a:cubicBezTo>
                  <a:cubicBezTo>
                    <a:pt x="5428" y="2467"/>
                    <a:pt x="5511" y="3013"/>
                    <a:pt x="5747" y="3484"/>
                  </a:cubicBezTo>
                  <a:lnTo>
                    <a:pt x="2257" y="2746"/>
                  </a:lnTo>
                  <a:lnTo>
                    <a:pt x="1519" y="6235"/>
                  </a:lnTo>
                  <a:cubicBezTo>
                    <a:pt x="1846" y="6072"/>
                    <a:pt x="2211" y="5981"/>
                    <a:pt x="2590" y="5981"/>
                  </a:cubicBezTo>
                  <a:cubicBezTo>
                    <a:pt x="2755" y="5981"/>
                    <a:pt x="2922" y="5998"/>
                    <a:pt x="3090" y="6035"/>
                  </a:cubicBezTo>
                  <a:cubicBezTo>
                    <a:pt x="4392" y="6308"/>
                    <a:pt x="5225" y="7587"/>
                    <a:pt x="4950" y="8889"/>
                  </a:cubicBezTo>
                  <a:cubicBezTo>
                    <a:pt x="4711" y="10022"/>
                    <a:pt x="3709" y="10801"/>
                    <a:pt x="2594" y="10801"/>
                  </a:cubicBezTo>
                  <a:cubicBezTo>
                    <a:pt x="2429" y="10801"/>
                    <a:pt x="2262" y="10784"/>
                    <a:pt x="2095" y="10748"/>
                  </a:cubicBezTo>
                  <a:cubicBezTo>
                    <a:pt x="1541" y="10632"/>
                    <a:pt x="1074" y="10332"/>
                    <a:pt x="739" y="9927"/>
                  </a:cubicBezTo>
                  <a:lnTo>
                    <a:pt x="1" y="13416"/>
                  </a:lnTo>
                  <a:lnTo>
                    <a:pt x="3490" y="14155"/>
                  </a:lnTo>
                  <a:cubicBezTo>
                    <a:pt x="3088" y="14489"/>
                    <a:pt x="2788" y="14956"/>
                    <a:pt x="2670" y="15510"/>
                  </a:cubicBezTo>
                  <a:cubicBezTo>
                    <a:pt x="2395" y="16811"/>
                    <a:pt x="3227" y="18090"/>
                    <a:pt x="4528" y="18365"/>
                  </a:cubicBezTo>
                  <a:cubicBezTo>
                    <a:pt x="4697" y="18401"/>
                    <a:pt x="4865" y="18418"/>
                    <a:pt x="5031" y="18418"/>
                  </a:cubicBezTo>
                  <a:cubicBezTo>
                    <a:pt x="6146" y="18418"/>
                    <a:pt x="7145" y="17640"/>
                    <a:pt x="7384" y="16506"/>
                  </a:cubicBezTo>
                  <a:cubicBezTo>
                    <a:pt x="7500" y="15952"/>
                    <a:pt x="7417" y="15405"/>
                    <a:pt x="7182" y="14934"/>
                  </a:cubicBezTo>
                  <a:lnTo>
                    <a:pt x="7182" y="14934"/>
                  </a:lnTo>
                  <a:lnTo>
                    <a:pt x="10671" y="15671"/>
                  </a:lnTo>
                  <a:lnTo>
                    <a:pt x="11410" y="12182"/>
                  </a:lnTo>
                  <a:cubicBezTo>
                    <a:pt x="11744" y="12586"/>
                    <a:pt x="12211" y="12885"/>
                    <a:pt x="12765" y="13003"/>
                  </a:cubicBezTo>
                  <a:cubicBezTo>
                    <a:pt x="12932" y="13039"/>
                    <a:pt x="13100" y="13056"/>
                    <a:pt x="13264" y="13056"/>
                  </a:cubicBezTo>
                  <a:cubicBezTo>
                    <a:pt x="14379" y="13056"/>
                    <a:pt x="15381" y="12277"/>
                    <a:pt x="15620" y="11145"/>
                  </a:cubicBezTo>
                  <a:cubicBezTo>
                    <a:pt x="15895" y="9844"/>
                    <a:pt x="15062" y="8564"/>
                    <a:pt x="13761" y="8290"/>
                  </a:cubicBezTo>
                  <a:cubicBezTo>
                    <a:pt x="13593" y="8254"/>
                    <a:pt x="13426" y="8237"/>
                    <a:pt x="13262" y="8237"/>
                  </a:cubicBezTo>
                  <a:cubicBezTo>
                    <a:pt x="12883" y="8237"/>
                    <a:pt x="12517" y="8327"/>
                    <a:pt x="12189" y="8492"/>
                  </a:cubicBezTo>
                  <a:lnTo>
                    <a:pt x="12926" y="5002"/>
                  </a:lnTo>
                  <a:lnTo>
                    <a:pt x="9437" y="4264"/>
                  </a:lnTo>
                  <a:cubicBezTo>
                    <a:pt x="9841" y="3929"/>
                    <a:pt x="10140" y="3463"/>
                    <a:pt x="10258" y="2909"/>
                  </a:cubicBezTo>
                  <a:cubicBezTo>
                    <a:pt x="10533" y="1608"/>
                    <a:pt x="9701" y="328"/>
                    <a:pt x="8400" y="53"/>
                  </a:cubicBezTo>
                  <a:cubicBezTo>
                    <a:pt x="8232" y="18"/>
                    <a:pt x="8065" y="1"/>
                    <a:pt x="7900" y="1"/>
                  </a:cubicBezTo>
                  <a:close/>
                </a:path>
              </a:pathLst>
            </a:custGeom>
            <a:gradFill>
              <a:gsLst>
                <a:gs pos="0">
                  <a:schemeClr val="accent3"/>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42"/>
            <p:cNvSpPr/>
            <p:nvPr/>
          </p:nvSpPr>
          <p:spPr>
            <a:xfrm>
              <a:off x="1214475" y="4709275"/>
              <a:ext cx="371050" cy="289275"/>
            </a:xfrm>
            <a:custGeom>
              <a:avLst/>
              <a:gdLst/>
              <a:ahLst/>
              <a:cxnLst/>
              <a:rect l="l" t="t" r="r" b="b"/>
              <a:pathLst>
                <a:path w="14842" h="11571" extrusionOk="0">
                  <a:moveTo>
                    <a:pt x="6608" y="1"/>
                  </a:moveTo>
                  <a:cubicBezTo>
                    <a:pt x="6105" y="1"/>
                    <a:pt x="5614" y="146"/>
                    <a:pt x="5183" y="426"/>
                  </a:cubicBezTo>
                  <a:cubicBezTo>
                    <a:pt x="4597" y="807"/>
                    <a:pt x="4195" y="1395"/>
                    <a:pt x="4049" y="2079"/>
                  </a:cubicBezTo>
                  <a:cubicBezTo>
                    <a:pt x="3955" y="2527"/>
                    <a:pt x="3977" y="2978"/>
                    <a:pt x="4113" y="3405"/>
                  </a:cubicBezTo>
                  <a:lnTo>
                    <a:pt x="1014" y="2751"/>
                  </a:lnTo>
                  <a:cubicBezTo>
                    <a:pt x="998" y="2747"/>
                    <a:pt x="982" y="2746"/>
                    <a:pt x="967" y="2746"/>
                  </a:cubicBezTo>
                  <a:cubicBezTo>
                    <a:pt x="869" y="2746"/>
                    <a:pt x="782" y="2815"/>
                    <a:pt x="762" y="2914"/>
                  </a:cubicBezTo>
                  <a:lnTo>
                    <a:pt x="23" y="6403"/>
                  </a:lnTo>
                  <a:cubicBezTo>
                    <a:pt x="0" y="6518"/>
                    <a:pt x="73" y="6630"/>
                    <a:pt x="188" y="6655"/>
                  </a:cubicBezTo>
                  <a:cubicBezTo>
                    <a:pt x="202" y="6658"/>
                    <a:pt x="217" y="6659"/>
                    <a:pt x="231" y="6659"/>
                  </a:cubicBezTo>
                  <a:cubicBezTo>
                    <a:pt x="330" y="6659"/>
                    <a:pt x="416" y="6591"/>
                    <a:pt x="439" y="6492"/>
                  </a:cubicBezTo>
                  <a:lnTo>
                    <a:pt x="1133" y="3210"/>
                  </a:lnTo>
                  <a:lnTo>
                    <a:pt x="4416" y="3904"/>
                  </a:lnTo>
                  <a:cubicBezTo>
                    <a:pt x="4432" y="3908"/>
                    <a:pt x="4448" y="3909"/>
                    <a:pt x="4463" y="3909"/>
                  </a:cubicBezTo>
                  <a:cubicBezTo>
                    <a:pt x="4527" y="3909"/>
                    <a:pt x="4586" y="3879"/>
                    <a:pt x="4625" y="3827"/>
                  </a:cubicBezTo>
                  <a:cubicBezTo>
                    <a:pt x="4674" y="3763"/>
                    <a:pt x="4683" y="3676"/>
                    <a:pt x="4647" y="3603"/>
                  </a:cubicBezTo>
                  <a:cubicBezTo>
                    <a:pt x="4424" y="3154"/>
                    <a:pt x="4360" y="2658"/>
                    <a:pt x="4462" y="2171"/>
                  </a:cubicBezTo>
                  <a:cubicBezTo>
                    <a:pt x="4681" y="1139"/>
                    <a:pt x="5595" y="428"/>
                    <a:pt x="6611" y="428"/>
                  </a:cubicBezTo>
                  <a:cubicBezTo>
                    <a:pt x="6761" y="428"/>
                    <a:pt x="6913" y="443"/>
                    <a:pt x="7066" y="476"/>
                  </a:cubicBezTo>
                  <a:cubicBezTo>
                    <a:pt x="7640" y="596"/>
                    <a:pt x="8133" y="935"/>
                    <a:pt x="8453" y="1425"/>
                  </a:cubicBezTo>
                  <a:cubicBezTo>
                    <a:pt x="8773" y="1918"/>
                    <a:pt x="8883" y="2505"/>
                    <a:pt x="8763" y="3080"/>
                  </a:cubicBezTo>
                  <a:cubicBezTo>
                    <a:pt x="8738" y="3194"/>
                    <a:pt x="8811" y="3306"/>
                    <a:pt x="8926" y="3330"/>
                  </a:cubicBezTo>
                  <a:cubicBezTo>
                    <a:pt x="8941" y="3333"/>
                    <a:pt x="8957" y="3335"/>
                    <a:pt x="8972" y="3335"/>
                  </a:cubicBezTo>
                  <a:cubicBezTo>
                    <a:pt x="9069" y="3335"/>
                    <a:pt x="9156" y="3266"/>
                    <a:pt x="9177" y="3167"/>
                  </a:cubicBezTo>
                  <a:cubicBezTo>
                    <a:pt x="9323" y="2482"/>
                    <a:pt x="9192" y="1781"/>
                    <a:pt x="8809" y="1195"/>
                  </a:cubicBezTo>
                  <a:cubicBezTo>
                    <a:pt x="8430" y="606"/>
                    <a:pt x="7841" y="202"/>
                    <a:pt x="7156" y="58"/>
                  </a:cubicBezTo>
                  <a:cubicBezTo>
                    <a:pt x="6973" y="20"/>
                    <a:pt x="6790" y="1"/>
                    <a:pt x="6608" y="1"/>
                  </a:cubicBezTo>
                  <a:close/>
                  <a:moveTo>
                    <a:pt x="3660" y="8890"/>
                  </a:moveTo>
                  <a:cubicBezTo>
                    <a:pt x="3563" y="8890"/>
                    <a:pt x="3476" y="8960"/>
                    <a:pt x="3456" y="9058"/>
                  </a:cubicBezTo>
                  <a:cubicBezTo>
                    <a:pt x="3237" y="10091"/>
                    <a:pt x="2321" y="10802"/>
                    <a:pt x="1304" y="10802"/>
                  </a:cubicBezTo>
                  <a:cubicBezTo>
                    <a:pt x="1155" y="10802"/>
                    <a:pt x="1003" y="10787"/>
                    <a:pt x="851" y="10755"/>
                  </a:cubicBezTo>
                  <a:cubicBezTo>
                    <a:pt x="835" y="10751"/>
                    <a:pt x="820" y="10749"/>
                    <a:pt x="804" y="10749"/>
                  </a:cubicBezTo>
                  <a:cubicBezTo>
                    <a:pt x="707" y="10749"/>
                    <a:pt x="621" y="10818"/>
                    <a:pt x="601" y="10918"/>
                  </a:cubicBezTo>
                  <a:cubicBezTo>
                    <a:pt x="576" y="11032"/>
                    <a:pt x="649" y="11144"/>
                    <a:pt x="763" y="11168"/>
                  </a:cubicBezTo>
                  <a:cubicBezTo>
                    <a:pt x="945" y="11207"/>
                    <a:pt x="1128" y="11227"/>
                    <a:pt x="1310" y="11227"/>
                  </a:cubicBezTo>
                  <a:cubicBezTo>
                    <a:pt x="1812" y="11227"/>
                    <a:pt x="2305" y="11082"/>
                    <a:pt x="2735" y="10801"/>
                  </a:cubicBezTo>
                  <a:cubicBezTo>
                    <a:pt x="3322" y="10419"/>
                    <a:pt x="3725" y="9833"/>
                    <a:pt x="3870" y="9147"/>
                  </a:cubicBezTo>
                  <a:cubicBezTo>
                    <a:pt x="3894" y="9032"/>
                    <a:pt x="3821" y="8918"/>
                    <a:pt x="3706" y="8895"/>
                  </a:cubicBezTo>
                  <a:cubicBezTo>
                    <a:pt x="3691" y="8892"/>
                    <a:pt x="3675" y="8890"/>
                    <a:pt x="3660" y="8890"/>
                  </a:cubicBezTo>
                  <a:close/>
                  <a:moveTo>
                    <a:pt x="11972" y="8240"/>
                  </a:moveTo>
                  <a:cubicBezTo>
                    <a:pt x="11572" y="8240"/>
                    <a:pt x="11178" y="8333"/>
                    <a:pt x="10808" y="8517"/>
                  </a:cubicBezTo>
                  <a:cubicBezTo>
                    <a:pt x="10705" y="8568"/>
                    <a:pt x="10662" y="8695"/>
                    <a:pt x="10714" y="8801"/>
                  </a:cubicBezTo>
                  <a:cubicBezTo>
                    <a:pt x="10751" y="8874"/>
                    <a:pt x="10825" y="8917"/>
                    <a:pt x="10903" y="8917"/>
                  </a:cubicBezTo>
                  <a:cubicBezTo>
                    <a:pt x="10935" y="8917"/>
                    <a:pt x="10967" y="8910"/>
                    <a:pt x="10997" y="8895"/>
                  </a:cubicBezTo>
                  <a:cubicBezTo>
                    <a:pt x="11307" y="8740"/>
                    <a:pt x="11639" y="8661"/>
                    <a:pt x="11976" y="8661"/>
                  </a:cubicBezTo>
                  <a:cubicBezTo>
                    <a:pt x="12127" y="8661"/>
                    <a:pt x="12279" y="8677"/>
                    <a:pt x="12431" y="8709"/>
                  </a:cubicBezTo>
                  <a:cubicBezTo>
                    <a:pt x="13616" y="8961"/>
                    <a:pt x="14378" y="10130"/>
                    <a:pt x="14128" y="11314"/>
                  </a:cubicBezTo>
                  <a:cubicBezTo>
                    <a:pt x="14103" y="11428"/>
                    <a:pt x="14176" y="11541"/>
                    <a:pt x="14291" y="11565"/>
                  </a:cubicBezTo>
                  <a:cubicBezTo>
                    <a:pt x="14305" y="11569"/>
                    <a:pt x="14320" y="11570"/>
                    <a:pt x="14334" y="11570"/>
                  </a:cubicBezTo>
                  <a:cubicBezTo>
                    <a:pt x="14433" y="11570"/>
                    <a:pt x="14520" y="11501"/>
                    <a:pt x="14542" y="11402"/>
                  </a:cubicBezTo>
                  <a:cubicBezTo>
                    <a:pt x="14842" y="9987"/>
                    <a:pt x="13933" y="8593"/>
                    <a:pt x="12518" y="8298"/>
                  </a:cubicBezTo>
                  <a:cubicBezTo>
                    <a:pt x="12336" y="8259"/>
                    <a:pt x="12154" y="8240"/>
                    <a:pt x="11972" y="824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42" name="Google Shape;742;p42"/>
          <p:cNvSpPr/>
          <p:nvPr/>
        </p:nvSpPr>
        <p:spPr>
          <a:xfrm rot="1359651">
            <a:off x="2669231" y="163854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42"/>
          <p:cNvSpPr/>
          <p:nvPr/>
        </p:nvSpPr>
        <p:spPr>
          <a:xfrm rot="1003606">
            <a:off x="3578816" y="1035424"/>
            <a:ext cx="189876" cy="18990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4" name="Google Shape;744;p42"/>
          <p:cNvGrpSpPr/>
          <p:nvPr/>
        </p:nvGrpSpPr>
        <p:grpSpPr>
          <a:xfrm rot="2700000">
            <a:off x="5474596" y="702409"/>
            <a:ext cx="415114" cy="377866"/>
            <a:chOff x="3089194" y="1815525"/>
            <a:chExt cx="616790" cy="561327"/>
          </a:xfrm>
        </p:grpSpPr>
        <p:sp>
          <p:nvSpPr>
            <p:cNvPr id="745" name="Google Shape;745;p42"/>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42"/>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7" name="Google Shape;747;p42"/>
          <p:cNvGrpSpPr/>
          <p:nvPr/>
        </p:nvGrpSpPr>
        <p:grpSpPr>
          <a:xfrm rot="2700000">
            <a:off x="5827824" y="1585134"/>
            <a:ext cx="586865" cy="534172"/>
            <a:chOff x="3089194" y="1815525"/>
            <a:chExt cx="616790" cy="561327"/>
          </a:xfrm>
        </p:grpSpPr>
        <p:sp>
          <p:nvSpPr>
            <p:cNvPr id="748" name="Google Shape;748;p42"/>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42"/>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0" name="Google Shape;750;p42"/>
          <p:cNvSpPr/>
          <p:nvPr/>
        </p:nvSpPr>
        <p:spPr>
          <a:xfrm rot="1003606">
            <a:off x="5151966" y="1582099"/>
            <a:ext cx="189876" cy="18990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42"/>
          <p:cNvSpPr/>
          <p:nvPr/>
        </p:nvSpPr>
        <p:spPr>
          <a:xfrm rot="1359651">
            <a:off x="6437831" y="44454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p:cNvSpPr/>
          <p:nvPr/>
        </p:nvSpPr>
        <p:spPr>
          <a:xfrm>
            <a:off x="8522026" y="2890561"/>
            <a:ext cx="454131" cy="454085"/>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p:cNvSpPr/>
          <p:nvPr/>
        </p:nvSpPr>
        <p:spPr>
          <a:xfrm rot="1359651">
            <a:off x="8201756" y="267139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42"/>
          <p:cNvSpPr/>
          <p:nvPr/>
        </p:nvSpPr>
        <p:spPr>
          <a:xfrm rot="197552">
            <a:off x="258730" y="1089523"/>
            <a:ext cx="189875" cy="18990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42"/>
          <p:cNvSpPr/>
          <p:nvPr/>
        </p:nvSpPr>
        <p:spPr>
          <a:xfrm rot="1359516">
            <a:off x="367168" y="1656660"/>
            <a:ext cx="153626" cy="153655"/>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42"/>
          <p:cNvSpPr/>
          <p:nvPr/>
        </p:nvSpPr>
        <p:spPr>
          <a:xfrm>
            <a:off x="713250" y="4761745"/>
            <a:ext cx="7717500" cy="46500"/>
          </a:xfrm>
          <a:prstGeom prst="rect">
            <a:avLst/>
          </a:prstGeom>
          <a:gradFill>
            <a:gsLst>
              <a:gs pos="0">
                <a:schemeClr val="lt2"/>
              </a:gs>
              <a:gs pos="100000">
                <a:schemeClr val="accen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43"/>
          <p:cNvSpPr txBox="1">
            <a:spLocks noGrp="1"/>
          </p:cNvSpPr>
          <p:nvPr>
            <p:ph type="title"/>
          </p:nvPr>
        </p:nvSpPr>
        <p:spPr>
          <a:xfrm>
            <a:off x="2216500" y="1192394"/>
            <a:ext cx="4707000" cy="66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a:t>SALUD MENTAL</a:t>
            </a:r>
            <a:endParaRPr dirty="0"/>
          </a:p>
        </p:txBody>
      </p:sp>
      <p:sp>
        <p:nvSpPr>
          <p:cNvPr id="762" name="Google Shape;762;p43"/>
          <p:cNvSpPr txBox="1">
            <a:spLocks noGrp="1"/>
          </p:cNvSpPr>
          <p:nvPr>
            <p:ph type="subTitle" idx="1"/>
          </p:nvPr>
        </p:nvSpPr>
        <p:spPr>
          <a:xfrm>
            <a:off x="2220400" y="1818450"/>
            <a:ext cx="4703100" cy="2437826"/>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s-MX" b="0" i="0" dirty="0">
                <a:solidFill>
                  <a:srgbClr val="333333"/>
                </a:solidFill>
                <a:effectLst/>
                <a:latin typeface="Georgia" panose="02040502050405020303" pitchFamily="18" charset="0"/>
              </a:rPr>
              <a:t>Los </a:t>
            </a:r>
            <a:r>
              <a:rPr lang="es-MX" b="1" i="0" dirty="0">
                <a:solidFill>
                  <a:srgbClr val="333333"/>
                </a:solidFill>
                <a:effectLst/>
                <a:latin typeface="Georgia" panose="02040502050405020303" pitchFamily="18" charset="0"/>
              </a:rPr>
              <a:t>ataques de ira</a:t>
            </a:r>
            <a:r>
              <a:rPr lang="es-MX" b="0" i="0" dirty="0">
                <a:solidFill>
                  <a:srgbClr val="333333"/>
                </a:solidFill>
                <a:effectLst/>
                <a:latin typeface="Georgia" panose="02040502050405020303" pitchFamily="18" charset="0"/>
              </a:rPr>
              <a:t> y la </a:t>
            </a:r>
            <a:r>
              <a:rPr lang="es-MX" b="1" i="0" dirty="0">
                <a:solidFill>
                  <a:srgbClr val="333333"/>
                </a:solidFill>
                <a:effectLst/>
                <a:latin typeface="Georgia" panose="02040502050405020303" pitchFamily="18" charset="0"/>
              </a:rPr>
              <a:t>depresión</a:t>
            </a:r>
            <a:r>
              <a:rPr lang="es-MX" b="0" i="0" dirty="0">
                <a:solidFill>
                  <a:srgbClr val="333333"/>
                </a:solidFill>
                <a:effectLst/>
                <a:latin typeface="Georgia" panose="02040502050405020303" pitchFamily="18" charset="0"/>
              </a:rPr>
              <a:t> están estrechamente relacionados con la alimentación. Según estudios, las personas que siguen una dieta mediterránea, centrada en el consumo de frutas, vegetales y pescado, y que evitan ingerir carne y lácteos tienen índices más bajos de ser depresivos y sufrir enfermedades, como por ejemplo: el </a:t>
            </a:r>
            <a:r>
              <a:rPr lang="es-MX" b="1" i="0" dirty="0">
                <a:solidFill>
                  <a:srgbClr val="333333"/>
                </a:solidFill>
                <a:effectLst/>
                <a:latin typeface="Georgia" panose="02040502050405020303" pitchFamily="18" charset="0"/>
              </a:rPr>
              <a:t>Alzheimer</a:t>
            </a:r>
            <a:r>
              <a:rPr lang="es-MX" b="0" i="0" dirty="0">
                <a:solidFill>
                  <a:srgbClr val="333333"/>
                </a:solidFill>
                <a:effectLst/>
                <a:latin typeface="Georgia" panose="02040502050405020303" pitchFamily="18" charset="0"/>
              </a:rPr>
              <a:t>, la </a:t>
            </a:r>
            <a:r>
              <a:rPr lang="es-MX" b="1" i="0" dirty="0">
                <a:solidFill>
                  <a:srgbClr val="333333"/>
                </a:solidFill>
                <a:effectLst/>
                <a:latin typeface="Georgia" panose="02040502050405020303" pitchFamily="18" charset="0"/>
              </a:rPr>
              <a:t>diabetes</a:t>
            </a:r>
            <a:r>
              <a:rPr lang="es-MX" b="0" i="0" dirty="0">
                <a:solidFill>
                  <a:srgbClr val="333333"/>
                </a:solidFill>
                <a:effectLst/>
                <a:latin typeface="Georgia" panose="02040502050405020303" pitchFamily="18" charset="0"/>
              </a:rPr>
              <a:t>, y las </a:t>
            </a:r>
            <a:r>
              <a:rPr lang="es-MX" b="1" i="0" dirty="0">
                <a:solidFill>
                  <a:srgbClr val="333333"/>
                </a:solidFill>
                <a:effectLst/>
                <a:latin typeface="Georgia" panose="02040502050405020303" pitchFamily="18" charset="0"/>
              </a:rPr>
              <a:t>enfermedades del corazón</a:t>
            </a:r>
            <a:r>
              <a:rPr lang="es-MX" b="0" i="0" dirty="0">
                <a:solidFill>
                  <a:srgbClr val="333333"/>
                </a:solidFill>
                <a:effectLst/>
                <a:latin typeface="Georgia" panose="02040502050405020303" pitchFamily="18" charset="0"/>
              </a:rPr>
              <a:t>.</a:t>
            </a:r>
            <a:endParaRPr dirty="0"/>
          </a:p>
        </p:txBody>
      </p:sp>
      <p:sp>
        <p:nvSpPr>
          <p:cNvPr id="763" name="Google Shape;763;p43"/>
          <p:cNvSpPr/>
          <p:nvPr/>
        </p:nvSpPr>
        <p:spPr>
          <a:xfrm rot="1359651">
            <a:off x="5444131" y="422344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3"/>
          <p:cNvSpPr/>
          <p:nvPr/>
        </p:nvSpPr>
        <p:spPr>
          <a:xfrm rot="-147442">
            <a:off x="6750282" y="3554550"/>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3"/>
          <p:cNvSpPr/>
          <p:nvPr/>
        </p:nvSpPr>
        <p:spPr>
          <a:xfrm rot="468862">
            <a:off x="7115050" y="2797528"/>
            <a:ext cx="351945" cy="35188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3"/>
          <p:cNvSpPr/>
          <p:nvPr/>
        </p:nvSpPr>
        <p:spPr>
          <a:xfrm rot="468811">
            <a:off x="7193560" y="2876002"/>
            <a:ext cx="194938" cy="19498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3"/>
          <p:cNvSpPr/>
          <p:nvPr/>
        </p:nvSpPr>
        <p:spPr>
          <a:xfrm rot="468862">
            <a:off x="1496725" y="1359316"/>
            <a:ext cx="351945" cy="35188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3"/>
          <p:cNvSpPr/>
          <p:nvPr/>
        </p:nvSpPr>
        <p:spPr>
          <a:xfrm rot="468811">
            <a:off x="1575235" y="1437789"/>
            <a:ext cx="194938" cy="19498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3"/>
          <p:cNvSpPr/>
          <p:nvPr/>
        </p:nvSpPr>
        <p:spPr>
          <a:xfrm rot="-855969">
            <a:off x="1235708" y="2202279"/>
            <a:ext cx="256450" cy="185837"/>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3"/>
          <p:cNvSpPr/>
          <p:nvPr/>
        </p:nvSpPr>
        <p:spPr>
          <a:xfrm rot="719841">
            <a:off x="7647623" y="3114169"/>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3"/>
          <p:cNvSpPr/>
          <p:nvPr/>
        </p:nvSpPr>
        <p:spPr>
          <a:xfrm rot="719841">
            <a:off x="1888648" y="1945719"/>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44"/>
          <p:cNvSpPr txBox="1">
            <a:spLocks noGrp="1"/>
          </p:cNvSpPr>
          <p:nvPr>
            <p:ph type="title"/>
          </p:nvPr>
        </p:nvSpPr>
        <p:spPr>
          <a:xfrm>
            <a:off x="713225" y="377891"/>
            <a:ext cx="7717500" cy="64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dirty="0"/>
              <a:t>¿Puede la alimentación influir en mis pensamientos?</a:t>
            </a:r>
            <a:endParaRPr dirty="0"/>
          </a:p>
        </p:txBody>
      </p:sp>
      <p:sp>
        <p:nvSpPr>
          <p:cNvPr id="777" name="Google Shape;777;p44"/>
          <p:cNvSpPr txBox="1">
            <a:spLocks noGrp="1"/>
          </p:cNvSpPr>
          <p:nvPr>
            <p:ph type="body" idx="1"/>
          </p:nvPr>
        </p:nvSpPr>
        <p:spPr>
          <a:xfrm>
            <a:off x="713225" y="1607100"/>
            <a:ext cx="3858900" cy="320267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b="0" i="0" dirty="0">
                <a:solidFill>
                  <a:srgbClr val="333333"/>
                </a:solidFill>
                <a:effectLst/>
                <a:latin typeface="Georgia" panose="02040502050405020303" pitchFamily="18" charset="0"/>
              </a:rPr>
              <a:t>Si bien la ansiedad y la depresión pueden ser producto de diversos factores, el sobrepeso derivado de una mala alimentación, se relaciona directamente a lo que nuestro cerebro pueda crear tales como ̈pensamientos depresivos».</a:t>
            </a:r>
            <a:endParaRPr lang="es" b="0" i="0" dirty="0">
              <a:solidFill>
                <a:srgbClr val="333333"/>
              </a:solidFill>
              <a:effectLst/>
              <a:latin typeface="Georgia" panose="02040502050405020303" pitchFamily="18" charset="0"/>
            </a:endParaRPr>
          </a:p>
          <a:p>
            <a:pPr marL="0" lvl="0" indent="0" algn="l" rtl="0">
              <a:spcBef>
                <a:spcPts val="0"/>
              </a:spcBef>
              <a:spcAft>
                <a:spcPts val="0"/>
              </a:spcAft>
              <a:buNone/>
            </a:pPr>
            <a:r>
              <a:rPr lang="es-MX" b="0" i="0" dirty="0">
                <a:solidFill>
                  <a:srgbClr val="333333"/>
                </a:solidFill>
                <a:effectLst/>
                <a:latin typeface="Georgia" panose="02040502050405020303" pitchFamily="18" charset="0"/>
              </a:rPr>
              <a:t>La comida chatarra puede afectar directamente </a:t>
            </a:r>
            <a:r>
              <a:rPr lang="es-MX" b="1" i="0" dirty="0">
                <a:solidFill>
                  <a:srgbClr val="333333"/>
                </a:solidFill>
                <a:effectLst/>
                <a:latin typeface="Georgia" panose="02040502050405020303" pitchFamily="18" charset="0"/>
              </a:rPr>
              <a:t>la cognición</a:t>
            </a:r>
            <a:r>
              <a:rPr lang="es-MX" b="0" i="0" dirty="0">
                <a:solidFill>
                  <a:srgbClr val="333333"/>
                </a:solidFill>
                <a:effectLst/>
                <a:latin typeface="Georgia" panose="02040502050405020303" pitchFamily="18" charset="0"/>
              </a:rPr>
              <a:t>. A largo plazo puede influir negativamente en </a:t>
            </a:r>
            <a:r>
              <a:rPr lang="es-MX" b="1" i="0" dirty="0">
                <a:solidFill>
                  <a:srgbClr val="333333"/>
                </a:solidFill>
                <a:effectLst/>
                <a:latin typeface="Georgia" panose="02040502050405020303" pitchFamily="18" charset="0"/>
              </a:rPr>
              <a:t>nuestra capacidad de memorizar</a:t>
            </a:r>
            <a:r>
              <a:rPr lang="es-MX" b="0" i="0" dirty="0">
                <a:solidFill>
                  <a:srgbClr val="333333"/>
                </a:solidFill>
                <a:effectLst/>
                <a:latin typeface="Georgia" panose="02040502050405020303" pitchFamily="18" charset="0"/>
              </a:rPr>
              <a:t>; causa fatiga y debilidad, ya que este tipo de comida no tiene vitaminas ni proteínas que aportar a nuestro cuerpo.</a:t>
            </a:r>
            <a:endParaRPr dirty="0"/>
          </a:p>
        </p:txBody>
      </p:sp>
      <p:sp>
        <p:nvSpPr>
          <p:cNvPr id="778" name="Google Shape;778;p44"/>
          <p:cNvSpPr/>
          <p:nvPr/>
        </p:nvSpPr>
        <p:spPr>
          <a:xfrm>
            <a:off x="4938426" y="1588396"/>
            <a:ext cx="3120544" cy="3029335"/>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9" name="Google Shape;779;p44"/>
          <p:cNvGrpSpPr/>
          <p:nvPr/>
        </p:nvGrpSpPr>
        <p:grpSpPr>
          <a:xfrm>
            <a:off x="5581394" y="898700"/>
            <a:ext cx="2134810" cy="2857255"/>
            <a:chOff x="5581394" y="898700"/>
            <a:chExt cx="2134810" cy="2857255"/>
          </a:xfrm>
        </p:grpSpPr>
        <p:sp>
          <p:nvSpPr>
            <p:cNvPr id="780" name="Google Shape;780;p44"/>
            <p:cNvSpPr/>
            <p:nvPr/>
          </p:nvSpPr>
          <p:spPr>
            <a:xfrm>
              <a:off x="5581394" y="1826607"/>
              <a:ext cx="2134810" cy="1929349"/>
            </a:xfrm>
            <a:custGeom>
              <a:avLst/>
              <a:gdLst/>
              <a:ahLst/>
              <a:cxnLst/>
              <a:rect l="l" t="t" r="r" b="b"/>
              <a:pathLst>
                <a:path w="28741" h="25974" extrusionOk="0">
                  <a:moveTo>
                    <a:pt x="28193" y="1"/>
                  </a:moveTo>
                  <a:cubicBezTo>
                    <a:pt x="28193" y="2237"/>
                    <a:pt x="22616" y="4044"/>
                    <a:pt x="15736" y="4044"/>
                  </a:cubicBezTo>
                  <a:cubicBezTo>
                    <a:pt x="8965" y="4044"/>
                    <a:pt x="3455" y="2291"/>
                    <a:pt x="3283" y="107"/>
                  </a:cubicBezTo>
                  <a:lnTo>
                    <a:pt x="3283" y="107"/>
                  </a:lnTo>
                  <a:cubicBezTo>
                    <a:pt x="3280" y="245"/>
                    <a:pt x="3283" y="383"/>
                    <a:pt x="3287" y="523"/>
                  </a:cubicBezTo>
                  <a:cubicBezTo>
                    <a:pt x="3340" y="2186"/>
                    <a:pt x="3788" y="3899"/>
                    <a:pt x="3264" y="5480"/>
                  </a:cubicBezTo>
                  <a:cubicBezTo>
                    <a:pt x="2908" y="6558"/>
                    <a:pt x="2102" y="7479"/>
                    <a:pt x="1079" y="7972"/>
                  </a:cubicBezTo>
                  <a:cubicBezTo>
                    <a:pt x="608" y="8195"/>
                    <a:pt x="0" y="8471"/>
                    <a:pt x="23" y="8992"/>
                  </a:cubicBezTo>
                  <a:cubicBezTo>
                    <a:pt x="34" y="9229"/>
                    <a:pt x="185" y="9432"/>
                    <a:pt x="342" y="9612"/>
                  </a:cubicBezTo>
                  <a:cubicBezTo>
                    <a:pt x="916" y="10280"/>
                    <a:pt x="1607" y="10847"/>
                    <a:pt x="2374" y="11277"/>
                  </a:cubicBezTo>
                  <a:cubicBezTo>
                    <a:pt x="2275" y="11545"/>
                    <a:pt x="2137" y="11795"/>
                    <a:pt x="1970" y="12023"/>
                  </a:cubicBezTo>
                  <a:cubicBezTo>
                    <a:pt x="1819" y="12222"/>
                    <a:pt x="1631" y="12440"/>
                    <a:pt x="1665" y="12689"/>
                  </a:cubicBezTo>
                  <a:cubicBezTo>
                    <a:pt x="1681" y="12815"/>
                    <a:pt x="1752" y="12921"/>
                    <a:pt x="1822" y="13026"/>
                  </a:cubicBezTo>
                  <a:cubicBezTo>
                    <a:pt x="1921" y="13174"/>
                    <a:pt x="2021" y="13329"/>
                    <a:pt x="2159" y="13442"/>
                  </a:cubicBezTo>
                  <a:cubicBezTo>
                    <a:pt x="2268" y="13536"/>
                    <a:pt x="2406" y="13605"/>
                    <a:pt x="2546" y="13612"/>
                  </a:cubicBezTo>
                  <a:cubicBezTo>
                    <a:pt x="2102" y="13965"/>
                    <a:pt x="1679" y="14429"/>
                    <a:pt x="1791" y="14963"/>
                  </a:cubicBezTo>
                  <a:cubicBezTo>
                    <a:pt x="1842" y="15217"/>
                    <a:pt x="2011" y="15427"/>
                    <a:pt x="2153" y="15643"/>
                  </a:cubicBezTo>
                  <a:cubicBezTo>
                    <a:pt x="2683" y="16453"/>
                    <a:pt x="2890" y="17469"/>
                    <a:pt x="2719" y="18423"/>
                  </a:cubicBezTo>
                  <a:cubicBezTo>
                    <a:pt x="2627" y="18942"/>
                    <a:pt x="2438" y="19519"/>
                    <a:pt x="2729" y="19957"/>
                  </a:cubicBezTo>
                  <a:cubicBezTo>
                    <a:pt x="2875" y="20172"/>
                    <a:pt x="3111" y="20304"/>
                    <a:pt x="3348" y="20406"/>
                  </a:cubicBezTo>
                  <a:cubicBezTo>
                    <a:pt x="3933" y="20647"/>
                    <a:pt x="4564" y="20719"/>
                    <a:pt x="5201" y="20719"/>
                  </a:cubicBezTo>
                  <a:cubicBezTo>
                    <a:pt x="5566" y="20719"/>
                    <a:pt x="5934" y="20696"/>
                    <a:pt x="6297" y="20666"/>
                  </a:cubicBezTo>
                  <a:cubicBezTo>
                    <a:pt x="7703" y="20553"/>
                    <a:pt x="9113" y="20367"/>
                    <a:pt x="10451" y="19912"/>
                  </a:cubicBezTo>
                  <a:cubicBezTo>
                    <a:pt x="10506" y="19896"/>
                    <a:pt x="10560" y="19877"/>
                    <a:pt x="10615" y="19855"/>
                  </a:cubicBezTo>
                  <a:lnTo>
                    <a:pt x="10615" y="19855"/>
                  </a:lnTo>
                  <a:cubicBezTo>
                    <a:pt x="10665" y="20517"/>
                    <a:pt x="10644" y="21185"/>
                    <a:pt x="10558" y="21840"/>
                  </a:cubicBezTo>
                  <a:cubicBezTo>
                    <a:pt x="10371" y="23307"/>
                    <a:pt x="9853" y="24733"/>
                    <a:pt x="9046" y="25973"/>
                  </a:cubicBezTo>
                  <a:lnTo>
                    <a:pt x="24365" y="21838"/>
                  </a:lnTo>
                  <a:cubicBezTo>
                    <a:pt x="23856" y="19266"/>
                    <a:pt x="25169" y="11665"/>
                    <a:pt x="25169" y="11646"/>
                  </a:cubicBezTo>
                  <a:cubicBezTo>
                    <a:pt x="27736" y="7997"/>
                    <a:pt x="28741" y="3803"/>
                    <a:pt x="28193"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44"/>
            <p:cNvSpPr/>
            <p:nvPr/>
          </p:nvSpPr>
          <p:spPr>
            <a:xfrm>
              <a:off x="5825254" y="1526367"/>
              <a:ext cx="1850253" cy="600851"/>
            </a:xfrm>
            <a:custGeom>
              <a:avLst/>
              <a:gdLst/>
              <a:ahLst/>
              <a:cxnLst/>
              <a:rect l="l" t="t" r="r" b="b"/>
              <a:pathLst>
                <a:path w="24910" h="8089" extrusionOk="0">
                  <a:moveTo>
                    <a:pt x="12450" y="1"/>
                  </a:moveTo>
                  <a:cubicBezTo>
                    <a:pt x="9828" y="1"/>
                    <a:pt x="7400" y="262"/>
                    <a:pt x="5397" y="712"/>
                  </a:cubicBezTo>
                  <a:cubicBezTo>
                    <a:pt x="2249" y="1417"/>
                    <a:pt x="148" y="2579"/>
                    <a:pt x="4" y="3899"/>
                  </a:cubicBezTo>
                  <a:cubicBezTo>
                    <a:pt x="4" y="3903"/>
                    <a:pt x="3" y="3910"/>
                    <a:pt x="4" y="3913"/>
                  </a:cubicBezTo>
                  <a:cubicBezTo>
                    <a:pt x="3" y="3990"/>
                    <a:pt x="0" y="4070"/>
                    <a:pt x="0" y="4146"/>
                  </a:cubicBezTo>
                  <a:lnTo>
                    <a:pt x="0" y="4149"/>
                  </a:lnTo>
                  <a:cubicBezTo>
                    <a:pt x="115" y="5584"/>
                    <a:pt x="2533" y="6834"/>
                    <a:pt x="6098" y="7522"/>
                  </a:cubicBezTo>
                  <a:cubicBezTo>
                    <a:pt x="7959" y="7882"/>
                    <a:pt x="10131" y="8089"/>
                    <a:pt x="12453" y="8089"/>
                  </a:cubicBezTo>
                  <a:cubicBezTo>
                    <a:pt x="14447" y="8089"/>
                    <a:pt x="16330" y="7933"/>
                    <a:pt x="17999" y="7664"/>
                  </a:cubicBezTo>
                  <a:cubicBezTo>
                    <a:pt x="22095" y="7003"/>
                    <a:pt x="24910" y="5632"/>
                    <a:pt x="24910" y="4044"/>
                  </a:cubicBezTo>
                  <a:cubicBezTo>
                    <a:pt x="24889" y="3903"/>
                    <a:pt x="24866" y="3763"/>
                    <a:pt x="24837" y="3621"/>
                  </a:cubicBezTo>
                  <a:cubicBezTo>
                    <a:pt x="24417" y="2311"/>
                    <a:pt x="22067" y="1184"/>
                    <a:pt x="18723" y="550"/>
                  </a:cubicBezTo>
                  <a:cubicBezTo>
                    <a:pt x="16883" y="201"/>
                    <a:pt x="14735" y="1"/>
                    <a:pt x="124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4"/>
            <p:cNvSpPr/>
            <p:nvPr/>
          </p:nvSpPr>
          <p:spPr>
            <a:xfrm>
              <a:off x="6023730" y="898700"/>
              <a:ext cx="1508799" cy="1384951"/>
            </a:xfrm>
            <a:custGeom>
              <a:avLst/>
              <a:gdLst/>
              <a:ahLst/>
              <a:cxnLst/>
              <a:rect l="l" t="t" r="r" b="b"/>
              <a:pathLst>
                <a:path w="20313" h="18645" extrusionOk="0">
                  <a:moveTo>
                    <a:pt x="10077" y="1"/>
                  </a:moveTo>
                  <a:cubicBezTo>
                    <a:pt x="10071" y="1"/>
                    <a:pt x="10065" y="1"/>
                    <a:pt x="10058" y="1"/>
                  </a:cubicBezTo>
                  <a:cubicBezTo>
                    <a:pt x="9134" y="4"/>
                    <a:pt x="8218" y="440"/>
                    <a:pt x="7630" y="1157"/>
                  </a:cubicBezTo>
                  <a:cubicBezTo>
                    <a:pt x="7405" y="1081"/>
                    <a:pt x="7175" y="1046"/>
                    <a:pt x="6945" y="1046"/>
                  </a:cubicBezTo>
                  <a:cubicBezTo>
                    <a:pt x="6426" y="1046"/>
                    <a:pt x="5909" y="1223"/>
                    <a:pt x="5454" y="1503"/>
                  </a:cubicBezTo>
                  <a:cubicBezTo>
                    <a:pt x="4794" y="1908"/>
                    <a:pt x="4329" y="2618"/>
                    <a:pt x="4218" y="3384"/>
                  </a:cubicBezTo>
                  <a:cubicBezTo>
                    <a:pt x="4160" y="3380"/>
                    <a:pt x="4103" y="3379"/>
                    <a:pt x="4045" y="3379"/>
                  </a:cubicBezTo>
                  <a:cubicBezTo>
                    <a:pt x="3130" y="3379"/>
                    <a:pt x="2189" y="3817"/>
                    <a:pt x="1672" y="4567"/>
                  </a:cubicBezTo>
                  <a:cubicBezTo>
                    <a:pt x="1121" y="5366"/>
                    <a:pt x="1020" y="6452"/>
                    <a:pt x="1415" y="7334"/>
                  </a:cubicBezTo>
                  <a:cubicBezTo>
                    <a:pt x="809" y="7456"/>
                    <a:pt x="295" y="7936"/>
                    <a:pt x="147" y="8537"/>
                  </a:cubicBezTo>
                  <a:cubicBezTo>
                    <a:pt x="0" y="9138"/>
                    <a:pt x="227" y="9816"/>
                    <a:pt x="705" y="10204"/>
                  </a:cubicBezTo>
                  <a:cubicBezTo>
                    <a:pt x="468" y="10899"/>
                    <a:pt x="627" y="11769"/>
                    <a:pt x="1066" y="12354"/>
                  </a:cubicBezTo>
                  <a:cubicBezTo>
                    <a:pt x="1507" y="12940"/>
                    <a:pt x="2184" y="13321"/>
                    <a:pt x="2896" y="13486"/>
                  </a:cubicBezTo>
                  <a:cubicBezTo>
                    <a:pt x="3201" y="13555"/>
                    <a:pt x="3516" y="13585"/>
                    <a:pt x="3833" y="13585"/>
                  </a:cubicBezTo>
                  <a:cubicBezTo>
                    <a:pt x="4259" y="13585"/>
                    <a:pt x="4689" y="13531"/>
                    <a:pt x="5101" y="13449"/>
                  </a:cubicBezTo>
                  <a:cubicBezTo>
                    <a:pt x="5172" y="14250"/>
                    <a:pt x="5697" y="14973"/>
                    <a:pt x="6386" y="15393"/>
                  </a:cubicBezTo>
                  <a:cubicBezTo>
                    <a:pt x="6992" y="15764"/>
                    <a:pt x="7710" y="15916"/>
                    <a:pt x="8424" y="15916"/>
                  </a:cubicBezTo>
                  <a:cubicBezTo>
                    <a:pt x="8520" y="15916"/>
                    <a:pt x="8615" y="15913"/>
                    <a:pt x="8711" y="15908"/>
                  </a:cubicBezTo>
                  <a:cubicBezTo>
                    <a:pt x="9516" y="15863"/>
                    <a:pt x="10301" y="15645"/>
                    <a:pt x="11065" y="15390"/>
                  </a:cubicBezTo>
                  <a:cubicBezTo>
                    <a:pt x="11262" y="16194"/>
                    <a:pt x="12069" y="16626"/>
                    <a:pt x="12783" y="17048"/>
                  </a:cubicBezTo>
                  <a:cubicBezTo>
                    <a:pt x="13497" y="17468"/>
                    <a:pt x="14278" y="17900"/>
                    <a:pt x="14641" y="18644"/>
                  </a:cubicBezTo>
                  <a:cubicBezTo>
                    <a:pt x="14946" y="18577"/>
                    <a:pt x="15307" y="18502"/>
                    <a:pt x="15615" y="18433"/>
                  </a:cubicBezTo>
                  <a:cubicBezTo>
                    <a:pt x="15438" y="17779"/>
                    <a:pt x="15093" y="17078"/>
                    <a:pt x="14592" y="16623"/>
                  </a:cubicBezTo>
                  <a:lnTo>
                    <a:pt x="14592" y="16623"/>
                  </a:lnTo>
                  <a:cubicBezTo>
                    <a:pt x="15034" y="16924"/>
                    <a:pt x="15565" y="17073"/>
                    <a:pt x="16095" y="17073"/>
                  </a:cubicBezTo>
                  <a:cubicBezTo>
                    <a:pt x="16749" y="17073"/>
                    <a:pt x="17401" y="16845"/>
                    <a:pt x="17883" y="16396"/>
                  </a:cubicBezTo>
                  <a:cubicBezTo>
                    <a:pt x="18757" y="15584"/>
                    <a:pt x="18974" y="14150"/>
                    <a:pt x="18376" y="13116"/>
                  </a:cubicBezTo>
                  <a:cubicBezTo>
                    <a:pt x="19154" y="12882"/>
                    <a:pt x="19920" y="12167"/>
                    <a:pt x="20117" y="11380"/>
                  </a:cubicBezTo>
                  <a:cubicBezTo>
                    <a:pt x="20313" y="10592"/>
                    <a:pt x="20066" y="9708"/>
                    <a:pt x="19488" y="9138"/>
                  </a:cubicBezTo>
                  <a:cubicBezTo>
                    <a:pt x="19945" y="8755"/>
                    <a:pt x="20208" y="8145"/>
                    <a:pt x="20067" y="7564"/>
                  </a:cubicBezTo>
                  <a:cubicBezTo>
                    <a:pt x="19928" y="6982"/>
                    <a:pt x="19443" y="6501"/>
                    <a:pt x="18862" y="6364"/>
                  </a:cubicBezTo>
                  <a:cubicBezTo>
                    <a:pt x="19078" y="5479"/>
                    <a:pt x="18821" y="4495"/>
                    <a:pt x="18250" y="3784"/>
                  </a:cubicBezTo>
                  <a:cubicBezTo>
                    <a:pt x="17693" y="3089"/>
                    <a:pt x="16810" y="2668"/>
                    <a:pt x="15921" y="2668"/>
                  </a:cubicBezTo>
                  <a:cubicBezTo>
                    <a:pt x="15900" y="2668"/>
                    <a:pt x="15879" y="2668"/>
                    <a:pt x="15858" y="2669"/>
                  </a:cubicBezTo>
                  <a:cubicBezTo>
                    <a:pt x="15586" y="2041"/>
                    <a:pt x="15121" y="1516"/>
                    <a:pt x="14497" y="1237"/>
                  </a:cubicBezTo>
                  <a:cubicBezTo>
                    <a:pt x="14140" y="1076"/>
                    <a:pt x="13749" y="995"/>
                    <a:pt x="13358" y="995"/>
                  </a:cubicBezTo>
                  <a:cubicBezTo>
                    <a:pt x="13066" y="995"/>
                    <a:pt x="12775" y="1040"/>
                    <a:pt x="12498" y="1130"/>
                  </a:cubicBezTo>
                  <a:cubicBezTo>
                    <a:pt x="11907" y="427"/>
                    <a:pt x="10997" y="1"/>
                    <a:pt x="10077" y="1"/>
                  </a:cubicBezTo>
                  <a:close/>
                </a:path>
              </a:pathLst>
            </a:custGeom>
            <a:gradFill>
              <a:gsLst>
                <a:gs pos="0">
                  <a:schemeClr val="lt2"/>
                </a:gs>
                <a:gs pos="100000">
                  <a:schemeClr val="accen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p:cNvSpPr/>
            <p:nvPr/>
          </p:nvSpPr>
          <p:spPr>
            <a:xfrm>
              <a:off x="6691579" y="1269135"/>
              <a:ext cx="602093" cy="476580"/>
            </a:xfrm>
            <a:custGeom>
              <a:avLst/>
              <a:gdLst/>
              <a:ahLst/>
              <a:cxnLst/>
              <a:rect l="l" t="t" r="r" b="b"/>
              <a:pathLst>
                <a:path w="8106" h="6416" extrusionOk="0">
                  <a:moveTo>
                    <a:pt x="4052" y="1"/>
                  </a:moveTo>
                  <a:cubicBezTo>
                    <a:pt x="3477" y="1"/>
                    <a:pt x="3010" y="467"/>
                    <a:pt x="3010" y="1043"/>
                  </a:cubicBezTo>
                  <a:cubicBezTo>
                    <a:pt x="3010" y="1287"/>
                    <a:pt x="3093" y="1513"/>
                    <a:pt x="3235" y="1690"/>
                  </a:cubicBezTo>
                  <a:lnTo>
                    <a:pt x="1690" y="1690"/>
                  </a:lnTo>
                  <a:lnTo>
                    <a:pt x="1690" y="3236"/>
                  </a:lnTo>
                  <a:cubicBezTo>
                    <a:pt x="1512" y="3093"/>
                    <a:pt x="1288" y="3010"/>
                    <a:pt x="1043" y="3010"/>
                  </a:cubicBezTo>
                  <a:cubicBezTo>
                    <a:pt x="467" y="3010"/>
                    <a:pt x="0" y="3477"/>
                    <a:pt x="0" y="4053"/>
                  </a:cubicBezTo>
                  <a:cubicBezTo>
                    <a:pt x="0" y="4628"/>
                    <a:pt x="467" y="5096"/>
                    <a:pt x="1043" y="5096"/>
                  </a:cubicBezTo>
                  <a:cubicBezTo>
                    <a:pt x="1287" y="5096"/>
                    <a:pt x="1512" y="5012"/>
                    <a:pt x="1690" y="4871"/>
                  </a:cubicBezTo>
                  <a:lnTo>
                    <a:pt x="1690" y="6415"/>
                  </a:lnTo>
                  <a:lnTo>
                    <a:pt x="3235" y="6415"/>
                  </a:lnTo>
                  <a:cubicBezTo>
                    <a:pt x="3093" y="6238"/>
                    <a:pt x="3010" y="6014"/>
                    <a:pt x="3010" y="5768"/>
                  </a:cubicBezTo>
                  <a:cubicBezTo>
                    <a:pt x="3010" y="5192"/>
                    <a:pt x="3477" y="4726"/>
                    <a:pt x="4052" y="4726"/>
                  </a:cubicBezTo>
                  <a:cubicBezTo>
                    <a:pt x="4628" y="4726"/>
                    <a:pt x="5096" y="5192"/>
                    <a:pt x="5096" y="5768"/>
                  </a:cubicBezTo>
                  <a:cubicBezTo>
                    <a:pt x="5096" y="6012"/>
                    <a:pt x="5012" y="6238"/>
                    <a:pt x="4871" y="6415"/>
                  </a:cubicBezTo>
                  <a:lnTo>
                    <a:pt x="6415" y="6415"/>
                  </a:lnTo>
                  <a:lnTo>
                    <a:pt x="6415" y="4871"/>
                  </a:lnTo>
                  <a:cubicBezTo>
                    <a:pt x="6594" y="5012"/>
                    <a:pt x="6816" y="5096"/>
                    <a:pt x="7062" y="5096"/>
                  </a:cubicBezTo>
                  <a:cubicBezTo>
                    <a:pt x="7638" y="5096"/>
                    <a:pt x="8106" y="4628"/>
                    <a:pt x="8106" y="4053"/>
                  </a:cubicBezTo>
                  <a:cubicBezTo>
                    <a:pt x="8106" y="3477"/>
                    <a:pt x="7638" y="3010"/>
                    <a:pt x="7062" y="3010"/>
                  </a:cubicBezTo>
                  <a:cubicBezTo>
                    <a:pt x="6819" y="3010"/>
                    <a:pt x="6594" y="3093"/>
                    <a:pt x="6415" y="3236"/>
                  </a:cubicBezTo>
                  <a:lnTo>
                    <a:pt x="6415" y="1690"/>
                  </a:lnTo>
                  <a:lnTo>
                    <a:pt x="4871" y="1690"/>
                  </a:lnTo>
                  <a:cubicBezTo>
                    <a:pt x="5012" y="1513"/>
                    <a:pt x="5096" y="1289"/>
                    <a:pt x="5096" y="1043"/>
                  </a:cubicBezTo>
                  <a:cubicBezTo>
                    <a:pt x="5096" y="467"/>
                    <a:pt x="4628" y="1"/>
                    <a:pt x="4052"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p:cNvSpPr/>
            <p:nvPr/>
          </p:nvSpPr>
          <p:spPr>
            <a:xfrm>
              <a:off x="6912413" y="1970859"/>
              <a:ext cx="505236" cy="664509"/>
            </a:xfrm>
            <a:custGeom>
              <a:avLst/>
              <a:gdLst/>
              <a:ahLst/>
              <a:cxnLst/>
              <a:rect l="l" t="t" r="r" b="b"/>
              <a:pathLst>
                <a:path w="6802" h="8946" extrusionOk="0">
                  <a:moveTo>
                    <a:pt x="3359" y="0"/>
                  </a:moveTo>
                  <a:cubicBezTo>
                    <a:pt x="3115" y="0"/>
                    <a:pt x="2870" y="38"/>
                    <a:pt x="2632" y="117"/>
                  </a:cubicBezTo>
                  <a:cubicBezTo>
                    <a:pt x="2472" y="149"/>
                    <a:pt x="2311" y="194"/>
                    <a:pt x="2160" y="260"/>
                  </a:cubicBezTo>
                  <a:cubicBezTo>
                    <a:pt x="1310" y="612"/>
                    <a:pt x="796" y="1405"/>
                    <a:pt x="498" y="2241"/>
                  </a:cubicBezTo>
                  <a:cubicBezTo>
                    <a:pt x="149" y="3229"/>
                    <a:pt x="0" y="4334"/>
                    <a:pt x="51" y="5378"/>
                  </a:cubicBezTo>
                  <a:cubicBezTo>
                    <a:pt x="98" y="6378"/>
                    <a:pt x="331" y="7524"/>
                    <a:pt x="1014" y="8293"/>
                  </a:cubicBezTo>
                  <a:cubicBezTo>
                    <a:pt x="1426" y="8757"/>
                    <a:pt x="1904" y="8946"/>
                    <a:pt x="2398" y="8946"/>
                  </a:cubicBezTo>
                  <a:cubicBezTo>
                    <a:pt x="3679" y="8946"/>
                    <a:pt x="5068" y="7676"/>
                    <a:pt x="5688" y="6663"/>
                  </a:cubicBezTo>
                  <a:cubicBezTo>
                    <a:pt x="6713" y="4986"/>
                    <a:pt x="6802" y="2516"/>
                    <a:pt x="5454" y="982"/>
                  </a:cubicBezTo>
                  <a:cubicBezTo>
                    <a:pt x="4931" y="388"/>
                    <a:pt x="4149" y="0"/>
                    <a:pt x="3359"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p:cNvSpPr/>
            <p:nvPr/>
          </p:nvSpPr>
          <p:spPr>
            <a:xfrm>
              <a:off x="5802748" y="1829578"/>
              <a:ext cx="1900241" cy="1619230"/>
            </a:xfrm>
            <a:custGeom>
              <a:avLst/>
              <a:gdLst/>
              <a:ahLst/>
              <a:cxnLst/>
              <a:rect l="l" t="t" r="r" b="b"/>
              <a:pathLst>
                <a:path w="25583" h="21799" extrusionOk="0">
                  <a:moveTo>
                    <a:pt x="279" y="1"/>
                  </a:moveTo>
                  <a:cubicBezTo>
                    <a:pt x="135" y="1"/>
                    <a:pt x="0" y="205"/>
                    <a:pt x="121" y="360"/>
                  </a:cubicBezTo>
                  <a:cubicBezTo>
                    <a:pt x="1879" y="2592"/>
                    <a:pt x="4740" y="3350"/>
                    <a:pt x="7372" y="3997"/>
                  </a:cubicBezTo>
                  <a:cubicBezTo>
                    <a:pt x="7391" y="4001"/>
                    <a:pt x="7409" y="4004"/>
                    <a:pt x="7427" y="4004"/>
                  </a:cubicBezTo>
                  <a:cubicBezTo>
                    <a:pt x="7642" y="4004"/>
                    <a:pt x="7718" y="3662"/>
                    <a:pt x="7481" y="3604"/>
                  </a:cubicBezTo>
                  <a:cubicBezTo>
                    <a:pt x="4912" y="2970"/>
                    <a:pt x="2128" y="2252"/>
                    <a:pt x="411" y="71"/>
                  </a:cubicBezTo>
                  <a:cubicBezTo>
                    <a:pt x="371" y="22"/>
                    <a:pt x="325" y="1"/>
                    <a:pt x="279" y="1"/>
                  </a:cubicBezTo>
                  <a:close/>
                  <a:moveTo>
                    <a:pt x="25290" y="128"/>
                  </a:moveTo>
                  <a:cubicBezTo>
                    <a:pt x="25228" y="128"/>
                    <a:pt x="25165" y="153"/>
                    <a:pt x="25118" y="214"/>
                  </a:cubicBezTo>
                  <a:cubicBezTo>
                    <a:pt x="24041" y="1617"/>
                    <a:pt x="22439" y="2562"/>
                    <a:pt x="20700" y="2860"/>
                  </a:cubicBezTo>
                  <a:cubicBezTo>
                    <a:pt x="20125" y="2188"/>
                    <a:pt x="19271" y="1792"/>
                    <a:pt x="18385" y="1792"/>
                  </a:cubicBezTo>
                  <a:cubicBezTo>
                    <a:pt x="18272" y="1792"/>
                    <a:pt x="18159" y="1798"/>
                    <a:pt x="18045" y="1811"/>
                  </a:cubicBezTo>
                  <a:cubicBezTo>
                    <a:pt x="16876" y="1947"/>
                    <a:pt x="15893" y="2802"/>
                    <a:pt x="15537" y="3909"/>
                  </a:cubicBezTo>
                  <a:cubicBezTo>
                    <a:pt x="15183" y="3927"/>
                    <a:pt x="14829" y="3936"/>
                    <a:pt x="14474" y="3936"/>
                  </a:cubicBezTo>
                  <a:cubicBezTo>
                    <a:pt x="13876" y="3936"/>
                    <a:pt x="13278" y="3911"/>
                    <a:pt x="12682" y="3859"/>
                  </a:cubicBezTo>
                  <a:cubicBezTo>
                    <a:pt x="12674" y="3858"/>
                    <a:pt x="12667" y="3858"/>
                    <a:pt x="12660" y="3858"/>
                  </a:cubicBezTo>
                  <a:cubicBezTo>
                    <a:pt x="12420" y="3858"/>
                    <a:pt x="12429" y="4244"/>
                    <a:pt x="12682" y="4269"/>
                  </a:cubicBezTo>
                  <a:cubicBezTo>
                    <a:pt x="13281" y="4319"/>
                    <a:pt x="13882" y="4344"/>
                    <a:pt x="14484" y="4344"/>
                  </a:cubicBezTo>
                  <a:cubicBezTo>
                    <a:pt x="14896" y="4344"/>
                    <a:pt x="15309" y="4332"/>
                    <a:pt x="15720" y="4308"/>
                  </a:cubicBezTo>
                  <a:cubicBezTo>
                    <a:pt x="15861" y="4299"/>
                    <a:pt x="15925" y="4177"/>
                    <a:pt x="15915" y="4068"/>
                  </a:cubicBezTo>
                  <a:cubicBezTo>
                    <a:pt x="16180" y="3194"/>
                    <a:pt x="16898" y="2485"/>
                    <a:pt x="17792" y="2267"/>
                  </a:cubicBezTo>
                  <a:cubicBezTo>
                    <a:pt x="17985" y="2220"/>
                    <a:pt x="18182" y="2197"/>
                    <a:pt x="18378" y="2197"/>
                  </a:cubicBezTo>
                  <a:cubicBezTo>
                    <a:pt x="19151" y="2197"/>
                    <a:pt x="19917" y="2546"/>
                    <a:pt x="20412" y="3149"/>
                  </a:cubicBezTo>
                  <a:cubicBezTo>
                    <a:pt x="21101" y="3986"/>
                    <a:pt x="21231" y="5155"/>
                    <a:pt x="21033" y="6189"/>
                  </a:cubicBezTo>
                  <a:cubicBezTo>
                    <a:pt x="20834" y="7224"/>
                    <a:pt x="20390" y="8299"/>
                    <a:pt x="19726" y="9126"/>
                  </a:cubicBezTo>
                  <a:cubicBezTo>
                    <a:pt x="19127" y="9870"/>
                    <a:pt x="18241" y="10436"/>
                    <a:pt x="17287" y="10436"/>
                  </a:cubicBezTo>
                  <a:cubicBezTo>
                    <a:pt x="17093" y="10436"/>
                    <a:pt x="16897" y="10413"/>
                    <a:pt x="16700" y="10363"/>
                  </a:cubicBezTo>
                  <a:cubicBezTo>
                    <a:pt x="16681" y="10358"/>
                    <a:pt x="16663" y="10356"/>
                    <a:pt x="16646" y="10356"/>
                  </a:cubicBezTo>
                  <a:cubicBezTo>
                    <a:pt x="16431" y="10356"/>
                    <a:pt x="16356" y="10697"/>
                    <a:pt x="16591" y="10756"/>
                  </a:cubicBezTo>
                  <a:cubicBezTo>
                    <a:pt x="16851" y="10821"/>
                    <a:pt x="17101" y="10852"/>
                    <a:pt x="17343" y="10852"/>
                  </a:cubicBezTo>
                  <a:cubicBezTo>
                    <a:pt x="19479" y="10852"/>
                    <a:pt x="20911" y="8469"/>
                    <a:pt x="21364" y="6573"/>
                  </a:cubicBezTo>
                  <a:cubicBezTo>
                    <a:pt x="21632" y="5458"/>
                    <a:pt x="21588" y="4213"/>
                    <a:pt x="20964" y="3225"/>
                  </a:cubicBezTo>
                  <a:cubicBezTo>
                    <a:pt x="22753" y="2877"/>
                    <a:pt x="24359" y="1865"/>
                    <a:pt x="25469" y="420"/>
                  </a:cubicBezTo>
                  <a:cubicBezTo>
                    <a:pt x="25583" y="273"/>
                    <a:pt x="25440" y="128"/>
                    <a:pt x="25290" y="128"/>
                  </a:cubicBezTo>
                  <a:close/>
                  <a:moveTo>
                    <a:pt x="10975" y="17596"/>
                  </a:moveTo>
                  <a:cubicBezTo>
                    <a:pt x="10110" y="18633"/>
                    <a:pt x="8910" y="19357"/>
                    <a:pt x="7635" y="19815"/>
                  </a:cubicBezTo>
                  <a:cubicBezTo>
                    <a:pt x="7685" y="20477"/>
                    <a:pt x="7664" y="21144"/>
                    <a:pt x="7578" y="21798"/>
                  </a:cubicBezTo>
                  <a:cubicBezTo>
                    <a:pt x="9143" y="20837"/>
                    <a:pt x="10364" y="19331"/>
                    <a:pt x="10985" y="17601"/>
                  </a:cubicBezTo>
                  <a:lnTo>
                    <a:pt x="10975" y="17596"/>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p:cNvSpPr/>
            <p:nvPr/>
          </p:nvSpPr>
          <p:spPr>
            <a:xfrm>
              <a:off x="6172512" y="2436669"/>
              <a:ext cx="539180" cy="491288"/>
            </a:xfrm>
            <a:custGeom>
              <a:avLst/>
              <a:gdLst/>
              <a:ahLst/>
              <a:cxnLst/>
              <a:rect l="l" t="t" r="r" b="b"/>
              <a:pathLst>
                <a:path w="7259" h="6614" extrusionOk="0">
                  <a:moveTo>
                    <a:pt x="3630" y="1"/>
                  </a:moveTo>
                  <a:cubicBezTo>
                    <a:pt x="2784" y="1"/>
                    <a:pt x="1937" y="323"/>
                    <a:pt x="1292" y="969"/>
                  </a:cubicBezTo>
                  <a:cubicBezTo>
                    <a:pt x="1" y="2260"/>
                    <a:pt x="1" y="4354"/>
                    <a:pt x="1292" y="5645"/>
                  </a:cubicBezTo>
                  <a:cubicBezTo>
                    <a:pt x="1937" y="6290"/>
                    <a:pt x="2784" y="6613"/>
                    <a:pt x="3630" y="6613"/>
                  </a:cubicBezTo>
                  <a:cubicBezTo>
                    <a:pt x="4476" y="6613"/>
                    <a:pt x="5322" y="6290"/>
                    <a:pt x="5968" y="5645"/>
                  </a:cubicBezTo>
                  <a:cubicBezTo>
                    <a:pt x="7259" y="4354"/>
                    <a:pt x="7259" y="2260"/>
                    <a:pt x="5968" y="969"/>
                  </a:cubicBezTo>
                  <a:cubicBezTo>
                    <a:pt x="5322" y="323"/>
                    <a:pt x="4476" y="1"/>
                    <a:pt x="36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7" name="Google Shape;787;p44"/>
          <p:cNvSpPr/>
          <p:nvPr/>
        </p:nvSpPr>
        <p:spPr>
          <a:xfrm rot="1359651">
            <a:off x="5356906" y="395839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4"/>
          <p:cNvSpPr/>
          <p:nvPr/>
        </p:nvSpPr>
        <p:spPr>
          <a:xfrm rot="1231028">
            <a:off x="7835154" y="1090396"/>
            <a:ext cx="351938" cy="351880"/>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4"/>
          <p:cNvSpPr/>
          <p:nvPr/>
        </p:nvSpPr>
        <p:spPr>
          <a:xfrm rot="1231040">
            <a:off x="7913652" y="1168868"/>
            <a:ext cx="194934" cy="19497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4"/>
          <p:cNvSpPr/>
          <p:nvPr/>
        </p:nvSpPr>
        <p:spPr>
          <a:xfrm rot="1003606">
            <a:off x="8082291" y="1914011"/>
            <a:ext cx="189876" cy="18990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p:cNvSpPr/>
          <p:nvPr/>
        </p:nvSpPr>
        <p:spPr>
          <a:xfrm rot="1042508">
            <a:off x="4801962" y="4233726"/>
            <a:ext cx="256449" cy="185830"/>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p:cNvSpPr/>
          <p:nvPr/>
        </p:nvSpPr>
        <p:spPr>
          <a:xfrm>
            <a:off x="7594776" y="2752549"/>
            <a:ext cx="189873" cy="189901"/>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p:cNvSpPr/>
          <p:nvPr/>
        </p:nvSpPr>
        <p:spPr>
          <a:xfrm rot="1360227">
            <a:off x="4748983" y="3580909"/>
            <a:ext cx="235243" cy="23527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p:cNvSpPr/>
          <p:nvPr/>
        </p:nvSpPr>
        <p:spPr>
          <a:xfrm rot="667041">
            <a:off x="5149460" y="2865102"/>
            <a:ext cx="189871" cy="18989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p:cNvSpPr/>
          <p:nvPr/>
        </p:nvSpPr>
        <p:spPr>
          <a:xfrm rot="778855">
            <a:off x="5543628" y="3355498"/>
            <a:ext cx="189879" cy="189906"/>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p:cNvSpPr/>
          <p:nvPr/>
        </p:nvSpPr>
        <p:spPr>
          <a:xfrm rot="4317003" flipH="1">
            <a:off x="7804666" y="3174499"/>
            <a:ext cx="412911" cy="1038530"/>
          </a:xfrm>
          <a:custGeom>
            <a:avLst/>
            <a:gdLst/>
            <a:ahLst/>
            <a:cxnLst/>
            <a:rect l="l" t="t" r="r" b="b"/>
            <a:pathLst>
              <a:path w="9537" h="23986" extrusionOk="0">
                <a:moveTo>
                  <a:pt x="8572" y="1"/>
                </a:moveTo>
                <a:cubicBezTo>
                  <a:pt x="8132" y="1"/>
                  <a:pt x="7719" y="325"/>
                  <a:pt x="7417" y="669"/>
                </a:cubicBezTo>
                <a:cubicBezTo>
                  <a:pt x="7023" y="1120"/>
                  <a:pt x="6704" y="1638"/>
                  <a:pt x="6477" y="2193"/>
                </a:cubicBezTo>
                <a:cubicBezTo>
                  <a:pt x="6368" y="2459"/>
                  <a:pt x="6037" y="3208"/>
                  <a:pt x="6117" y="3614"/>
                </a:cubicBezTo>
                <a:cubicBezTo>
                  <a:pt x="5636" y="4335"/>
                  <a:pt x="5243" y="5121"/>
                  <a:pt x="4936" y="5908"/>
                </a:cubicBezTo>
                <a:cubicBezTo>
                  <a:pt x="4928" y="5867"/>
                  <a:pt x="4922" y="5828"/>
                  <a:pt x="4920" y="5797"/>
                </a:cubicBezTo>
                <a:cubicBezTo>
                  <a:pt x="4903" y="5463"/>
                  <a:pt x="4932" y="5127"/>
                  <a:pt x="5005" y="4800"/>
                </a:cubicBezTo>
                <a:cubicBezTo>
                  <a:pt x="5089" y="4421"/>
                  <a:pt x="5230" y="4056"/>
                  <a:pt x="5322" y="3675"/>
                </a:cubicBezTo>
                <a:cubicBezTo>
                  <a:pt x="5412" y="3295"/>
                  <a:pt x="5448" y="2890"/>
                  <a:pt x="5323" y="2520"/>
                </a:cubicBezTo>
                <a:cubicBezTo>
                  <a:pt x="5198" y="2152"/>
                  <a:pt x="4880" y="1828"/>
                  <a:pt x="4493" y="1790"/>
                </a:cubicBezTo>
                <a:cubicBezTo>
                  <a:pt x="4466" y="1788"/>
                  <a:pt x="4439" y="1787"/>
                  <a:pt x="4412" y="1787"/>
                </a:cubicBezTo>
                <a:cubicBezTo>
                  <a:pt x="3981" y="1787"/>
                  <a:pt x="3601" y="2121"/>
                  <a:pt x="3379" y="2499"/>
                </a:cubicBezTo>
                <a:cubicBezTo>
                  <a:pt x="2946" y="3236"/>
                  <a:pt x="2936" y="4189"/>
                  <a:pt x="3311" y="4954"/>
                </a:cubicBezTo>
                <a:cubicBezTo>
                  <a:pt x="3525" y="5389"/>
                  <a:pt x="3859" y="5758"/>
                  <a:pt x="4254" y="6031"/>
                </a:cubicBezTo>
                <a:cubicBezTo>
                  <a:pt x="4334" y="6087"/>
                  <a:pt x="4598" y="6283"/>
                  <a:pt x="4771" y="6350"/>
                </a:cubicBezTo>
                <a:cubicBezTo>
                  <a:pt x="4532" y="7042"/>
                  <a:pt x="4361" y="7750"/>
                  <a:pt x="4252" y="8470"/>
                </a:cubicBezTo>
                <a:cubicBezTo>
                  <a:pt x="4169" y="8157"/>
                  <a:pt x="4070" y="7869"/>
                  <a:pt x="4038" y="7789"/>
                </a:cubicBezTo>
                <a:cubicBezTo>
                  <a:pt x="3852" y="7301"/>
                  <a:pt x="3615" y="6814"/>
                  <a:pt x="3248" y="6430"/>
                </a:cubicBezTo>
                <a:cubicBezTo>
                  <a:pt x="2896" y="6064"/>
                  <a:pt x="2408" y="5800"/>
                  <a:pt x="1910" y="5800"/>
                </a:cubicBezTo>
                <a:cubicBezTo>
                  <a:pt x="1886" y="5800"/>
                  <a:pt x="1861" y="5800"/>
                  <a:pt x="1837" y="5802"/>
                </a:cubicBezTo>
                <a:cubicBezTo>
                  <a:pt x="1313" y="5828"/>
                  <a:pt x="817" y="6210"/>
                  <a:pt x="761" y="6721"/>
                </a:cubicBezTo>
                <a:cubicBezTo>
                  <a:pt x="737" y="6930"/>
                  <a:pt x="787" y="7147"/>
                  <a:pt x="877" y="7340"/>
                </a:cubicBezTo>
                <a:cubicBezTo>
                  <a:pt x="1156" y="7939"/>
                  <a:pt x="1784" y="8304"/>
                  <a:pt x="2401" y="8557"/>
                </a:cubicBezTo>
                <a:cubicBezTo>
                  <a:pt x="2719" y="8688"/>
                  <a:pt x="3046" y="8798"/>
                  <a:pt x="3362" y="8935"/>
                </a:cubicBezTo>
                <a:cubicBezTo>
                  <a:pt x="3523" y="9005"/>
                  <a:pt x="3683" y="9080"/>
                  <a:pt x="3839" y="9169"/>
                </a:cubicBezTo>
                <a:cubicBezTo>
                  <a:pt x="3898" y="9204"/>
                  <a:pt x="4039" y="9329"/>
                  <a:pt x="4144" y="9389"/>
                </a:cubicBezTo>
                <a:cubicBezTo>
                  <a:pt x="4118" y="9720"/>
                  <a:pt x="4103" y="10052"/>
                  <a:pt x="4102" y="10384"/>
                </a:cubicBezTo>
                <a:cubicBezTo>
                  <a:pt x="4097" y="11001"/>
                  <a:pt x="4122" y="11617"/>
                  <a:pt x="4141" y="12231"/>
                </a:cubicBezTo>
                <a:cubicBezTo>
                  <a:pt x="4131" y="12206"/>
                  <a:pt x="4122" y="12184"/>
                  <a:pt x="4116" y="12170"/>
                </a:cubicBezTo>
                <a:cubicBezTo>
                  <a:pt x="3898" y="11607"/>
                  <a:pt x="3600" y="11077"/>
                  <a:pt x="3235" y="10600"/>
                </a:cubicBezTo>
                <a:cubicBezTo>
                  <a:pt x="2952" y="10225"/>
                  <a:pt x="2617" y="9877"/>
                  <a:pt x="2203" y="9658"/>
                </a:cubicBezTo>
                <a:cubicBezTo>
                  <a:pt x="1943" y="9520"/>
                  <a:pt x="1647" y="9438"/>
                  <a:pt x="1355" y="9438"/>
                </a:cubicBezTo>
                <a:cubicBezTo>
                  <a:pt x="1180" y="9438"/>
                  <a:pt x="1007" y="9467"/>
                  <a:pt x="844" y="9531"/>
                </a:cubicBezTo>
                <a:cubicBezTo>
                  <a:pt x="405" y="9701"/>
                  <a:pt x="69" y="10152"/>
                  <a:pt x="109" y="10619"/>
                </a:cubicBezTo>
                <a:cubicBezTo>
                  <a:pt x="141" y="10981"/>
                  <a:pt x="381" y="11299"/>
                  <a:pt x="678" y="11508"/>
                </a:cubicBezTo>
                <a:cubicBezTo>
                  <a:pt x="974" y="11716"/>
                  <a:pt x="1323" y="11837"/>
                  <a:pt x="1667" y="11953"/>
                </a:cubicBezTo>
                <a:cubicBezTo>
                  <a:pt x="2329" y="12179"/>
                  <a:pt x="2994" y="12402"/>
                  <a:pt x="3657" y="12628"/>
                </a:cubicBezTo>
                <a:cubicBezTo>
                  <a:pt x="3738" y="12657"/>
                  <a:pt x="3994" y="12788"/>
                  <a:pt x="4163" y="12840"/>
                </a:cubicBezTo>
                <a:cubicBezTo>
                  <a:pt x="4183" y="13595"/>
                  <a:pt x="4186" y="14346"/>
                  <a:pt x="4118" y="15102"/>
                </a:cubicBezTo>
                <a:cubicBezTo>
                  <a:pt x="4089" y="15430"/>
                  <a:pt x="4051" y="15757"/>
                  <a:pt x="4001" y="16082"/>
                </a:cubicBezTo>
                <a:cubicBezTo>
                  <a:pt x="3967" y="15649"/>
                  <a:pt x="3891" y="15223"/>
                  <a:pt x="3770" y="14806"/>
                </a:cubicBezTo>
                <a:cubicBezTo>
                  <a:pt x="3639" y="14354"/>
                  <a:pt x="3456" y="13910"/>
                  <a:pt x="3149" y="13554"/>
                </a:cubicBezTo>
                <a:cubicBezTo>
                  <a:pt x="2844" y="13199"/>
                  <a:pt x="2399" y="12942"/>
                  <a:pt x="1930" y="12942"/>
                </a:cubicBezTo>
                <a:cubicBezTo>
                  <a:pt x="1462" y="12942"/>
                  <a:pt x="983" y="13240"/>
                  <a:pt x="851" y="13691"/>
                </a:cubicBezTo>
                <a:cubicBezTo>
                  <a:pt x="749" y="14040"/>
                  <a:pt x="858" y="14420"/>
                  <a:pt x="1057" y="14724"/>
                </a:cubicBezTo>
                <a:cubicBezTo>
                  <a:pt x="1258" y="15028"/>
                  <a:pt x="1539" y="15267"/>
                  <a:pt x="1818" y="15499"/>
                </a:cubicBezTo>
                <a:cubicBezTo>
                  <a:pt x="2353" y="15950"/>
                  <a:pt x="2889" y="16398"/>
                  <a:pt x="3426" y="16849"/>
                </a:cubicBezTo>
                <a:cubicBezTo>
                  <a:pt x="3487" y="16902"/>
                  <a:pt x="3658" y="17093"/>
                  <a:pt x="3795" y="17209"/>
                </a:cubicBezTo>
                <a:cubicBezTo>
                  <a:pt x="3558" y="18291"/>
                  <a:pt x="3213" y="19346"/>
                  <a:pt x="2771" y="20360"/>
                </a:cubicBezTo>
                <a:cubicBezTo>
                  <a:pt x="2729" y="20287"/>
                  <a:pt x="2686" y="20219"/>
                  <a:pt x="2665" y="20163"/>
                </a:cubicBezTo>
                <a:cubicBezTo>
                  <a:pt x="2548" y="19851"/>
                  <a:pt x="2472" y="19522"/>
                  <a:pt x="2439" y="19189"/>
                </a:cubicBezTo>
                <a:cubicBezTo>
                  <a:pt x="2402" y="18801"/>
                  <a:pt x="2424" y="18410"/>
                  <a:pt x="2393" y="18022"/>
                </a:cubicBezTo>
                <a:cubicBezTo>
                  <a:pt x="2363" y="17632"/>
                  <a:pt x="2271" y="17237"/>
                  <a:pt x="2039" y="16924"/>
                </a:cubicBezTo>
                <a:cubicBezTo>
                  <a:pt x="1840" y="16658"/>
                  <a:pt x="1520" y="16467"/>
                  <a:pt x="1192" y="16467"/>
                </a:cubicBezTo>
                <a:cubicBezTo>
                  <a:pt x="1136" y="16467"/>
                  <a:pt x="1079" y="16473"/>
                  <a:pt x="1022" y="16485"/>
                </a:cubicBezTo>
                <a:cubicBezTo>
                  <a:pt x="569" y="16584"/>
                  <a:pt x="284" y="17049"/>
                  <a:pt x="184" y="17503"/>
                </a:cubicBezTo>
                <a:cubicBezTo>
                  <a:pt x="0" y="18336"/>
                  <a:pt x="284" y="19247"/>
                  <a:pt x="877" y="19858"/>
                </a:cubicBezTo>
                <a:cubicBezTo>
                  <a:pt x="1216" y="20206"/>
                  <a:pt x="1646" y="20454"/>
                  <a:pt x="2108" y="20592"/>
                </a:cubicBezTo>
                <a:cubicBezTo>
                  <a:pt x="2188" y="20618"/>
                  <a:pt x="2424" y="20697"/>
                  <a:pt x="2607" y="20726"/>
                </a:cubicBezTo>
                <a:cubicBezTo>
                  <a:pt x="2127" y="21755"/>
                  <a:pt x="1549" y="22740"/>
                  <a:pt x="873" y="23657"/>
                </a:cubicBezTo>
                <a:cubicBezTo>
                  <a:pt x="755" y="23816"/>
                  <a:pt x="905" y="23985"/>
                  <a:pt x="1058" y="23985"/>
                </a:cubicBezTo>
                <a:cubicBezTo>
                  <a:pt x="1118" y="23985"/>
                  <a:pt x="1178" y="23960"/>
                  <a:pt x="1223" y="23898"/>
                </a:cubicBezTo>
                <a:cubicBezTo>
                  <a:pt x="1917" y="22955"/>
                  <a:pt x="2516" y="21943"/>
                  <a:pt x="3007" y="20880"/>
                </a:cubicBezTo>
                <a:cubicBezTo>
                  <a:pt x="3097" y="20949"/>
                  <a:pt x="3187" y="21010"/>
                  <a:pt x="3237" y="21046"/>
                </a:cubicBezTo>
                <a:cubicBezTo>
                  <a:pt x="3602" y="21316"/>
                  <a:pt x="4031" y="21511"/>
                  <a:pt x="4489" y="21609"/>
                </a:cubicBezTo>
                <a:cubicBezTo>
                  <a:pt x="4720" y="21658"/>
                  <a:pt x="4958" y="21682"/>
                  <a:pt x="5198" y="21682"/>
                </a:cubicBezTo>
                <a:cubicBezTo>
                  <a:pt x="5652" y="21682"/>
                  <a:pt x="6110" y="21595"/>
                  <a:pt x="6537" y="21424"/>
                </a:cubicBezTo>
                <a:cubicBezTo>
                  <a:pt x="6828" y="21305"/>
                  <a:pt x="7113" y="21143"/>
                  <a:pt x="7292" y="20893"/>
                </a:cubicBezTo>
                <a:cubicBezTo>
                  <a:pt x="7610" y="20445"/>
                  <a:pt x="7482" y="19814"/>
                  <a:pt x="7101" y="19454"/>
                </a:cubicBezTo>
                <a:cubicBezTo>
                  <a:pt x="6953" y="19313"/>
                  <a:pt x="6774" y="19207"/>
                  <a:pt x="6573" y="19150"/>
                </a:cubicBezTo>
                <a:cubicBezTo>
                  <a:pt x="6459" y="19118"/>
                  <a:pt x="6342" y="19104"/>
                  <a:pt x="6223" y="19104"/>
                </a:cubicBezTo>
                <a:cubicBezTo>
                  <a:pt x="5872" y="19104"/>
                  <a:pt x="5509" y="19227"/>
                  <a:pt x="5185" y="19384"/>
                </a:cubicBezTo>
                <a:cubicBezTo>
                  <a:pt x="4750" y="19595"/>
                  <a:pt x="4346" y="19871"/>
                  <a:pt x="3888" y="20028"/>
                </a:cubicBezTo>
                <a:cubicBezTo>
                  <a:pt x="3693" y="20095"/>
                  <a:pt x="3491" y="20140"/>
                  <a:pt x="3299" y="20211"/>
                </a:cubicBezTo>
                <a:cubicBezTo>
                  <a:pt x="3404" y="19957"/>
                  <a:pt x="3504" y="19701"/>
                  <a:pt x="3597" y="19441"/>
                </a:cubicBezTo>
                <a:cubicBezTo>
                  <a:pt x="3735" y="19051"/>
                  <a:pt x="3860" y="18657"/>
                  <a:pt x="3971" y="18259"/>
                </a:cubicBezTo>
                <a:cubicBezTo>
                  <a:pt x="4145" y="18234"/>
                  <a:pt x="4371" y="18174"/>
                  <a:pt x="4448" y="18166"/>
                </a:cubicBezTo>
                <a:cubicBezTo>
                  <a:pt x="5143" y="18083"/>
                  <a:pt x="5838" y="18003"/>
                  <a:pt x="6534" y="17921"/>
                </a:cubicBezTo>
                <a:cubicBezTo>
                  <a:pt x="6893" y="17879"/>
                  <a:pt x="7261" y="17836"/>
                  <a:pt x="7593" y="17693"/>
                </a:cubicBezTo>
                <a:cubicBezTo>
                  <a:pt x="7927" y="17549"/>
                  <a:pt x="8229" y="17289"/>
                  <a:pt x="8334" y="16942"/>
                </a:cubicBezTo>
                <a:cubicBezTo>
                  <a:pt x="8471" y="16494"/>
                  <a:pt x="8237" y="15982"/>
                  <a:pt x="7844" y="15725"/>
                </a:cubicBezTo>
                <a:cubicBezTo>
                  <a:pt x="7599" y="15563"/>
                  <a:pt x="7307" y="15491"/>
                  <a:pt x="7012" y="15491"/>
                </a:cubicBezTo>
                <a:cubicBezTo>
                  <a:pt x="6835" y="15491"/>
                  <a:pt x="6657" y="15517"/>
                  <a:pt x="6488" y="15565"/>
                </a:cubicBezTo>
                <a:cubicBezTo>
                  <a:pt x="6037" y="15691"/>
                  <a:pt x="5637" y="15962"/>
                  <a:pt x="5281" y="16267"/>
                </a:cubicBezTo>
                <a:cubicBezTo>
                  <a:pt x="4853" y="16633"/>
                  <a:pt x="4478" y="17055"/>
                  <a:pt x="4160" y="17517"/>
                </a:cubicBezTo>
                <a:cubicBezTo>
                  <a:pt x="4350" y="16696"/>
                  <a:pt x="4484" y="15863"/>
                  <a:pt x="4553" y="15024"/>
                </a:cubicBezTo>
                <a:cubicBezTo>
                  <a:pt x="4561" y="14919"/>
                  <a:pt x="4569" y="14816"/>
                  <a:pt x="4574" y="14710"/>
                </a:cubicBezTo>
                <a:cubicBezTo>
                  <a:pt x="4712" y="14768"/>
                  <a:pt x="4864" y="14793"/>
                  <a:pt x="5023" y="14793"/>
                </a:cubicBezTo>
                <a:cubicBezTo>
                  <a:pt x="5466" y="14793"/>
                  <a:pt x="5963" y="14600"/>
                  <a:pt x="6348" y="14391"/>
                </a:cubicBezTo>
                <a:cubicBezTo>
                  <a:pt x="6443" y="14341"/>
                  <a:pt x="6531" y="14288"/>
                  <a:pt x="6610" y="14237"/>
                </a:cubicBezTo>
                <a:cubicBezTo>
                  <a:pt x="7178" y="13871"/>
                  <a:pt x="7908" y="13173"/>
                  <a:pt x="7976" y="12458"/>
                </a:cubicBezTo>
                <a:cubicBezTo>
                  <a:pt x="8007" y="12134"/>
                  <a:pt x="7857" y="11802"/>
                  <a:pt x="7603" y="11598"/>
                </a:cubicBezTo>
                <a:cubicBezTo>
                  <a:pt x="7406" y="11441"/>
                  <a:pt x="7154" y="11361"/>
                  <a:pt x="6902" y="11361"/>
                </a:cubicBezTo>
                <a:cubicBezTo>
                  <a:pt x="6828" y="11361"/>
                  <a:pt x="6754" y="11368"/>
                  <a:pt x="6681" y="11382"/>
                </a:cubicBezTo>
                <a:cubicBezTo>
                  <a:pt x="6320" y="11453"/>
                  <a:pt x="6011" y="11684"/>
                  <a:pt x="5774" y="11963"/>
                </a:cubicBezTo>
                <a:cubicBezTo>
                  <a:pt x="5538" y="12244"/>
                  <a:pt x="5368" y="12573"/>
                  <a:pt x="5201" y="12898"/>
                </a:cubicBezTo>
                <a:lnTo>
                  <a:pt x="4678" y="13917"/>
                </a:lnTo>
                <a:cubicBezTo>
                  <a:pt x="4659" y="13958"/>
                  <a:pt x="4627" y="14006"/>
                  <a:pt x="4595" y="14061"/>
                </a:cubicBezTo>
                <a:cubicBezTo>
                  <a:pt x="4615" y="12994"/>
                  <a:pt x="4544" y="11930"/>
                  <a:pt x="4529" y="10863"/>
                </a:cubicBezTo>
                <a:lnTo>
                  <a:pt x="4529" y="10863"/>
                </a:lnTo>
                <a:cubicBezTo>
                  <a:pt x="4680" y="10905"/>
                  <a:pt x="4887" y="10915"/>
                  <a:pt x="4979" y="10927"/>
                </a:cubicBezTo>
                <a:cubicBezTo>
                  <a:pt x="5106" y="10942"/>
                  <a:pt x="5235" y="10950"/>
                  <a:pt x="5363" y="10950"/>
                </a:cubicBezTo>
                <a:cubicBezTo>
                  <a:pt x="5681" y="10950"/>
                  <a:pt x="5999" y="10902"/>
                  <a:pt x="6303" y="10806"/>
                </a:cubicBezTo>
                <a:cubicBezTo>
                  <a:pt x="6927" y="10611"/>
                  <a:pt x="7484" y="10216"/>
                  <a:pt x="7876" y="9692"/>
                </a:cubicBezTo>
                <a:cubicBezTo>
                  <a:pt x="8052" y="9460"/>
                  <a:pt x="8197" y="9189"/>
                  <a:pt x="8209" y="8899"/>
                </a:cubicBezTo>
                <a:cubicBezTo>
                  <a:pt x="8229" y="8377"/>
                  <a:pt x="7787" y="7914"/>
                  <a:pt x="7280" y="7794"/>
                </a:cubicBezTo>
                <a:cubicBezTo>
                  <a:pt x="7178" y="7769"/>
                  <a:pt x="7074" y="7756"/>
                  <a:pt x="6970" y="7756"/>
                </a:cubicBezTo>
                <a:cubicBezTo>
                  <a:pt x="6876" y="7756"/>
                  <a:pt x="6781" y="7767"/>
                  <a:pt x="6688" y="7789"/>
                </a:cubicBezTo>
                <a:cubicBezTo>
                  <a:pt x="6252" y="7897"/>
                  <a:pt x="5921" y="8254"/>
                  <a:pt x="5679" y="8634"/>
                </a:cubicBezTo>
                <a:cubicBezTo>
                  <a:pt x="5438" y="9015"/>
                  <a:pt x="5253" y="9432"/>
                  <a:pt x="4965" y="9778"/>
                </a:cubicBezTo>
                <a:cubicBezTo>
                  <a:pt x="4832" y="9934"/>
                  <a:pt x="4679" y="10076"/>
                  <a:pt x="4554" y="10239"/>
                </a:cubicBezTo>
                <a:cubicBezTo>
                  <a:pt x="4547" y="10248"/>
                  <a:pt x="4539" y="10259"/>
                  <a:pt x="4531" y="10273"/>
                </a:cubicBezTo>
                <a:cubicBezTo>
                  <a:pt x="4544" y="9249"/>
                  <a:pt x="4669" y="8237"/>
                  <a:pt x="4920" y="7253"/>
                </a:cubicBezTo>
                <a:cubicBezTo>
                  <a:pt x="5144" y="7410"/>
                  <a:pt x="5717" y="7445"/>
                  <a:pt x="5912" y="7452"/>
                </a:cubicBezTo>
                <a:cubicBezTo>
                  <a:pt x="5956" y="7454"/>
                  <a:pt x="6000" y="7455"/>
                  <a:pt x="6043" y="7455"/>
                </a:cubicBezTo>
                <a:cubicBezTo>
                  <a:pt x="6933" y="7455"/>
                  <a:pt x="7831" y="7105"/>
                  <a:pt x="8453" y="6463"/>
                </a:cubicBezTo>
                <a:cubicBezTo>
                  <a:pt x="8669" y="6239"/>
                  <a:pt x="8858" y="5978"/>
                  <a:pt x="8945" y="5680"/>
                </a:cubicBezTo>
                <a:cubicBezTo>
                  <a:pt x="9032" y="5380"/>
                  <a:pt x="9010" y="5038"/>
                  <a:pt x="8834" y="4781"/>
                </a:cubicBezTo>
                <a:cubicBezTo>
                  <a:pt x="8648" y="4509"/>
                  <a:pt x="8313" y="4371"/>
                  <a:pt x="7980" y="4371"/>
                </a:cubicBezTo>
                <a:cubicBezTo>
                  <a:pt x="7911" y="4371"/>
                  <a:pt x="7842" y="4377"/>
                  <a:pt x="7774" y="4389"/>
                </a:cubicBezTo>
                <a:cubicBezTo>
                  <a:pt x="7385" y="4460"/>
                  <a:pt x="7043" y="4708"/>
                  <a:pt x="6781" y="5009"/>
                </a:cubicBezTo>
                <a:cubicBezTo>
                  <a:pt x="6559" y="5265"/>
                  <a:pt x="6386" y="5562"/>
                  <a:pt x="6182" y="5834"/>
                </a:cubicBezTo>
                <a:cubicBezTo>
                  <a:pt x="6001" y="6077"/>
                  <a:pt x="5797" y="6302"/>
                  <a:pt x="5572" y="6503"/>
                </a:cubicBezTo>
                <a:cubicBezTo>
                  <a:pt x="5467" y="6597"/>
                  <a:pt x="5208" y="6732"/>
                  <a:pt x="5026" y="6860"/>
                </a:cubicBezTo>
                <a:cubicBezTo>
                  <a:pt x="5131" y="6503"/>
                  <a:pt x="5252" y="6151"/>
                  <a:pt x="5390" y="5803"/>
                </a:cubicBezTo>
                <a:cubicBezTo>
                  <a:pt x="5663" y="5120"/>
                  <a:pt x="5998" y="4486"/>
                  <a:pt x="6374" y="3878"/>
                </a:cubicBezTo>
                <a:cubicBezTo>
                  <a:pt x="6409" y="3885"/>
                  <a:pt x="6447" y="3888"/>
                  <a:pt x="6486" y="3888"/>
                </a:cubicBezTo>
                <a:cubicBezTo>
                  <a:pt x="6894" y="3888"/>
                  <a:pt x="7524" y="3553"/>
                  <a:pt x="7758" y="3426"/>
                </a:cubicBezTo>
                <a:cubicBezTo>
                  <a:pt x="8254" y="3157"/>
                  <a:pt x="8695" y="2786"/>
                  <a:pt x="9036" y="2337"/>
                </a:cubicBezTo>
                <a:cubicBezTo>
                  <a:pt x="9315" y="1971"/>
                  <a:pt x="9536" y="1530"/>
                  <a:pt x="9526" y="1069"/>
                </a:cubicBezTo>
                <a:cubicBezTo>
                  <a:pt x="9516" y="607"/>
                  <a:pt x="9224" y="129"/>
                  <a:pt x="8773" y="24"/>
                </a:cubicBezTo>
                <a:cubicBezTo>
                  <a:pt x="8706" y="8"/>
                  <a:pt x="8639" y="1"/>
                  <a:pt x="857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97" name="Google Shape;797;p44"/>
          <p:cNvGrpSpPr/>
          <p:nvPr/>
        </p:nvGrpSpPr>
        <p:grpSpPr>
          <a:xfrm rot="-8100000">
            <a:off x="7114851" y="3958225"/>
            <a:ext cx="700974" cy="862889"/>
            <a:chOff x="3465080" y="-835281"/>
            <a:chExt cx="1214861" cy="1495111"/>
          </a:xfrm>
        </p:grpSpPr>
        <p:sp>
          <p:nvSpPr>
            <p:cNvPr id="798" name="Google Shape;798;p44"/>
            <p:cNvSpPr/>
            <p:nvPr/>
          </p:nvSpPr>
          <p:spPr>
            <a:xfrm>
              <a:off x="3556136" y="-835281"/>
              <a:ext cx="691670" cy="497585"/>
            </a:xfrm>
            <a:custGeom>
              <a:avLst/>
              <a:gdLst/>
              <a:ahLst/>
              <a:cxnLst/>
              <a:rect l="l" t="t" r="r" b="b"/>
              <a:pathLst>
                <a:path w="11417" h="8213" extrusionOk="0">
                  <a:moveTo>
                    <a:pt x="5392" y="0"/>
                  </a:moveTo>
                  <a:cubicBezTo>
                    <a:pt x="5342" y="0"/>
                    <a:pt x="5291" y="4"/>
                    <a:pt x="5237" y="13"/>
                  </a:cubicBezTo>
                  <a:cubicBezTo>
                    <a:pt x="4548" y="120"/>
                    <a:pt x="4351" y="821"/>
                    <a:pt x="4422" y="1768"/>
                  </a:cubicBezTo>
                  <a:cubicBezTo>
                    <a:pt x="4091" y="1315"/>
                    <a:pt x="3725" y="1031"/>
                    <a:pt x="3328" y="1031"/>
                  </a:cubicBezTo>
                  <a:cubicBezTo>
                    <a:pt x="3058" y="1031"/>
                    <a:pt x="2774" y="1162"/>
                    <a:pt x="2476" y="1459"/>
                  </a:cubicBezTo>
                  <a:cubicBezTo>
                    <a:pt x="0" y="3927"/>
                    <a:pt x="6351" y="8105"/>
                    <a:pt x="6511" y="8208"/>
                  </a:cubicBezTo>
                  <a:lnTo>
                    <a:pt x="6515" y="8213"/>
                  </a:lnTo>
                  <a:lnTo>
                    <a:pt x="6517" y="8208"/>
                  </a:lnTo>
                  <a:cubicBezTo>
                    <a:pt x="6639" y="8060"/>
                    <a:pt x="11417" y="2146"/>
                    <a:pt x="8308" y="551"/>
                  </a:cubicBezTo>
                  <a:cubicBezTo>
                    <a:pt x="8056" y="421"/>
                    <a:pt x="7833" y="361"/>
                    <a:pt x="7636" y="361"/>
                  </a:cubicBezTo>
                  <a:cubicBezTo>
                    <a:pt x="7109" y="361"/>
                    <a:pt x="6767" y="787"/>
                    <a:pt x="6552" y="1438"/>
                  </a:cubicBezTo>
                  <a:cubicBezTo>
                    <a:pt x="6345" y="584"/>
                    <a:pt x="5988" y="0"/>
                    <a:pt x="539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p:cNvSpPr/>
            <p:nvPr/>
          </p:nvSpPr>
          <p:spPr>
            <a:xfrm>
              <a:off x="3465080" y="-332500"/>
              <a:ext cx="463456" cy="437121"/>
            </a:xfrm>
            <a:custGeom>
              <a:avLst/>
              <a:gdLst/>
              <a:ahLst/>
              <a:cxnLst/>
              <a:rect l="l" t="t" r="r" b="b"/>
              <a:pathLst>
                <a:path w="7650" h="7215" extrusionOk="0">
                  <a:moveTo>
                    <a:pt x="4667" y="1"/>
                  </a:moveTo>
                  <a:cubicBezTo>
                    <a:pt x="4527" y="1"/>
                    <a:pt x="4382" y="16"/>
                    <a:pt x="4230" y="48"/>
                  </a:cubicBezTo>
                  <a:cubicBezTo>
                    <a:pt x="3209" y="258"/>
                    <a:pt x="3087" y="961"/>
                    <a:pt x="3418" y="1843"/>
                  </a:cubicBezTo>
                  <a:cubicBezTo>
                    <a:pt x="2958" y="1490"/>
                    <a:pt x="2521" y="1270"/>
                    <a:pt x="2143" y="1270"/>
                  </a:cubicBezTo>
                  <a:cubicBezTo>
                    <a:pt x="1902" y="1270"/>
                    <a:pt x="1684" y="1360"/>
                    <a:pt x="1501" y="1562"/>
                  </a:cubicBezTo>
                  <a:cubicBezTo>
                    <a:pt x="1032" y="2079"/>
                    <a:pt x="1317" y="2747"/>
                    <a:pt x="1969" y="3441"/>
                  </a:cubicBezTo>
                  <a:cubicBezTo>
                    <a:pt x="1741" y="3380"/>
                    <a:pt x="1527" y="3346"/>
                    <a:pt x="1332" y="3346"/>
                  </a:cubicBezTo>
                  <a:cubicBezTo>
                    <a:pt x="751" y="3346"/>
                    <a:pt x="344" y="3647"/>
                    <a:pt x="260" y="4422"/>
                  </a:cubicBezTo>
                  <a:cubicBezTo>
                    <a:pt x="1" y="6835"/>
                    <a:pt x="3572" y="7215"/>
                    <a:pt x="5841" y="7215"/>
                  </a:cubicBezTo>
                  <a:cubicBezTo>
                    <a:pt x="6838" y="7215"/>
                    <a:pt x="7584" y="7142"/>
                    <a:pt x="7642" y="7135"/>
                  </a:cubicBezTo>
                  <a:lnTo>
                    <a:pt x="7646" y="7135"/>
                  </a:lnTo>
                  <a:lnTo>
                    <a:pt x="7646" y="7132"/>
                  </a:lnTo>
                  <a:cubicBezTo>
                    <a:pt x="7648" y="6950"/>
                    <a:pt x="7649" y="1"/>
                    <a:pt x="46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p:cNvSpPr/>
            <p:nvPr/>
          </p:nvSpPr>
          <p:spPr>
            <a:xfrm>
              <a:off x="3578309" y="-623058"/>
              <a:ext cx="1101632" cy="1282887"/>
            </a:xfrm>
            <a:custGeom>
              <a:avLst/>
              <a:gdLst/>
              <a:ahLst/>
              <a:cxnLst/>
              <a:rect l="l" t="t" r="r" b="b"/>
              <a:pathLst>
                <a:path w="18184" h="21175" extrusionOk="0">
                  <a:moveTo>
                    <a:pt x="7866" y="0"/>
                  </a:moveTo>
                  <a:cubicBezTo>
                    <a:pt x="7101" y="0"/>
                    <a:pt x="6181" y="535"/>
                    <a:pt x="5671" y="1641"/>
                  </a:cubicBezTo>
                  <a:cubicBezTo>
                    <a:pt x="5045" y="958"/>
                    <a:pt x="4294" y="662"/>
                    <a:pt x="3650" y="662"/>
                  </a:cubicBezTo>
                  <a:cubicBezTo>
                    <a:pt x="2739" y="662"/>
                    <a:pt x="2040" y="1253"/>
                    <a:pt x="2211" y="2180"/>
                  </a:cubicBezTo>
                  <a:cubicBezTo>
                    <a:pt x="2452" y="3496"/>
                    <a:pt x="5018" y="4371"/>
                    <a:pt x="5873" y="4630"/>
                  </a:cubicBezTo>
                  <a:cubicBezTo>
                    <a:pt x="6181" y="6028"/>
                    <a:pt x="6607" y="7404"/>
                    <a:pt x="7147" y="8733"/>
                  </a:cubicBezTo>
                  <a:cubicBezTo>
                    <a:pt x="7824" y="10402"/>
                    <a:pt x="8681" y="11994"/>
                    <a:pt x="9687" y="13486"/>
                  </a:cubicBezTo>
                  <a:cubicBezTo>
                    <a:pt x="8279" y="13214"/>
                    <a:pt x="6951" y="12577"/>
                    <a:pt x="5867" y="11638"/>
                  </a:cubicBezTo>
                  <a:cubicBezTo>
                    <a:pt x="6128" y="10759"/>
                    <a:pt x="6785" y="8170"/>
                    <a:pt x="5830" y="7253"/>
                  </a:cubicBezTo>
                  <a:cubicBezTo>
                    <a:pt x="5562" y="6997"/>
                    <a:pt x="5265" y="6882"/>
                    <a:pt x="4971" y="6882"/>
                  </a:cubicBezTo>
                  <a:cubicBezTo>
                    <a:pt x="3989" y="6882"/>
                    <a:pt x="3055" y="8176"/>
                    <a:pt x="3476" y="9845"/>
                  </a:cubicBezTo>
                  <a:cubicBezTo>
                    <a:pt x="3299" y="9818"/>
                    <a:pt x="3128" y="9806"/>
                    <a:pt x="2963" y="9806"/>
                  </a:cubicBezTo>
                  <a:cubicBezTo>
                    <a:pt x="1063" y="9806"/>
                    <a:pt x="1" y="11475"/>
                    <a:pt x="1122" y="12439"/>
                  </a:cubicBezTo>
                  <a:cubicBezTo>
                    <a:pt x="1430" y="12703"/>
                    <a:pt x="1878" y="12801"/>
                    <a:pt x="2377" y="12801"/>
                  </a:cubicBezTo>
                  <a:cubicBezTo>
                    <a:pt x="3580" y="12801"/>
                    <a:pt x="5076" y="12226"/>
                    <a:pt x="5591" y="12010"/>
                  </a:cubicBezTo>
                  <a:cubicBezTo>
                    <a:pt x="6856" y="13093"/>
                    <a:pt x="8406" y="13798"/>
                    <a:pt x="10063" y="14026"/>
                  </a:cubicBezTo>
                  <a:cubicBezTo>
                    <a:pt x="10761" y="15006"/>
                    <a:pt x="11527" y="15938"/>
                    <a:pt x="12350" y="16815"/>
                  </a:cubicBezTo>
                  <a:cubicBezTo>
                    <a:pt x="10798" y="15854"/>
                    <a:pt x="8964" y="15349"/>
                    <a:pt x="7132" y="15275"/>
                  </a:cubicBezTo>
                  <a:cubicBezTo>
                    <a:pt x="6969" y="15269"/>
                    <a:pt x="6806" y="15266"/>
                    <a:pt x="6643" y="15266"/>
                  </a:cubicBezTo>
                  <a:cubicBezTo>
                    <a:pt x="4579" y="15266"/>
                    <a:pt x="2527" y="15769"/>
                    <a:pt x="619" y="16569"/>
                  </a:cubicBezTo>
                  <a:cubicBezTo>
                    <a:pt x="2254" y="18238"/>
                    <a:pt x="4515" y="19285"/>
                    <a:pt x="6847" y="19449"/>
                  </a:cubicBezTo>
                  <a:cubicBezTo>
                    <a:pt x="7069" y="19465"/>
                    <a:pt x="7290" y="19473"/>
                    <a:pt x="7512" y="19473"/>
                  </a:cubicBezTo>
                  <a:cubicBezTo>
                    <a:pt x="9528" y="19473"/>
                    <a:pt x="11540" y="18830"/>
                    <a:pt x="13179" y="17654"/>
                  </a:cubicBezTo>
                  <a:cubicBezTo>
                    <a:pt x="14546" y="18980"/>
                    <a:pt x="16058" y="20153"/>
                    <a:pt x="17689" y="21139"/>
                  </a:cubicBezTo>
                  <a:cubicBezTo>
                    <a:pt x="17731" y="21164"/>
                    <a:pt x="17774" y="21175"/>
                    <a:pt x="17814" y="21175"/>
                  </a:cubicBezTo>
                  <a:cubicBezTo>
                    <a:pt x="18023" y="21175"/>
                    <a:pt x="18183" y="20888"/>
                    <a:pt x="17965" y="20756"/>
                  </a:cubicBezTo>
                  <a:cubicBezTo>
                    <a:pt x="17186" y="20287"/>
                    <a:pt x="16433" y="19774"/>
                    <a:pt x="15710" y="19221"/>
                  </a:cubicBezTo>
                  <a:cubicBezTo>
                    <a:pt x="16811" y="17474"/>
                    <a:pt x="17266" y="15329"/>
                    <a:pt x="16962" y="13286"/>
                  </a:cubicBezTo>
                  <a:cubicBezTo>
                    <a:pt x="16648" y="11180"/>
                    <a:pt x="15534" y="9202"/>
                    <a:pt x="13893" y="7846"/>
                  </a:cubicBezTo>
                  <a:lnTo>
                    <a:pt x="13893" y="7846"/>
                  </a:lnTo>
                  <a:cubicBezTo>
                    <a:pt x="12957" y="11517"/>
                    <a:pt x="13460" y="15528"/>
                    <a:pt x="15251" y="18862"/>
                  </a:cubicBezTo>
                  <a:cubicBezTo>
                    <a:pt x="14928" y="18603"/>
                    <a:pt x="14614" y="18340"/>
                    <a:pt x="14307" y="18065"/>
                  </a:cubicBezTo>
                  <a:cubicBezTo>
                    <a:pt x="10337" y="14545"/>
                    <a:pt x="7491" y="9762"/>
                    <a:pt x="6343" y="4580"/>
                  </a:cubicBezTo>
                  <a:cubicBezTo>
                    <a:pt x="7030" y="4114"/>
                    <a:pt x="9306" y="2456"/>
                    <a:pt x="9131" y="1100"/>
                  </a:cubicBezTo>
                  <a:cubicBezTo>
                    <a:pt x="9038" y="374"/>
                    <a:pt x="8506" y="0"/>
                    <a:pt x="786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43"/>
          <p:cNvSpPr txBox="1">
            <a:spLocks noGrp="1"/>
          </p:cNvSpPr>
          <p:nvPr>
            <p:ph type="title"/>
          </p:nvPr>
        </p:nvSpPr>
        <p:spPr>
          <a:xfrm>
            <a:off x="2216500" y="1192394"/>
            <a:ext cx="4707000" cy="6669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a:t>SALUD MENTAL</a:t>
            </a:r>
            <a:endParaRPr dirty="0"/>
          </a:p>
        </p:txBody>
      </p:sp>
      <p:sp>
        <p:nvSpPr>
          <p:cNvPr id="762" name="Google Shape;762;p43"/>
          <p:cNvSpPr txBox="1">
            <a:spLocks noGrp="1"/>
          </p:cNvSpPr>
          <p:nvPr>
            <p:ph type="subTitle" idx="1"/>
          </p:nvPr>
        </p:nvSpPr>
        <p:spPr>
          <a:xfrm>
            <a:off x="2220400" y="1818450"/>
            <a:ext cx="4703100" cy="2437826"/>
          </a:xfrm>
          <a:prstGeom prst="rect">
            <a:avLst/>
          </a:prstGeom>
        </p:spPr>
        <p:txBody>
          <a:bodyPr spcFirstLastPara="1" wrap="square" lIns="91425" tIns="91425" rIns="91425" bIns="91425" anchor="t" anchorCtr="0">
            <a:noAutofit/>
          </a:bodyPr>
          <a:lstStyle/>
          <a:p>
            <a:pPr marL="0" lvl="0" indent="0" algn="ctr" rtl="0">
              <a:spcBef>
                <a:spcPts val="0"/>
              </a:spcBef>
              <a:spcAft>
                <a:spcPts val="1200"/>
              </a:spcAft>
              <a:buNone/>
            </a:pPr>
            <a:r>
              <a:rPr lang="es-MX" b="0" i="0" dirty="0">
                <a:solidFill>
                  <a:srgbClr val="333333"/>
                </a:solidFill>
                <a:effectLst/>
                <a:latin typeface="Georgia" panose="02040502050405020303" pitchFamily="18" charset="0"/>
              </a:rPr>
              <a:t>Se ha comprobado que las emociones desagradables –miedo, ira, frustración, odio, tristeza, melancolía y similares– predisponen a la aparición de somatizaciones y enfermedades al debilitar el sistema inmunitario, lo que aumenta el riesgo de padecer enfermedades cardiovasculares, afectando al sistema endocrino, al respiratorio y al gastrointestinal.</a:t>
            </a:r>
            <a:endParaRPr lang="es-MX" dirty="0"/>
          </a:p>
        </p:txBody>
      </p:sp>
      <p:sp>
        <p:nvSpPr>
          <p:cNvPr id="763" name="Google Shape;763;p43"/>
          <p:cNvSpPr/>
          <p:nvPr/>
        </p:nvSpPr>
        <p:spPr>
          <a:xfrm rot="1359651">
            <a:off x="5444131" y="4223447"/>
            <a:ext cx="189869" cy="1898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43"/>
          <p:cNvSpPr/>
          <p:nvPr/>
        </p:nvSpPr>
        <p:spPr>
          <a:xfrm rot="-147442">
            <a:off x="6750282" y="3554550"/>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43"/>
          <p:cNvSpPr/>
          <p:nvPr/>
        </p:nvSpPr>
        <p:spPr>
          <a:xfrm rot="468862">
            <a:off x="7115050" y="2797528"/>
            <a:ext cx="351945" cy="35188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43"/>
          <p:cNvSpPr/>
          <p:nvPr/>
        </p:nvSpPr>
        <p:spPr>
          <a:xfrm rot="468811">
            <a:off x="7193560" y="2876002"/>
            <a:ext cx="194938" cy="19498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43"/>
          <p:cNvSpPr/>
          <p:nvPr/>
        </p:nvSpPr>
        <p:spPr>
          <a:xfrm rot="468862">
            <a:off x="1496725" y="1359316"/>
            <a:ext cx="351945" cy="35188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43"/>
          <p:cNvSpPr/>
          <p:nvPr/>
        </p:nvSpPr>
        <p:spPr>
          <a:xfrm rot="468811">
            <a:off x="1575235" y="1437789"/>
            <a:ext cx="194938" cy="19498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43"/>
          <p:cNvSpPr/>
          <p:nvPr/>
        </p:nvSpPr>
        <p:spPr>
          <a:xfrm rot="-855969">
            <a:off x="1235708" y="2202279"/>
            <a:ext cx="256450" cy="185837"/>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43"/>
          <p:cNvSpPr/>
          <p:nvPr/>
        </p:nvSpPr>
        <p:spPr>
          <a:xfrm rot="719841">
            <a:off x="7647623" y="3114169"/>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43"/>
          <p:cNvSpPr/>
          <p:nvPr/>
        </p:nvSpPr>
        <p:spPr>
          <a:xfrm rot="719841">
            <a:off x="1888648" y="1945719"/>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74420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45"/>
          <p:cNvSpPr txBox="1">
            <a:spLocks noGrp="1"/>
          </p:cNvSpPr>
          <p:nvPr>
            <p:ph type="title"/>
          </p:nvPr>
        </p:nvSpPr>
        <p:spPr>
          <a:xfrm>
            <a:off x="1328474" y="2290052"/>
            <a:ext cx="5577900" cy="12801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MX" sz="3600" b="0" i="0" dirty="0">
                <a:solidFill>
                  <a:schemeClr val="tx1">
                    <a:lumMod val="60000"/>
                    <a:lumOff val="40000"/>
                  </a:schemeClr>
                </a:solidFill>
                <a:effectLst/>
                <a:latin typeface="Bree Serif" panose="020B0604020202020204" charset="0"/>
              </a:rPr>
              <a:t>Y sobre todas las cosas,</a:t>
            </a:r>
            <a:br>
              <a:rPr lang="es-MX" sz="3600" dirty="0">
                <a:solidFill>
                  <a:schemeClr val="tx1">
                    <a:lumMod val="60000"/>
                    <a:lumOff val="40000"/>
                  </a:schemeClr>
                </a:solidFill>
                <a:latin typeface="Bree Serif" panose="020B0604020202020204" charset="0"/>
              </a:rPr>
            </a:br>
            <a:r>
              <a:rPr lang="es-MX" sz="3600" b="0" i="0" dirty="0">
                <a:solidFill>
                  <a:schemeClr val="tx1">
                    <a:lumMod val="60000"/>
                    <a:lumOff val="40000"/>
                  </a:schemeClr>
                </a:solidFill>
                <a:effectLst/>
                <a:latin typeface="Bree Serif" panose="020B0604020202020204" charset="0"/>
              </a:rPr>
              <a:t>cuida tu mente,</a:t>
            </a:r>
            <a:br>
              <a:rPr lang="es-MX" sz="3600" dirty="0">
                <a:solidFill>
                  <a:schemeClr val="tx1">
                    <a:lumMod val="60000"/>
                    <a:lumOff val="40000"/>
                  </a:schemeClr>
                </a:solidFill>
                <a:latin typeface="Bree Serif" panose="020B0604020202020204" charset="0"/>
              </a:rPr>
            </a:br>
            <a:r>
              <a:rPr lang="es-MX" sz="3600" b="0" i="0" dirty="0">
                <a:solidFill>
                  <a:schemeClr val="tx1">
                    <a:lumMod val="60000"/>
                    <a:lumOff val="40000"/>
                  </a:schemeClr>
                </a:solidFill>
                <a:effectLst/>
                <a:latin typeface="Bree Serif" panose="020B0604020202020204" charset="0"/>
              </a:rPr>
              <a:t>porque ella es la fuente de la vida.</a:t>
            </a:r>
            <a:endParaRPr sz="3600" dirty="0">
              <a:solidFill>
                <a:schemeClr val="tx1">
                  <a:lumMod val="60000"/>
                  <a:lumOff val="40000"/>
                </a:schemeClr>
              </a:solidFill>
              <a:latin typeface="Bree Serif" panose="020B0604020202020204" charset="0"/>
            </a:endParaRPr>
          </a:p>
        </p:txBody>
      </p:sp>
      <p:sp>
        <p:nvSpPr>
          <p:cNvPr id="806" name="Google Shape;806;p45"/>
          <p:cNvSpPr txBox="1">
            <a:spLocks noGrp="1"/>
          </p:cNvSpPr>
          <p:nvPr>
            <p:ph type="title" idx="2"/>
          </p:nvPr>
        </p:nvSpPr>
        <p:spPr>
          <a:xfrm>
            <a:off x="3652922" y="3646237"/>
            <a:ext cx="4389260" cy="1597768"/>
          </a:xfrm>
          <a:prstGeom prst="rect">
            <a:avLst/>
          </a:prstGeom>
        </p:spPr>
        <p:txBody>
          <a:bodyPr spcFirstLastPara="1" wrap="square" lIns="91425" tIns="91425" rIns="91425" bIns="91425" anchor="t" anchorCtr="0">
            <a:noAutofit/>
          </a:bodyPr>
          <a:lstStyle/>
          <a:p>
            <a:pPr algn="l"/>
            <a:r>
              <a:rPr lang="es-MX" sz="1800" b="0" i="0" dirty="0">
                <a:solidFill>
                  <a:schemeClr val="tx1">
                    <a:lumMod val="60000"/>
                    <a:lumOff val="40000"/>
                  </a:schemeClr>
                </a:solidFill>
                <a:effectLst/>
                <a:latin typeface="system-ui"/>
              </a:rPr>
              <a:t>Proverbios 4:23</a:t>
            </a:r>
            <a:br>
              <a:rPr lang="es-MX" sz="1800" b="0" i="0" dirty="0">
                <a:solidFill>
                  <a:schemeClr val="tx1">
                    <a:lumMod val="60000"/>
                    <a:lumOff val="40000"/>
                  </a:schemeClr>
                </a:solidFill>
                <a:effectLst/>
                <a:latin typeface="system-ui"/>
              </a:rPr>
            </a:br>
            <a:r>
              <a:rPr lang="es-MX" sz="1800" b="0" i="0" dirty="0">
                <a:solidFill>
                  <a:schemeClr val="tx1">
                    <a:lumMod val="60000"/>
                    <a:lumOff val="40000"/>
                  </a:schemeClr>
                </a:solidFill>
                <a:effectLst/>
                <a:latin typeface="system-ui"/>
              </a:rPr>
              <a:t>Traducción en lenguaje actual</a:t>
            </a:r>
            <a:br>
              <a:rPr lang="es-MX" b="0" i="0" dirty="0">
                <a:solidFill>
                  <a:srgbClr val="000000"/>
                </a:solidFill>
                <a:effectLst/>
                <a:latin typeface="system-ui"/>
              </a:rPr>
            </a:br>
            <a:endParaRPr dirty="0"/>
          </a:p>
        </p:txBody>
      </p:sp>
      <p:sp>
        <p:nvSpPr>
          <p:cNvPr id="807" name="Google Shape;807;p45"/>
          <p:cNvSpPr/>
          <p:nvPr/>
        </p:nvSpPr>
        <p:spPr>
          <a:xfrm rot="676936">
            <a:off x="695534" y="3218095"/>
            <a:ext cx="189873" cy="18990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5"/>
          <p:cNvSpPr/>
          <p:nvPr/>
        </p:nvSpPr>
        <p:spPr>
          <a:xfrm rot="635447">
            <a:off x="1011989" y="2419600"/>
            <a:ext cx="189871" cy="18989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9" name="Google Shape;809;p45"/>
          <p:cNvGrpSpPr/>
          <p:nvPr/>
        </p:nvGrpSpPr>
        <p:grpSpPr>
          <a:xfrm>
            <a:off x="-226509" y="3328527"/>
            <a:ext cx="2871913" cy="1602318"/>
            <a:chOff x="-300192" y="1537325"/>
            <a:chExt cx="3903117" cy="2177654"/>
          </a:xfrm>
        </p:grpSpPr>
        <p:sp>
          <p:nvSpPr>
            <p:cNvPr id="810" name="Google Shape;810;p45"/>
            <p:cNvSpPr/>
            <p:nvPr/>
          </p:nvSpPr>
          <p:spPr>
            <a:xfrm flipH="1">
              <a:off x="698584" y="2319763"/>
              <a:ext cx="450419" cy="685389"/>
            </a:xfrm>
            <a:custGeom>
              <a:avLst/>
              <a:gdLst/>
              <a:ahLst/>
              <a:cxnLst/>
              <a:rect l="l" t="t" r="r" b="b"/>
              <a:pathLst>
                <a:path w="9483" h="14430" extrusionOk="0">
                  <a:moveTo>
                    <a:pt x="557" y="1"/>
                  </a:moveTo>
                  <a:cubicBezTo>
                    <a:pt x="557" y="1"/>
                    <a:pt x="0" y="2093"/>
                    <a:pt x="2573" y="8116"/>
                  </a:cubicBezTo>
                  <a:cubicBezTo>
                    <a:pt x="4328" y="12222"/>
                    <a:pt x="6357" y="14429"/>
                    <a:pt x="6357" y="14429"/>
                  </a:cubicBezTo>
                  <a:cubicBezTo>
                    <a:pt x="6357" y="14429"/>
                    <a:pt x="9482" y="9641"/>
                    <a:pt x="8138" y="5680"/>
                  </a:cubicBezTo>
                  <a:cubicBezTo>
                    <a:pt x="6796" y="1718"/>
                    <a:pt x="557" y="1"/>
                    <a:pt x="5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5"/>
            <p:cNvSpPr/>
            <p:nvPr/>
          </p:nvSpPr>
          <p:spPr>
            <a:xfrm flipH="1">
              <a:off x="1910042" y="3125838"/>
              <a:ext cx="615710" cy="432370"/>
            </a:xfrm>
            <a:custGeom>
              <a:avLst/>
              <a:gdLst/>
              <a:ahLst/>
              <a:cxnLst/>
              <a:rect l="l" t="t" r="r" b="b"/>
              <a:pathLst>
                <a:path w="12963" h="9103" extrusionOk="0">
                  <a:moveTo>
                    <a:pt x="10227" y="1"/>
                  </a:moveTo>
                  <a:cubicBezTo>
                    <a:pt x="9793" y="1"/>
                    <a:pt x="9394" y="72"/>
                    <a:pt x="9109" y="264"/>
                  </a:cubicBezTo>
                  <a:cubicBezTo>
                    <a:pt x="8015" y="1000"/>
                    <a:pt x="1513" y="4799"/>
                    <a:pt x="757" y="6578"/>
                  </a:cubicBezTo>
                  <a:cubicBezTo>
                    <a:pt x="1" y="8356"/>
                    <a:pt x="1920" y="9102"/>
                    <a:pt x="1920" y="9102"/>
                  </a:cubicBezTo>
                  <a:cubicBezTo>
                    <a:pt x="1920" y="9102"/>
                    <a:pt x="4951" y="6237"/>
                    <a:pt x="5947" y="5338"/>
                  </a:cubicBezTo>
                  <a:cubicBezTo>
                    <a:pt x="6945" y="4441"/>
                    <a:pt x="11694" y="1264"/>
                    <a:pt x="12962" y="569"/>
                  </a:cubicBezTo>
                  <a:cubicBezTo>
                    <a:pt x="12962" y="569"/>
                    <a:pt x="11455" y="1"/>
                    <a:pt x="10227" y="1"/>
                  </a:cubicBezTo>
                  <a:close/>
                </a:path>
              </a:pathLst>
            </a:custGeom>
            <a:solidFill>
              <a:srgbClr val="F9BA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5"/>
            <p:cNvSpPr/>
            <p:nvPr/>
          </p:nvSpPr>
          <p:spPr>
            <a:xfrm flipH="1">
              <a:off x="-66252" y="1969114"/>
              <a:ext cx="3418158" cy="1745866"/>
            </a:xfrm>
            <a:custGeom>
              <a:avLst/>
              <a:gdLst/>
              <a:ahLst/>
              <a:cxnLst/>
              <a:rect l="l" t="t" r="r" b="b"/>
              <a:pathLst>
                <a:path w="71965" h="36757" extrusionOk="0">
                  <a:moveTo>
                    <a:pt x="64189" y="0"/>
                  </a:moveTo>
                  <a:cubicBezTo>
                    <a:pt x="64189" y="0"/>
                    <a:pt x="49123" y="6863"/>
                    <a:pt x="46556" y="7833"/>
                  </a:cubicBezTo>
                  <a:cubicBezTo>
                    <a:pt x="44325" y="8675"/>
                    <a:pt x="39911" y="9569"/>
                    <a:pt x="37647" y="9569"/>
                  </a:cubicBezTo>
                  <a:cubicBezTo>
                    <a:pt x="37305" y="9569"/>
                    <a:pt x="37012" y="9549"/>
                    <a:pt x="36782" y="9505"/>
                  </a:cubicBezTo>
                  <a:cubicBezTo>
                    <a:pt x="35150" y="9192"/>
                    <a:pt x="32921" y="7892"/>
                    <a:pt x="30878" y="7892"/>
                  </a:cubicBezTo>
                  <a:cubicBezTo>
                    <a:pt x="30737" y="7892"/>
                    <a:pt x="30597" y="7898"/>
                    <a:pt x="30458" y="7911"/>
                  </a:cubicBezTo>
                  <a:cubicBezTo>
                    <a:pt x="28306" y="8115"/>
                    <a:pt x="25939" y="8449"/>
                    <a:pt x="24144" y="8878"/>
                  </a:cubicBezTo>
                  <a:cubicBezTo>
                    <a:pt x="23949" y="8924"/>
                    <a:pt x="23730" y="8946"/>
                    <a:pt x="23491" y="8946"/>
                  </a:cubicBezTo>
                  <a:cubicBezTo>
                    <a:pt x="21525" y="8946"/>
                    <a:pt x="18244" y="7519"/>
                    <a:pt x="16678" y="7094"/>
                  </a:cubicBezTo>
                  <a:cubicBezTo>
                    <a:pt x="14923" y="6619"/>
                    <a:pt x="12738" y="5668"/>
                    <a:pt x="12738" y="5668"/>
                  </a:cubicBezTo>
                  <a:lnTo>
                    <a:pt x="12738" y="5668"/>
                  </a:lnTo>
                  <a:cubicBezTo>
                    <a:pt x="12738" y="5668"/>
                    <a:pt x="12222" y="7010"/>
                    <a:pt x="13263" y="8725"/>
                  </a:cubicBezTo>
                  <a:cubicBezTo>
                    <a:pt x="14305" y="10442"/>
                    <a:pt x="16517" y="11670"/>
                    <a:pt x="17594" y="12114"/>
                  </a:cubicBezTo>
                  <a:cubicBezTo>
                    <a:pt x="18671" y="12561"/>
                    <a:pt x="22108" y="13264"/>
                    <a:pt x="22799" y="13801"/>
                  </a:cubicBezTo>
                  <a:cubicBezTo>
                    <a:pt x="23489" y="14335"/>
                    <a:pt x="24325" y="15591"/>
                    <a:pt x="23817" y="17293"/>
                  </a:cubicBezTo>
                  <a:cubicBezTo>
                    <a:pt x="23380" y="18755"/>
                    <a:pt x="22631" y="19163"/>
                    <a:pt x="21957" y="19163"/>
                  </a:cubicBezTo>
                  <a:cubicBezTo>
                    <a:pt x="21845" y="19163"/>
                    <a:pt x="21736" y="19152"/>
                    <a:pt x="21630" y="19132"/>
                  </a:cubicBezTo>
                  <a:cubicBezTo>
                    <a:pt x="21487" y="19106"/>
                    <a:pt x="21333" y="19096"/>
                    <a:pt x="21176" y="19096"/>
                  </a:cubicBezTo>
                  <a:cubicBezTo>
                    <a:pt x="20514" y="19096"/>
                    <a:pt x="19813" y="19282"/>
                    <a:pt x="19813" y="19282"/>
                  </a:cubicBezTo>
                  <a:cubicBezTo>
                    <a:pt x="19813" y="19282"/>
                    <a:pt x="19594" y="18680"/>
                    <a:pt x="18699" y="18049"/>
                  </a:cubicBezTo>
                  <a:cubicBezTo>
                    <a:pt x="17803" y="17420"/>
                    <a:pt x="16554" y="17296"/>
                    <a:pt x="16554" y="17296"/>
                  </a:cubicBezTo>
                  <a:cubicBezTo>
                    <a:pt x="16554" y="17296"/>
                    <a:pt x="16668" y="15908"/>
                    <a:pt x="16480" y="15358"/>
                  </a:cubicBezTo>
                  <a:cubicBezTo>
                    <a:pt x="16294" y="14811"/>
                    <a:pt x="16221" y="13240"/>
                    <a:pt x="15028" y="11030"/>
                  </a:cubicBezTo>
                  <a:cubicBezTo>
                    <a:pt x="13834" y="8817"/>
                    <a:pt x="11518" y="8754"/>
                    <a:pt x="11518" y="8754"/>
                  </a:cubicBezTo>
                  <a:lnTo>
                    <a:pt x="11518" y="8754"/>
                  </a:lnTo>
                  <a:cubicBezTo>
                    <a:pt x="11518" y="8754"/>
                    <a:pt x="12060" y="11582"/>
                    <a:pt x="12214" y="12442"/>
                  </a:cubicBezTo>
                  <a:cubicBezTo>
                    <a:pt x="12369" y="13301"/>
                    <a:pt x="12975" y="18292"/>
                    <a:pt x="12957" y="19477"/>
                  </a:cubicBezTo>
                  <a:cubicBezTo>
                    <a:pt x="12941" y="20659"/>
                    <a:pt x="16381" y="22095"/>
                    <a:pt x="17470" y="22683"/>
                  </a:cubicBezTo>
                  <a:cubicBezTo>
                    <a:pt x="17726" y="22821"/>
                    <a:pt x="18136" y="23062"/>
                    <a:pt x="18626" y="23366"/>
                  </a:cubicBezTo>
                  <a:cubicBezTo>
                    <a:pt x="16639" y="23773"/>
                    <a:pt x="13109" y="24369"/>
                    <a:pt x="12136" y="24670"/>
                  </a:cubicBezTo>
                  <a:cubicBezTo>
                    <a:pt x="10893" y="25057"/>
                    <a:pt x="6226" y="24954"/>
                    <a:pt x="3107" y="25377"/>
                  </a:cubicBezTo>
                  <a:cubicBezTo>
                    <a:pt x="1" y="25801"/>
                    <a:pt x="140" y="28695"/>
                    <a:pt x="419" y="28695"/>
                  </a:cubicBezTo>
                  <a:cubicBezTo>
                    <a:pt x="420" y="28695"/>
                    <a:pt x="421" y="28695"/>
                    <a:pt x="422" y="28695"/>
                  </a:cubicBezTo>
                  <a:cubicBezTo>
                    <a:pt x="701" y="28670"/>
                    <a:pt x="5415" y="28455"/>
                    <a:pt x="6306" y="28354"/>
                  </a:cubicBezTo>
                  <a:cubicBezTo>
                    <a:pt x="6374" y="28347"/>
                    <a:pt x="6471" y="28343"/>
                    <a:pt x="6591" y="28343"/>
                  </a:cubicBezTo>
                  <a:cubicBezTo>
                    <a:pt x="8038" y="28343"/>
                    <a:pt x="12924" y="28869"/>
                    <a:pt x="13789" y="28954"/>
                  </a:cubicBezTo>
                  <a:cubicBezTo>
                    <a:pt x="13849" y="28959"/>
                    <a:pt x="13918" y="28962"/>
                    <a:pt x="13994" y="28962"/>
                  </a:cubicBezTo>
                  <a:cubicBezTo>
                    <a:pt x="14422" y="28962"/>
                    <a:pt x="15094" y="28875"/>
                    <a:pt x="15800" y="28763"/>
                  </a:cubicBezTo>
                  <a:lnTo>
                    <a:pt x="15800" y="28763"/>
                  </a:lnTo>
                  <a:cubicBezTo>
                    <a:pt x="15193" y="29154"/>
                    <a:pt x="14621" y="29525"/>
                    <a:pt x="14222" y="29792"/>
                  </a:cubicBezTo>
                  <a:cubicBezTo>
                    <a:pt x="13021" y="30594"/>
                    <a:pt x="10198" y="31867"/>
                    <a:pt x="8000" y="33567"/>
                  </a:cubicBezTo>
                  <a:cubicBezTo>
                    <a:pt x="5803" y="35268"/>
                    <a:pt x="7219" y="36757"/>
                    <a:pt x="7219" y="36757"/>
                  </a:cubicBezTo>
                  <a:cubicBezTo>
                    <a:pt x="7219" y="36757"/>
                    <a:pt x="10782" y="34888"/>
                    <a:pt x="11620" y="34454"/>
                  </a:cubicBezTo>
                  <a:cubicBezTo>
                    <a:pt x="12459" y="34019"/>
                    <a:pt x="16035" y="32657"/>
                    <a:pt x="16938" y="32331"/>
                  </a:cubicBezTo>
                  <a:cubicBezTo>
                    <a:pt x="17841" y="32004"/>
                    <a:pt x="19708" y="30724"/>
                    <a:pt x="20211" y="30346"/>
                  </a:cubicBezTo>
                  <a:cubicBezTo>
                    <a:pt x="20670" y="30000"/>
                    <a:pt x="23414" y="28269"/>
                    <a:pt x="24589" y="27657"/>
                  </a:cubicBezTo>
                  <a:cubicBezTo>
                    <a:pt x="25091" y="27918"/>
                    <a:pt x="25602" y="28029"/>
                    <a:pt x="26059" y="28029"/>
                  </a:cubicBezTo>
                  <a:cubicBezTo>
                    <a:pt x="26579" y="28029"/>
                    <a:pt x="27028" y="27885"/>
                    <a:pt x="27312" y="27652"/>
                  </a:cubicBezTo>
                  <a:cubicBezTo>
                    <a:pt x="27997" y="27090"/>
                    <a:pt x="31439" y="25144"/>
                    <a:pt x="32461" y="24529"/>
                  </a:cubicBezTo>
                  <a:cubicBezTo>
                    <a:pt x="34503" y="23301"/>
                    <a:pt x="39836" y="20351"/>
                    <a:pt x="42060" y="19662"/>
                  </a:cubicBezTo>
                  <a:cubicBezTo>
                    <a:pt x="44285" y="18974"/>
                    <a:pt x="46874" y="18283"/>
                    <a:pt x="48251" y="18256"/>
                  </a:cubicBezTo>
                  <a:cubicBezTo>
                    <a:pt x="49629" y="18227"/>
                    <a:pt x="52688" y="16373"/>
                    <a:pt x="55407" y="15896"/>
                  </a:cubicBezTo>
                  <a:cubicBezTo>
                    <a:pt x="58127" y="15421"/>
                    <a:pt x="71964" y="12825"/>
                    <a:pt x="71964" y="12825"/>
                  </a:cubicBezTo>
                  <a:lnTo>
                    <a:pt x="64189" y="0"/>
                  </a:ln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5"/>
            <p:cNvSpPr/>
            <p:nvPr/>
          </p:nvSpPr>
          <p:spPr>
            <a:xfrm flipH="1">
              <a:off x="2134599" y="2399050"/>
              <a:ext cx="909530" cy="1293832"/>
            </a:xfrm>
            <a:custGeom>
              <a:avLst/>
              <a:gdLst/>
              <a:ahLst/>
              <a:cxnLst/>
              <a:rect l="l" t="t" r="r" b="b"/>
              <a:pathLst>
                <a:path w="19149" h="27240" extrusionOk="0">
                  <a:moveTo>
                    <a:pt x="6322" y="0"/>
                  </a:moveTo>
                  <a:lnTo>
                    <a:pt x="6322" y="0"/>
                  </a:lnTo>
                  <a:cubicBezTo>
                    <a:pt x="7520" y="1495"/>
                    <a:pt x="8395" y="3385"/>
                    <a:pt x="8642" y="5274"/>
                  </a:cubicBezTo>
                  <a:cubicBezTo>
                    <a:pt x="8789" y="6398"/>
                    <a:pt x="8504" y="7218"/>
                    <a:pt x="8280" y="8305"/>
                  </a:cubicBezTo>
                  <a:cubicBezTo>
                    <a:pt x="8110" y="9132"/>
                    <a:pt x="8233" y="9286"/>
                    <a:pt x="8531" y="9286"/>
                  </a:cubicBezTo>
                  <a:cubicBezTo>
                    <a:pt x="8708" y="9286"/>
                    <a:pt x="8945" y="9232"/>
                    <a:pt x="9220" y="9232"/>
                  </a:cubicBezTo>
                  <a:cubicBezTo>
                    <a:pt x="9377" y="9232"/>
                    <a:pt x="9547" y="9250"/>
                    <a:pt x="9724" y="9305"/>
                  </a:cubicBezTo>
                  <a:cubicBezTo>
                    <a:pt x="10836" y="9656"/>
                    <a:pt x="10801" y="10777"/>
                    <a:pt x="11570" y="11398"/>
                  </a:cubicBezTo>
                  <a:cubicBezTo>
                    <a:pt x="11735" y="11530"/>
                    <a:pt x="11932" y="11572"/>
                    <a:pt x="12148" y="11572"/>
                  </a:cubicBezTo>
                  <a:cubicBezTo>
                    <a:pt x="12524" y="11572"/>
                    <a:pt x="12961" y="11445"/>
                    <a:pt x="13400" y="11445"/>
                  </a:cubicBezTo>
                  <a:cubicBezTo>
                    <a:pt x="13569" y="11445"/>
                    <a:pt x="13739" y="11464"/>
                    <a:pt x="13905" y="11517"/>
                  </a:cubicBezTo>
                  <a:cubicBezTo>
                    <a:pt x="14394" y="11671"/>
                    <a:pt x="14839" y="11788"/>
                    <a:pt x="15248" y="11788"/>
                  </a:cubicBezTo>
                  <a:cubicBezTo>
                    <a:pt x="15795" y="11788"/>
                    <a:pt x="16280" y="11580"/>
                    <a:pt x="16726" y="10980"/>
                  </a:cubicBezTo>
                  <a:cubicBezTo>
                    <a:pt x="17273" y="10246"/>
                    <a:pt x="17454" y="9563"/>
                    <a:pt x="17008" y="9067"/>
                  </a:cubicBezTo>
                  <a:lnTo>
                    <a:pt x="17008" y="9067"/>
                  </a:lnTo>
                  <a:cubicBezTo>
                    <a:pt x="16574" y="9865"/>
                    <a:pt x="16003" y="10112"/>
                    <a:pt x="15479" y="10112"/>
                  </a:cubicBezTo>
                  <a:cubicBezTo>
                    <a:pt x="15368" y="10112"/>
                    <a:pt x="15259" y="10101"/>
                    <a:pt x="15154" y="10082"/>
                  </a:cubicBezTo>
                  <a:cubicBezTo>
                    <a:pt x="15011" y="10056"/>
                    <a:pt x="14855" y="10045"/>
                    <a:pt x="14698" y="10045"/>
                  </a:cubicBezTo>
                  <a:cubicBezTo>
                    <a:pt x="14036" y="10045"/>
                    <a:pt x="13337" y="10230"/>
                    <a:pt x="13337" y="10230"/>
                  </a:cubicBezTo>
                  <a:cubicBezTo>
                    <a:pt x="13337" y="10230"/>
                    <a:pt x="13119" y="9628"/>
                    <a:pt x="12222" y="8999"/>
                  </a:cubicBezTo>
                  <a:cubicBezTo>
                    <a:pt x="11326" y="8368"/>
                    <a:pt x="10077" y="8244"/>
                    <a:pt x="10077" y="8244"/>
                  </a:cubicBezTo>
                  <a:cubicBezTo>
                    <a:pt x="10077" y="8244"/>
                    <a:pt x="10189" y="6856"/>
                    <a:pt x="10003" y="6306"/>
                  </a:cubicBezTo>
                  <a:cubicBezTo>
                    <a:pt x="9818" y="5759"/>
                    <a:pt x="9746" y="4189"/>
                    <a:pt x="8551" y="1978"/>
                  </a:cubicBezTo>
                  <a:cubicBezTo>
                    <a:pt x="7946" y="858"/>
                    <a:pt x="7053" y="288"/>
                    <a:pt x="6322" y="0"/>
                  </a:cubicBezTo>
                  <a:close/>
                  <a:moveTo>
                    <a:pt x="12087" y="14291"/>
                  </a:moveTo>
                  <a:lnTo>
                    <a:pt x="9759" y="14774"/>
                  </a:lnTo>
                  <a:lnTo>
                    <a:pt x="16828" y="17594"/>
                  </a:lnTo>
                  <a:cubicBezTo>
                    <a:pt x="16054" y="16700"/>
                    <a:pt x="12087" y="14291"/>
                    <a:pt x="12087" y="14291"/>
                  </a:cubicBezTo>
                  <a:close/>
                  <a:moveTo>
                    <a:pt x="18177" y="18640"/>
                  </a:moveTo>
                  <a:cubicBezTo>
                    <a:pt x="18177" y="18640"/>
                    <a:pt x="16508" y="19500"/>
                    <a:pt x="15465" y="20163"/>
                  </a:cubicBezTo>
                  <a:cubicBezTo>
                    <a:pt x="15465" y="20163"/>
                    <a:pt x="15465" y="20163"/>
                    <a:pt x="15465" y="20163"/>
                  </a:cubicBezTo>
                  <a:cubicBezTo>
                    <a:pt x="15463" y="20163"/>
                    <a:pt x="11983" y="22492"/>
                    <a:pt x="11492" y="22761"/>
                  </a:cubicBezTo>
                  <a:cubicBezTo>
                    <a:pt x="11492" y="22761"/>
                    <a:pt x="11637" y="24032"/>
                    <a:pt x="12831" y="24406"/>
                  </a:cubicBezTo>
                  <a:cubicBezTo>
                    <a:pt x="12831" y="24406"/>
                    <a:pt x="17508" y="19840"/>
                    <a:pt x="19148" y="18945"/>
                  </a:cubicBezTo>
                  <a:lnTo>
                    <a:pt x="19148" y="18945"/>
                  </a:lnTo>
                  <a:cubicBezTo>
                    <a:pt x="19148" y="18945"/>
                    <a:pt x="19138" y="18946"/>
                    <a:pt x="19119" y="18946"/>
                  </a:cubicBezTo>
                  <a:cubicBezTo>
                    <a:pt x="19016" y="18946"/>
                    <a:pt x="18644" y="18924"/>
                    <a:pt x="18177" y="18640"/>
                  </a:cubicBezTo>
                  <a:close/>
                  <a:moveTo>
                    <a:pt x="16413" y="18437"/>
                  </a:moveTo>
                  <a:cubicBezTo>
                    <a:pt x="16413" y="18438"/>
                    <a:pt x="10856" y="19521"/>
                    <a:pt x="9324" y="19710"/>
                  </a:cubicBezTo>
                  <a:cubicBezTo>
                    <a:pt x="9324" y="19710"/>
                    <a:pt x="6700" y="21360"/>
                    <a:pt x="6022" y="21731"/>
                  </a:cubicBezTo>
                  <a:cubicBezTo>
                    <a:pt x="6022" y="21731"/>
                    <a:pt x="1360" y="24144"/>
                    <a:pt x="601" y="25493"/>
                  </a:cubicBezTo>
                  <a:cubicBezTo>
                    <a:pt x="0" y="26556"/>
                    <a:pt x="349" y="27045"/>
                    <a:pt x="450" y="27239"/>
                  </a:cubicBezTo>
                  <a:cubicBezTo>
                    <a:pt x="450" y="27239"/>
                    <a:pt x="1642" y="25610"/>
                    <a:pt x="3407" y="24682"/>
                  </a:cubicBezTo>
                  <a:cubicBezTo>
                    <a:pt x="5173" y="23756"/>
                    <a:pt x="6863" y="22849"/>
                    <a:pt x="6863" y="22849"/>
                  </a:cubicBezTo>
                  <a:cubicBezTo>
                    <a:pt x="6863" y="22849"/>
                    <a:pt x="16150" y="18669"/>
                    <a:pt x="16413" y="18437"/>
                  </a:cubicBez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5"/>
            <p:cNvSpPr/>
            <p:nvPr/>
          </p:nvSpPr>
          <p:spPr>
            <a:xfrm flipH="1">
              <a:off x="174871" y="1969114"/>
              <a:ext cx="1992425" cy="575765"/>
            </a:xfrm>
            <a:custGeom>
              <a:avLst/>
              <a:gdLst/>
              <a:ahLst/>
              <a:cxnLst/>
              <a:rect l="l" t="t" r="r" b="b"/>
              <a:pathLst>
                <a:path w="41948" h="12122" extrusionOk="0">
                  <a:moveTo>
                    <a:pt x="39248" y="0"/>
                  </a:moveTo>
                  <a:cubicBezTo>
                    <a:pt x="39248" y="0"/>
                    <a:pt x="24182" y="6863"/>
                    <a:pt x="21615" y="7833"/>
                  </a:cubicBezTo>
                  <a:cubicBezTo>
                    <a:pt x="19384" y="8675"/>
                    <a:pt x="14970" y="9569"/>
                    <a:pt x="12706" y="9569"/>
                  </a:cubicBezTo>
                  <a:cubicBezTo>
                    <a:pt x="12364" y="9569"/>
                    <a:pt x="12071" y="9549"/>
                    <a:pt x="11841" y="9505"/>
                  </a:cubicBezTo>
                  <a:cubicBezTo>
                    <a:pt x="10209" y="9192"/>
                    <a:pt x="7980" y="7892"/>
                    <a:pt x="5937" y="7892"/>
                  </a:cubicBezTo>
                  <a:cubicBezTo>
                    <a:pt x="5796" y="7892"/>
                    <a:pt x="5656" y="7898"/>
                    <a:pt x="5517" y="7911"/>
                  </a:cubicBezTo>
                  <a:cubicBezTo>
                    <a:pt x="3671" y="8086"/>
                    <a:pt x="1667" y="8356"/>
                    <a:pt x="1" y="8702"/>
                  </a:cubicBezTo>
                  <a:cubicBezTo>
                    <a:pt x="944" y="8798"/>
                    <a:pt x="1952" y="8717"/>
                    <a:pt x="2853" y="8853"/>
                  </a:cubicBezTo>
                  <a:cubicBezTo>
                    <a:pt x="4553" y="9114"/>
                    <a:pt x="6532" y="9519"/>
                    <a:pt x="8066" y="10271"/>
                  </a:cubicBezTo>
                  <a:cubicBezTo>
                    <a:pt x="10184" y="11313"/>
                    <a:pt x="12178" y="12122"/>
                    <a:pt x="14320" y="12122"/>
                  </a:cubicBezTo>
                  <a:cubicBezTo>
                    <a:pt x="15412" y="12122"/>
                    <a:pt x="16543" y="11911"/>
                    <a:pt x="17747" y="11414"/>
                  </a:cubicBezTo>
                  <a:cubicBezTo>
                    <a:pt x="22714" y="9359"/>
                    <a:pt x="27785" y="7863"/>
                    <a:pt x="32891" y="6175"/>
                  </a:cubicBezTo>
                  <a:cubicBezTo>
                    <a:pt x="35941" y="5169"/>
                    <a:pt x="39707" y="4873"/>
                    <a:pt x="41947" y="4454"/>
                  </a:cubicBezTo>
                  <a:lnTo>
                    <a:pt x="39248" y="0"/>
                  </a:ln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5"/>
            <p:cNvSpPr/>
            <p:nvPr/>
          </p:nvSpPr>
          <p:spPr>
            <a:xfrm flipH="1">
              <a:off x="-300192" y="1779541"/>
              <a:ext cx="1422693" cy="1225625"/>
            </a:xfrm>
            <a:custGeom>
              <a:avLst/>
              <a:gdLst/>
              <a:ahLst/>
              <a:cxnLst/>
              <a:rect l="l" t="t" r="r" b="b"/>
              <a:pathLst>
                <a:path w="29953" h="25804" extrusionOk="0">
                  <a:moveTo>
                    <a:pt x="24830" y="1"/>
                  </a:moveTo>
                  <a:lnTo>
                    <a:pt x="0" y="11375"/>
                  </a:lnTo>
                  <a:cubicBezTo>
                    <a:pt x="0" y="11375"/>
                    <a:pt x="4346" y="15069"/>
                    <a:pt x="5784" y="18659"/>
                  </a:cubicBezTo>
                  <a:cubicBezTo>
                    <a:pt x="7220" y="22248"/>
                    <a:pt x="5799" y="25803"/>
                    <a:pt x="5799" y="25803"/>
                  </a:cubicBezTo>
                  <a:lnTo>
                    <a:pt x="29952" y="20623"/>
                  </a:lnTo>
                  <a:lnTo>
                    <a:pt x="24830" y="1"/>
                  </a:lnTo>
                  <a:close/>
                </a:path>
              </a:pathLst>
            </a:custGeom>
            <a:gradFill>
              <a:gsLst>
                <a:gs pos="0">
                  <a:schemeClr val="accent4"/>
                </a:gs>
                <a:gs pos="100000">
                  <a:schemeClr val="accent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5"/>
            <p:cNvSpPr/>
            <p:nvPr/>
          </p:nvSpPr>
          <p:spPr>
            <a:xfrm flipH="1">
              <a:off x="2004586" y="1537325"/>
              <a:ext cx="1598338" cy="1201544"/>
            </a:xfrm>
            <a:custGeom>
              <a:avLst/>
              <a:gdLst/>
              <a:ahLst/>
              <a:cxnLst/>
              <a:rect l="l" t="t" r="r" b="b"/>
              <a:pathLst>
                <a:path w="33651" h="25297" extrusionOk="0">
                  <a:moveTo>
                    <a:pt x="16906" y="0"/>
                  </a:moveTo>
                  <a:cubicBezTo>
                    <a:pt x="14530" y="0"/>
                    <a:pt x="12595" y="1816"/>
                    <a:pt x="12579" y="4073"/>
                  </a:cubicBezTo>
                  <a:cubicBezTo>
                    <a:pt x="12575" y="5037"/>
                    <a:pt x="12920" y="5923"/>
                    <a:pt x="13501" y="6626"/>
                  </a:cubicBezTo>
                  <a:lnTo>
                    <a:pt x="7095" y="6581"/>
                  </a:lnTo>
                  <a:lnTo>
                    <a:pt x="7053" y="12656"/>
                  </a:lnTo>
                  <a:cubicBezTo>
                    <a:pt x="6319" y="12097"/>
                    <a:pt x="5388" y="11755"/>
                    <a:pt x="4372" y="11748"/>
                  </a:cubicBezTo>
                  <a:cubicBezTo>
                    <a:pt x="4362" y="11748"/>
                    <a:pt x="4351" y="11748"/>
                    <a:pt x="4341" y="11748"/>
                  </a:cubicBezTo>
                  <a:cubicBezTo>
                    <a:pt x="1968" y="11748"/>
                    <a:pt x="35" y="13565"/>
                    <a:pt x="16" y="15820"/>
                  </a:cubicBezTo>
                  <a:cubicBezTo>
                    <a:pt x="0" y="18087"/>
                    <a:pt x="1925" y="19938"/>
                    <a:pt x="4314" y="19954"/>
                  </a:cubicBezTo>
                  <a:cubicBezTo>
                    <a:pt x="4325" y="19954"/>
                    <a:pt x="4336" y="19954"/>
                    <a:pt x="4347" y="19954"/>
                  </a:cubicBezTo>
                  <a:cubicBezTo>
                    <a:pt x="5351" y="19954"/>
                    <a:pt x="6275" y="19628"/>
                    <a:pt x="7008" y="19083"/>
                  </a:cubicBezTo>
                  <a:lnTo>
                    <a:pt x="7008" y="19083"/>
                  </a:lnTo>
                  <a:lnTo>
                    <a:pt x="6966" y="25159"/>
                  </a:lnTo>
                  <a:lnTo>
                    <a:pt x="13372" y="25204"/>
                  </a:lnTo>
                  <a:cubicBezTo>
                    <a:pt x="12790" y="24500"/>
                    <a:pt x="12444" y="23613"/>
                    <a:pt x="12452" y="22651"/>
                  </a:cubicBezTo>
                  <a:cubicBezTo>
                    <a:pt x="12467" y="20395"/>
                    <a:pt x="14399" y="18578"/>
                    <a:pt x="16773" y="18578"/>
                  </a:cubicBezTo>
                  <a:cubicBezTo>
                    <a:pt x="16785" y="18578"/>
                    <a:pt x="16796" y="18578"/>
                    <a:pt x="16807" y="18578"/>
                  </a:cubicBezTo>
                  <a:cubicBezTo>
                    <a:pt x="19198" y="18594"/>
                    <a:pt x="21121" y="20444"/>
                    <a:pt x="21105" y="22710"/>
                  </a:cubicBezTo>
                  <a:cubicBezTo>
                    <a:pt x="21099" y="23674"/>
                    <a:pt x="20740" y="24555"/>
                    <a:pt x="20150" y="25252"/>
                  </a:cubicBezTo>
                  <a:lnTo>
                    <a:pt x="26556" y="25297"/>
                  </a:lnTo>
                  <a:lnTo>
                    <a:pt x="26598" y="19221"/>
                  </a:lnTo>
                  <a:cubicBezTo>
                    <a:pt x="27332" y="19782"/>
                    <a:pt x="28263" y="20122"/>
                    <a:pt x="29278" y="20130"/>
                  </a:cubicBezTo>
                  <a:cubicBezTo>
                    <a:pt x="29288" y="20130"/>
                    <a:pt x="29298" y="20130"/>
                    <a:pt x="29309" y="20130"/>
                  </a:cubicBezTo>
                  <a:cubicBezTo>
                    <a:pt x="31685" y="20130"/>
                    <a:pt x="33617" y="18314"/>
                    <a:pt x="33635" y="16057"/>
                  </a:cubicBezTo>
                  <a:cubicBezTo>
                    <a:pt x="33651" y="13791"/>
                    <a:pt x="31726" y="11941"/>
                    <a:pt x="29336" y="11924"/>
                  </a:cubicBezTo>
                  <a:cubicBezTo>
                    <a:pt x="29325" y="11924"/>
                    <a:pt x="29314" y="11924"/>
                    <a:pt x="29303" y="11924"/>
                  </a:cubicBezTo>
                  <a:cubicBezTo>
                    <a:pt x="28300" y="11924"/>
                    <a:pt x="27376" y="12250"/>
                    <a:pt x="26643" y="12795"/>
                  </a:cubicBezTo>
                  <a:lnTo>
                    <a:pt x="26685" y="6719"/>
                  </a:lnTo>
                  <a:lnTo>
                    <a:pt x="20278" y="6674"/>
                  </a:lnTo>
                  <a:cubicBezTo>
                    <a:pt x="20870" y="5977"/>
                    <a:pt x="21227" y="5096"/>
                    <a:pt x="21235" y="4132"/>
                  </a:cubicBezTo>
                  <a:cubicBezTo>
                    <a:pt x="21251" y="1867"/>
                    <a:pt x="19326" y="16"/>
                    <a:pt x="16937" y="0"/>
                  </a:cubicBezTo>
                  <a:cubicBezTo>
                    <a:pt x="16926" y="0"/>
                    <a:pt x="16916" y="0"/>
                    <a:pt x="16906" y="0"/>
                  </a:cubicBezTo>
                  <a:close/>
                </a:path>
              </a:pathLst>
            </a:custGeom>
            <a:gradFill>
              <a:gsLst>
                <a:gs pos="0">
                  <a:schemeClr val="lt2"/>
                </a:gs>
                <a:gs pos="100000">
                  <a:schemeClr val="accent1"/>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5"/>
            <p:cNvSpPr/>
            <p:nvPr/>
          </p:nvSpPr>
          <p:spPr>
            <a:xfrm flipH="1">
              <a:off x="1994487" y="2238228"/>
              <a:ext cx="776869" cy="434080"/>
            </a:xfrm>
            <a:custGeom>
              <a:avLst/>
              <a:gdLst/>
              <a:ahLst/>
              <a:cxnLst/>
              <a:rect l="l" t="t" r="r" b="b"/>
              <a:pathLst>
                <a:path w="16356" h="9139" extrusionOk="0">
                  <a:moveTo>
                    <a:pt x="516" y="0"/>
                  </a:moveTo>
                  <a:cubicBezTo>
                    <a:pt x="516" y="0"/>
                    <a:pt x="0" y="1339"/>
                    <a:pt x="1043" y="3058"/>
                  </a:cubicBezTo>
                  <a:cubicBezTo>
                    <a:pt x="2084" y="4775"/>
                    <a:pt x="4295" y="6002"/>
                    <a:pt x="5372" y="6448"/>
                  </a:cubicBezTo>
                  <a:cubicBezTo>
                    <a:pt x="6451" y="6896"/>
                    <a:pt x="9887" y="7601"/>
                    <a:pt x="10577" y="8135"/>
                  </a:cubicBezTo>
                  <a:cubicBezTo>
                    <a:pt x="10861" y="8354"/>
                    <a:pt x="11166" y="8696"/>
                    <a:pt x="11396" y="9138"/>
                  </a:cubicBezTo>
                  <a:lnTo>
                    <a:pt x="16355" y="2450"/>
                  </a:lnTo>
                  <a:lnTo>
                    <a:pt x="16355" y="2450"/>
                  </a:lnTo>
                  <a:cubicBezTo>
                    <a:pt x="14778" y="2646"/>
                    <a:pt x="13205" y="2905"/>
                    <a:pt x="11922" y="3211"/>
                  </a:cubicBezTo>
                  <a:cubicBezTo>
                    <a:pt x="11729" y="3256"/>
                    <a:pt x="11511" y="3277"/>
                    <a:pt x="11273" y="3277"/>
                  </a:cubicBezTo>
                  <a:cubicBezTo>
                    <a:pt x="9308" y="3277"/>
                    <a:pt x="6023" y="1851"/>
                    <a:pt x="4456" y="1427"/>
                  </a:cubicBezTo>
                  <a:cubicBezTo>
                    <a:pt x="2700" y="951"/>
                    <a:pt x="517" y="0"/>
                    <a:pt x="516"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18" name="Google Shape;818;p45"/>
          <p:cNvSpPr/>
          <p:nvPr/>
        </p:nvSpPr>
        <p:spPr>
          <a:xfrm rot="1198772">
            <a:off x="3093569" y="3964422"/>
            <a:ext cx="189877" cy="18990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5"/>
          <p:cNvSpPr/>
          <p:nvPr/>
        </p:nvSpPr>
        <p:spPr>
          <a:xfrm rot="676936">
            <a:off x="6100172" y="1156620"/>
            <a:ext cx="189873" cy="18990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5"/>
          <p:cNvSpPr/>
          <p:nvPr/>
        </p:nvSpPr>
        <p:spPr>
          <a:xfrm rot="1894643">
            <a:off x="5404416" y="903922"/>
            <a:ext cx="189876" cy="18990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1" name="Google Shape;821;p45"/>
          <p:cNvGrpSpPr/>
          <p:nvPr/>
        </p:nvGrpSpPr>
        <p:grpSpPr>
          <a:xfrm flipH="1">
            <a:off x="6442666" y="197702"/>
            <a:ext cx="2871913" cy="1602318"/>
            <a:chOff x="-300192" y="1537325"/>
            <a:chExt cx="3903117" cy="2177654"/>
          </a:xfrm>
        </p:grpSpPr>
        <p:sp>
          <p:nvSpPr>
            <p:cNvPr id="822" name="Google Shape;822;p45"/>
            <p:cNvSpPr/>
            <p:nvPr/>
          </p:nvSpPr>
          <p:spPr>
            <a:xfrm flipH="1">
              <a:off x="698584" y="2319763"/>
              <a:ext cx="450419" cy="685389"/>
            </a:xfrm>
            <a:custGeom>
              <a:avLst/>
              <a:gdLst/>
              <a:ahLst/>
              <a:cxnLst/>
              <a:rect l="l" t="t" r="r" b="b"/>
              <a:pathLst>
                <a:path w="9483" h="14430" extrusionOk="0">
                  <a:moveTo>
                    <a:pt x="557" y="1"/>
                  </a:moveTo>
                  <a:cubicBezTo>
                    <a:pt x="557" y="1"/>
                    <a:pt x="0" y="2093"/>
                    <a:pt x="2573" y="8116"/>
                  </a:cubicBezTo>
                  <a:cubicBezTo>
                    <a:pt x="4328" y="12222"/>
                    <a:pt x="6357" y="14429"/>
                    <a:pt x="6357" y="14429"/>
                  </a:cubicBezTo>
                  <a:cubicBezTo>
                    <a:pt x="6357" y="14429"/>
                    <a:pt x="9482" y="9641"/>
                    <a:pt x="8138" y="5680"/>
                  </a:cubicBezTo>
                  <a:cubicBezTo>
                    <a:pt x="6796" y="1718"/>
                    <a:pt x="557" y="1"/>
                    <a:pt x="55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5"/>
            <p:cNvSpPr/>
            <p:nvPr/>
          </p:nvSpPr>
          <p:spPr>
            <a:xfrm flipH="1">
              <a:off x="1910042" y="3125838"/>
              <a:ext cx="615710" cy="432370"/>
            </a:xfrm>
            <a:custGeom>
              <a:avLst/>
              <a:gdLst/>
              <a:ahLst/>
              <a:cxnLst/>
              <a:rect l="l" t="t" r="r" b="b"/>
              <a:pathLst>
                <a:path w="12963" h="9103" extrusionOk="0">
                  <a:moveTo>
                    <a:pt x="10227" y="1"/>
                  </a:moveTo>
                  <a:cubicBezTo>
                    <a:pt x="9793" y="1"/>
                    <a:pt x="9394" y="72"/>
                    <a:pt x="9109" y="264"/>
                  </a:cubicBezTo>
                  <a:cubicBezTo>
                    <a:pt x="8015" y="1000"/>
                    <a:pt x="1513" y="4799"/>
                    <a:pt x="757" y="6578"/>
                  </a:cubicBezTo>
                  <a:cubicBezTo>
                    <a:pt x="1" y="8356"/>
                    <a:pt x="1920" y="9102"/>
                    <a:pt x="1920" y="9102"/>
                  </a:cubicBezTo>
                  <a:cubicBezTo>
                    <a:pt x="1920" y="9102"/>
                    <a:pt x="4951" y="6237"/>
                    <a:pt x="5947" y="5338"/>
                  </a:cubicBezTo>
                  <a:cubicBezTo>
                    <a:pt x="6945" y="4441"/>
                    <a:pt x="11694" y="1264"/>
                    <a:pt x="12962" y="569"/>
                  </a:cubicBezTo>
                  <a:cubicBezTo>
                    <a:pt x="12962" y="569"/>
                    <a:pt x="11455" y="1"/>
                    <a:pt x="10227" y="1"/>
                  </a:cubicBezTo>
                  <a:close/>
                </a:path>
              </a:pathLst>
            </a:custGeom>
            <a:solidFill>
              <a:srgbClr val="F9BA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5"/>
            <p:cNvSpPr/>
            <p:nvPr/>
          </p:nvSpPr>
          <p:spPr>
            <a:xfrm flipH="1">
              <a:off x="-66252" y="1969114"/>
              <a:ext cx="3418158" cy="1745866"/>
            </a:xfrm>
            <a:custGeom>
              <a:avLst/>
              <a:gdLst/>
              <a:ahLst/>
              <a:cxnLst/>
              <a:rect l="l" t="t" r="r" b="b"/>
              <a:pathLst>
                <a:path w="71965" h="36757" extrusionOk="0">
                  <a:moveTo>
                    <a:pt x="64189" y="0"/>
                  </a:moveTo>
                  <a:cubicBezTo>
                    <a:pt x="64189" y="0"/>
                    <a:pt x="49123" y="6863"/>
                    <a:pt x="46556" y="7833"/>
                  </a:cubicBezTo>
                  <a:cubicBezTo>
                    <a:pt x="44325" y="8675"/>
                    <a:pt x="39911" y="9569"/>
                    <a:pt x="37647" y="9569"/>
                  </a:cubicBezTo>
                  <a:cubicBezTo>
                    <a:pt x="37305" y="9569"/>
                    <a:pt x="37012" y="9549"/>
                    <a:pt x="36782" y="9505"/>
                  </a:cubicBezTo>
                  <a:cubicBezTo>
                    <a:pt x="35150" y="9192"/>
                    <a:pt x="32921" y="7892"/>
                    <a:pt x="30878" y="7892"/>
                  </a:cubicBezTo>
                  <a:cubicBezTo>
                    <a:pt x="30737" y="7892"/>
                    <a:pt x="30597" y="7898"/>
                    <a:pt x="30458" y="7911"/>
                  </a:cubicBezTo>
                  <a:cubicBezTo>
                    <a:pt x="28306" y="8115"/>
                    <a:pt x="25939" y="8449"/>
                    <a:pt x="24144" y="8878"/>
                  </a:cubicBezTo>
                  <a:cubicBezTo>
                    <a:pt x="23949" y="8924"/>
                    <a:pt x="23730" y="8946"/>
                    <a:pt x="23491" y="8946"/>
                  </a:cubicBezTo>
                  <a:cubicBezTo>
                    <a:pt x="21525" y="8946"/>
                    <a:pt x="18244" y="7519"/>
                    <a:pt x="16678" y="7094"/>
                  </a:cubicBezTo>
                  <a:cubicBezTo>
                    <a:pt x="14923" y="6619"/>
                    <a:pt x="12738" y="5668"/>
                    <a:pt x="12738" y="5668"/>
                  </a:cubicBezTo>
                  <a:lnTo>
                    <a:pt x="12738" y="5668"/>
                  </a:lnTo>
                  <a:cubicBezTo>
                    <a:pt x="12738" y="5668"/>
                    <a:pt x="12222" y="7010"/>
                    <a:pt x="13263" y="8725"/>
                  </a:cubicBezTo>
                  <a:cubicBezTo>
                    <a:pt x="14305" y="10442"/>
                    <a:pt x="16517" y="11670"/>
                    <a:pt x="17594" y="12114"/>
                  </a:cubicBezTo>
                  <a:cubicBezTo>
                    <a:pt x="18671" y="12561"/>
                    <a:pt x="22108" y="13264"/>
                    <a:pt x="22799" y="13801"/>
                  </a:cubicBezTo>
                  <a:cubicBezTo>
                    <a:pt x="23489" y="14335"/>
                    <a:pt x="24325" y="15591"/>
                    <a:pt x="23817" y="17293"/>
                  </a:cubicBezTo>
                  <a:cubicBezTo>
                    <a:pt x="23380" y="18755"/>
                    <a:pt x="22631" y="19163"/>
                    <a:pt x="21957" y="19163"/>
                  </a:cubicBezTo>
                  <a:cubicBezTo>
                    <a:pt x="21845" y="19163"/>
                    <a:pt x="21736" y="19152"/>
                    <a:pt x="21630" y="19132"/>
                  </a:cubicBezTo>
                  <a:cubicBezTo>
                    <a:pt x="21487" y="19106"/>
                    <a:pt x="21333" y="19096"/>
                    <a:pt x="21176" y="19096"/>
                  </a:cubicBezTo>
                  <a:cubicBezTo>
                    <a:pt x="20514" y="19096"/>
                    <a:pt x="19813" y="19282"/>
                    <a:pt x="19813" y="19282"/>
                  </a:cubicBezTo>
                  <a:cubicBezTo>
                    <a:pt x="19813" y="19282"/>
                    <a:pt x="19594" y="18680"/>
                    <a:pt x="18699" y="18049"/>
                  </a:cubicBezTo>
                  <a:cubicBezTo>
                    <a:pt x="17803" y="17420"/>
                    <a:pt x="16554" y="17296"/>
                    <a:pt x="16554" y="17296"/>
                  </a:cubicBezTo>
                  <a:cubicBezTo>
                    <a:pt x="16554" y="17296"/>
                    <a:pt x="16668" y="15908"/>
                    <a:pt x="16480" y="15358"/>
                  </a:cubicBezTo>
                  <a:cubicBezTo>
                    <a:pt x="16294" y="14811"/>
                    <a:pt x="16221" y="13240"/>
                    <a:pt x="15028" y="11030"/>
                  </a:cubicBezTo>
                  <a:cubicBezTo>
                    <a:pt x="13834" y="8817"/>
                    <a:pt x="11518" y="8754"/>
                    <a:pt x="11518" y="8754"/>
                  </a:cubicBezTo>
                  <a:lnTo>
                    <a:pt x="11518" y="8754"/>
                  </a:lnTo>
                  <a:cubicBezTo>
                    <a:pt x="11518" y="8754"/>
                    <a:pt x="12060" y="11582"/>
                    <a:pt x="12214" y="12442"/>
                  </a:cubicBezTo>
                  <a:cubicBezTo>
                    <a:pt x="12369" y="13301"/>
                    <a:pt x="12975" y="18292"/>
                    <a:pt x="12957" y="19477"/>
                  </a:cubicBezTo>
                  <a:cubicBezTo>
                    <a:pt x="12941" y="20659"/>
                    <a:pt x="16381" y="22095"/>
                    <a:pt x="17470" y="22683"/>
                  </a:cubicBezTo>
                  <a:cubicBezTo>
                    <a:pt x="17726" y="22821"/>
                    <a:pt x="18136" y="23062"/>
                    <a:pt x="18626" y="23366"/>
                  </a:cubicBezTo>
                  <a:cubicBezTo>
                    <a:pt x="16639" y="23773"/>
                    <a:pt x="13109" y="24369"/>
                    <a:pt x="12136" y="24670"/>
                  </a:cubicBezTo>
                  <a:cubicBezTo>
                    <a:pt x="10893" y="25057"/>
                    <a:pt x="6226" y="24954"/>
                    <a:pt x="3107" y="25377"/>
                  </a:cubicBezTo>
                  <a:cubicBezTo>
                    <a:pt x="1" y="25801"/>
                    <a:pt x="140" y="28695"/>
                    <a:pt x="419" y="28695"/>
                  </a:cubicBezTo>
                  <a:cubicBezTo>
                    <a:pt x="420" y="28695"/>
                    <a:pt x="421" y="28695"/>
                    <a:pt x="422" y="28695"/>
                  </a:cubicBezTo>
                  <a:cubicBezTo>
                    <a:pt x="701" y="28670"/>
                    <a:pt x="5415" y="28455"/>
                    <a:pt x="6306" y="28354"/>
                  </a:cubicBezTo>
                  <a:cubicBezTo>
                    <a:pt x="6374" y="28347"/>
                    <a:pt x="6471" y="28343"/>
                    <a:pt x="6591" y="28343"/>
                  </a:cubicBezTo>
                  <a:cubicBezTo>
                    <a:pt x="8038" y="28343"/>
                    <a:pt x="12924" y="28869"/>
                    <a:pt x="13789" y="28954"/>
                  </a:cubicBezTo>
                  <a:cubicBezTo>
                    <a:pt x="13849" y="28959"/>
                    <a:pt x="13918" y="28962"/>
                    <a:pt x="13994" y="28962"/>
                  </a:cubicBezTo>
                  <a:cubicBezTo>
                    <a:pt x="14422" y="28962"/>
                    <a:pt x="15094" y="28875"/>
                    <a:pt x="15800" y="28763"/>
                  </a:cubicBezTo>
                  <a:lnTo>
                    <a:pt x="15800" y="28763"/>
                  </a:lnTo>
                  <a:cubicBezTo>
                    <a:pt x="15193" y="29154"/>
                    <a:pt x="14621" y="29525"/>
                    <a:pt x="14222" y="29792"/>
                  </a:cubicBezTo>
                  <a:cubicBezTo>
                    <a:pt x="13021" y="30594"/>
                    <a:pt x="10198" y="31867"/>
                    <a:pt x="8000" y="33567"/>
                  </a:cubicBezTo>
                  <a:cubicBezTo>
                    <a:pt x="5803" y="35268"/>
                    <a:pt x="7219" y="36757"/>
                    <a:pt x="7219" y="36757"/>
                  </a:cubicBezTo>
                  <a:cubicBezTo>
                    <a:pt x="7219" y="36757"/>
                    <a:pt x="10782" y="34888"/>
                    <a:pt x="11620" y="34454"/>
                  </a:cubicBezTo>
                  <a:cubicBezTo>
                    <a:pt x="12459" y="34019"/>
                    <a:pt x="16035" y="32657"/>
                    <a:pt x="16938" y="32331"/>
                  </a:cubicBezTo>
                  <a:cubicBezTo>
                    <a:pt x="17841" y="32004"/>
                    <a:pt x="19708" y="30724"/>
                    <a:pt x="20211" y="30346"/>
                  </a:cubicBezTo>
                  <a:cubicBezTo>
                    <a:pt x="20670" y="30000"/>
                    <a:pt x="23414" y="28269"/>
                    <a:pt x="24589" y="27657"/>
                  </a:cubicBezTo>
                  <a:cubicBezTo>
                    <a:pt x="25091" y="27918"/>
                    <a:pt x="25602" y="28029"/>
                    <a:pt x="26059" y="28029"/>
                  </a:cubicBezTo>
                  <a:cubicBezTo>
                    <a:pt x="26579" y="28029"/>
                    <a:pt x="27028" y="27885"/>
                    <a:pt x="27312" y="27652"/>
                  </a:cubicBezTo>
                  <a:cubicBezTo>
                    <a:pt x="27997" y="27090"/>
                    <a:pt x="31439" y="25144"/>
                    <a:pt x="32461" y="24529"/>
                  </a:cubicBezTo>
                  <a:cubicBezTo>
                    <a:pt x="34503" y="23301"/>
                    <a:pt x="39836" y="20351"/>
                    <a:pt x="42060" y="19662"/>
                  </a:cubicBezTo>
                  <a:cubicBezTo>
                    <a:pt x="44285" y="18974"/>
                    <a:pt x="46874" y="18283"/>
                    <a:pt x="48251" y="18256"/>
                  </a:cubicBezTo>
                  <a:cubicBezTo>
                    <a:pt x="49629" y="18227"/>
                    <a:pt x="52688" y="16373"/>
                    <a:pt x="55407" y="15896"/>
                  </a:cubicBezTo>
                  <a:cubicBezTo>
                    <a:pt x="58127" y="15421"/>
                    <a:pt x="71964" y="12825"/>
                    <a:pt x="71964" y="12825"/>
                  </a:cubicBezTo>
                  <a:lnTo>
                    <a:pt x="64189" y="0"/>
                  </a:ln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5"/>
            <p:cNvSpPr/>
            <p:nvPr/>
          </p:nvSpPr>
          <p:spPr>
            <a:xfrm flipH="1">
              <a:off x="2134599" y="2399050"/>
              <a:ext cx="909530" cy="1293832"/>
            </a:xfrm>
            <a:custGeom>
              <a:avLst/>
              <a:gdLst/>
              <a:ahLst/>
              <a:cxnLst/>
              <a:rect l="l" t="t" r="r" b="b"/>
              <a:pathLst>
                <a:path w="19149" h="27240" extrusionOk="0">
                  <a:moveTo>
                    <a:pt x="6322" y="0"/>
                  </a:moveTo>
                  <a:lnTo>
                    <a:pt x="6322" y="0"/>
                  </a:lnTo>
                  <a:cubicBezTo>
                    <a:pt x="7520" y="1495"/>
                    <a:pt x="8395" y="3385"/>
                    <a:pt x="8642" y="5274"/>
                  </a:cubicBezTo>
                  <a:cubicBezTo>
                    <a:pt x="8789" y="6398"/>
                    <a:pt x="8504" y="7218"/>
                    <a:pt x="8280" y="8305"/>
                  </a:cubicBezTo>
                  <a:cubicBezTo>
                    <a:pt x="8110" y="9132"/>
                    <a:pt x="8233" y="9286"/>
                    <a:pt x="8531" y="9286"/>
                  </a:cubicBezTo>
                  <a:cubicBezTo>
                    <a:pt x="8708" y="9286"/>
                    <a:pt x="8945" y="9232"/>
                    <a:pt x="9220" y="9232"/>
                  </a:cubicBezTo>
                  <a:cubicBezTo>
                    <a:pt x="9377" y="9232"/>
                    <a:pt x="9547" y="9250"/>
                    <a:pt x="9724" y="9305"/>
                  </a:cubicBezTo>
                  <a:cubicBezTo>
                    <a:pt x="10836" y="9656"/>
                    <a:pt x="10801" y="10777"/>
                    <a:pt x="11570" y="11398"/>
                  </a:cubicBezTo>
                  <a:cubicBezTo>
                    <a:pt x="11735" y="11530"/>
                    <a:pt x="11932" y="11572"/>
                    <a:pt x="12148" y="11572"/>
                  </a:cubicBezTo>
                  <a:cubicBezTo>
                    <a:pt x="12524" y="11572"/>
                    <a:pt x="12961" y="11445"/>
                    <a:pt x="13400" y="11445"/>
                  </a:cubicBezTo>
                  <a:cubicBezTo>
                    <a:pt x="13569" y="11445"/>
                    <a:pt x="13739" y="11464"/>
                    <a:pt x="13905" y="11517"/>
                  </a:cubicBezTo>
                  <a:cubicBezTo>
                    <a:pt x="14394" y="11671"/>
                    <a:pt x="14839" y="11788"/>
                    <a:pt x="15248" y="11788"/>
                  </a:cubicBezTo>
                  <a:cubicBezTo>
                    <a:pt x="15795" y="11788"/>
                    <a:pt x="16280" y="11580"/>
                    <a:pt x="16726" y="10980"/>
                  </a:cubicBezTo>
                  <a:cubicBezTo>
                    <a:pt x="17273" y="10246"/>
                    <a:pt x="17454" y="9563"/>
                    <a:pt x="17008" y="9067"/>
                  </a:cubicBezTo>
                  <a:lnTo>
                    <a:pt x="17008" y="9067"/>
                  </a:lnTo>
                  <a:cubicBezTo>
                    <a:pt x="16574" y="9865"/>
                    <a:pt x="16003" y="10112"/>
                    <a:pt x="15479" y="10112"/>
                  </a:cubicBezTo>
                  <a:cubicBezTo>
                    <a:pt x="15368" y="10112"/>
                    <a:pt x="15259" y="10101"/>
                    <a:pt x="15154" y="10082"/>
                  </a:cubicBezTo>
                  <a:cubicBezTo>
                    <a:pt x="15011" y="10056"/>
                    <a:pt x="14855" y="10045"/>
                    <a:pt x="14698" y="10045"/>
                  </a:cubicBezTo>
                  <a:cubicBezTo>
                    <a:pt x="14036" y="10045"/>
                    <a:pt x="13337" y="10230"/>
                    <a:pt x="13337" y="10230"/>
                  </a:cubicBezTo>
                  <a:cubicBezTo>
                    <a:pt x="13337" y="10230"/>
                    <a:pt x="13119" y="9628"/>
                    <a:pt x="12222" y="8999"/>
                  </a:cubicBezTo>
                  <a:cubicBezTo>
                    <a:pt x="11326" y="8368"/>
                    <a:pt x="10077" y="8244"/>
                    <a:pt x="10077" y="8244"/>
                  </a:cubicBezTo>
                  <a:cubicBezTo>
                    <a:pt x="10077" y="8244"/>
                    <a:pt x="10189" y="6856"/>
                    <a:pt x="10003" y="6306"/>
                  </a:cubicBezTo>
                  <a:cubicBezTo>
                    <a:pt x="9818" y="5759"/>
                    <a:pt x="9746" y="4189"/>
                    <a:pt x="8551" y="1978"/>
                  </a:cubicBezTo>
                  <a:cubicBezTo>
                    <a:pt x="7946" y="858"/>
                    <a:pt x="7053" y="288"/>
                    <a:pt x="6322" y="0"/>
                  </a:cubicBezTo>
                  <a:close/>
                  <a:moveTo>
                    <a:pt x="12087" y="14291"/>
                  </a:moveTo>
                  <a:lnTo>
                    <a:pt x="9759" y="14774"/>
                  </a:lnTo>
                  <a:lnTo>
                    <a:pt x="16828" y="17594"/>
                  </a:lnTo>
                  <a:cubicBezTo>
                    <a:pt x="16054" y="16700"/>
                    <a:pt x="12087" y="14291"/>
                    <a:pt x="12087" y="14291"/>
                  </a:cubicBezTo>
                  <a:close/>
                  <a:moveTo>
                    <a:pt x="18177" y="18640"/>
                  </a:moveTo>
                  <a:cubicBezTo>
                    <a:pt x="18177" y="18640"/>
                    <a:pt x="16508" y="19500"/>
                    <a:pt x="15465" y="20163"/>
                  </a:cubicBezTo>
                  <a:cubicBezTo>
                    <a:pt x="15465" y="20163"/>
                    <a:pt x="15465" y="20163"/>
                    <a:pt x="15465" y="20163"/>
                  </a:cubicBezTo>
                  <a:cubicBezTo>
                    <a:pt x="15463" y="20163"/>
                    <a:pt x="11983" y="22492"/>
                    <a:pt x="11492" y="22761"/>
                  </a:cubicBezTo>
                  <a:cubicBezTo>
                    <a:pt x="11492" y="22761"/>
                    <a:pt x="11637" y="24032"/>
                    <a:pt x="12831" y="24406"/>
                  </a:cubicBezTo>
                  <a:cubicBezTo>
                    <a:pt x="12831" y="24406"/>
                    <a:pt x="17508" y="19840"/>
                    <a:pt x="19148" y="18945"/>
                  </a:cubicBezTo>
                  <a:lnTo>
                    <a:pt x="19148" y="18945"/>
                  </a:lnTo>
                  <a:cubicBezTo>
                    <a:pt x="19148" y="18945"/>
                    <a:pt x="19138" y="18946"/>
                    <a:pt x="19119" y="18946"/>
                  </a:cubicBezTo>
                  <a:cubicBezTo>
                    <a:pt x="19016" y="18946"/>
                    <a:pt x="18644" y="18924"/>
                    <a:pt x="18177" y="18640"/>
                  </a:cubicBezTo>
                  <a:close/>
                  <a:moveTo>
                    <a:pt x="16413" y="18437"/>
                  </a:moveTo>
                  <a:cubicBezTo>
                    <a:pt x="16413" y="18438"/>
                    <a:pt x="10856" y="19521"/>
                    <a:pt x="9324" y="19710"/>
                  </a:cubicBezTo>
                  <a:cubicBezTo>
                    <a:pt x="9324" y="19710"/>
                    <a:pt x="6700" y="21360"/>
                    <a:pt x="6022" y="21731"/>
                  </a:cubicBezTo>
                  <a:cubicBezTo>
                    <a:pt x="6022" y="21731"/>
                    <a:pt x="1360" y="24144"/>
                    <a:pt x="601" y="25493"/>
                  </a:cubicBezTo>
                  <a:cubicBezTo>
                    <a:pt x="0" y="26556"/>
                    <a:pt x="349" y="27045"/>
                    <a:pt x="450" y="27239"/>
                  </a:cubicBezTo>
                  <a:cubicBezTo>
                    <a:pt x="450" y="27239"/>
                    <a:pt x="1642" y="25610"/>
                    <a:pt x="3407" y="24682"/>
                  </a:cubicBezTo>
                  <a:cubicBezTo>
                    <a:pt x="5173" y="23756"/>
                    <a:pt x="6863" y="22849"/>
                    <a:pt x="6863" y="22849"/>
                  </a:cubicBezTo>
                  <a:cubicBezTo>
                    <a:pt x="6863" y="22849"/>
                    <a:pt x="16150" y="18669"/>
                    <a:pt x="16413" y="18437"/>
                  </a:cubicBez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5"/>
            <p:cNvSpPr/>
            <p:nvPr/>
          </p:nvSpPr>
          <p:spPr>
            <a:xfrm flipH="1">
              <a:off x="174871" y="1969114"/>
              <a:ext cx="1992425" cy="575765"/>
            </a:xfrm>
            <a:custGeom>
              <a:avLst/>
              <a:gdLst/>
              <a:ahLst/>
              <a:cxnLst/>
              <a:rect l="l" t="t" r="r" b="b"/>
              <a:pathLst>
                <a:path w="41948" h="12122" extrusionOk="0">
                  <a:moveTo>
                    <a:pt x="39248" y="0"/>
                  </a:moveTo>
                  <a:cubicBezTo>
                    <a:pt x="39248" y="0"/>
                    <a:pt x="24182" y="6863"/>
                    <a:pt x="21615" y="7833"/>
                  </a:cubicBezTo>
                  <a:cubicBezTo>
                    <a:pt x="19384" y="8675"/>
                    <a:pt x="14970" y="9569"/>
                    <a:pt x="12706" y="9569"/>
                  </a:cubicBezTo>
                  <a:cubicBezTo>
                    <a:pt x="12364" y="9569"/>
                    <a:pt x="12071" y="9549"/>
                    <a:pt x="11841" y="9505"/>
                  </a:cubicBezTo>
                  <a:cubicBezTo>
                    <a:pt x="10209" y="9192"/>
                    <a:pt x="7980" y="7892"/>
                    <a:pt x="5937" y="7892"/>
                  </a:cubicBezTo>
                  <a:cubicBezTo>
                    <a:pt x="5796" y="7892"/>
                    <a:pt x="5656" y="7898"/>
                    <a:pt x="5517" y="7911"/>
                  </a:cubicBezTo>
                  <a:cubicBezTo>
                    <a:pt x="3671" y="8086"/>
                    <a:pt x="1667" y="8356"/>
                    <a:pt x="1" y="8702"/>
                  </a:cubicBezTo>
                  <a:cubicBezTo>
                    <a:pt x="944" y="8798"/>
                    <a:pt x="1952" y="8717"/>
                    <a:pt x="2853" y="8853"/>
                  </a:cubicBezTo>
                  <a:cubicBezTo>
                    <a:pt x="4553" y="9114"/>
                    <a:pt x="6532" y="9519"/>
                    <a:pt x="8066" y="10271"/>
                  </a:cubicBezTo>
                  <a:cubicBezTo>
                    <a:pt x="10184" y="11313"/>
                    <a:pt x="12178" y="12122"/>
                    <a:pt x="14320" y="12122"/>
                  </a:cubicBezTo>
                  <a:cubicBezTo>
                    <a:pt x="15412" y="12122"/>
                    <a:pt x="16543" y="11911"/>
                    <a:pt x="17747" y="11414"/>
                  </a:cubicBezTo>
                  <a:cubicBezTo>
                    <a:pt x="22714" y="9359"/>
                    <a:pt x="27785" y="7863"/>
                    <a:pt x="32891" y="6175"/>
                  </a:cubicBezTo>
                  <a:cubicBezTo>
                    <a:pt x="35941" y="5169"/>
                    <a:pt x="39707" y="4873"/>
                    <a:pt x="41947" y="4454"/>
                  </a:cubicBezTo>
                  <a:lnTo>
                    <a:pt x="39248" y="0"/>
                  </a:lnTo>
                  <a:close/>
                </a:path>
              </a:pathLst>
            </a:custGeom>
            <a:solidFill>
              <a:srgbClr val="E6B8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5"/>
            <p:cNvSpPr/>
            <p:nvPr/>
          </p:nvSpPr>
          <p:spPr>
            <a:xfrm flipH="1">
              <a:off x="-300192" y="1779541"/>
              <a:ext cx="1422693" cy="1225625"/>
            </a:xfrm>
            <a:custGeom>
              <a:avLst/>
              <a:gdLst/>
              <a:ahLst/>
              <a:cxnLst/>
              <a:rect l="l" t="t" r="r" b="b"/>
              <a:pathLst>
                <a:path w="29953" h="25804" extrusionOk="0">
                  <a:moveTo>
                    <a:pt x="24830" y="1"/>
                  </a:moveTo>
                  <a:lnTo>
                    <a:pt x="0" y="11375"/>
                  </a:lnTo>
                  <a:cubicBezTo>
                    <a:pt x="0" y="11375"/>
                    <a:pt x="4346" y="15069"/>
                    <a:pt x="5784" y="18659"/>
                  </a:cubicBezTo>
                  <a:cubicBezTo>
                    <a:pt x="7220" y="22248"/>
                    <a:pt x="5799" y="25803"/>
                    <a:pt x="5799" y="25803"/>
                  </a:cubicBezTo>
                  <a:lnTo>
                    <a:pt x="29952" y="20623"/>
                  </a:lnTo>
                  <a:lnTo>
                    <a:pt x="24830" y="1"/>
                  </a:ln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45"/>
            <p:cNvSpPr/>
            <p:nvPr/>
          </p:nvSpPr>
          <p:spPr>
            <a:xfrm flipH="1">
              <a:off x="2004586" y="1537325"/>
              <a:ext cx="1598338" cy="1201544"/>
            </a:xfrm>
            <a:custGeom>
              <a:avLst/>
              <a:gdLst/>
              <a:ahLst/>
              <a:cxnLst/>
              <a:rect l="l" t="t" r="r" b="b"/>
              <a:pathLst>
                <a:path w="33651" h="25297" extrusionOk="0">
                  <a:moveTo>
                    <a:pt x="16906" y="0"/>
                  </a:moveTo>
                  <a:cubicBezTo>
                    <a:pt x="14530" y="0"/>
                    <a:pt x="12595" y="1816"/>
                    <a:pt x="12579" y="4073"/>
                  </a:cubicBezTo>
                  <a:cubicBezTo>
                    <a:pt x="12575" y="5037"/>
                    <a:pt x="12920" y="5923"/>
                    <a:pt x="13501" y="6626"/>
                  </a:cubicBezTo>
                  <a:lnTo>
                    <a:pt x="7095" y="6581"/>
                  </a:lnTo>
                  <a:lnTo>
                    <a:pt x="7053" y="12656"/>
                  </a:lnTo>
                  <a:cubicBezTo>
                    <a:pt x="6319" y="12097"/>
                    <a:pt x="5388" y="11755"/>
                    <a:pt x="4372" y="11748"/>
                  </a:cubicBezTo>
                  <a:cubicBezTo>
                    <a:pt x="4362" y="11748"/>
                    <a:pt x="4351" y="11748"/>
                    <a:pt x="4341" y="11748"/>
                  </a:cubicBezTo>
                  <a:cubicBezTo>
                    <a:pt x="1968" y="11748"/>
                    <a:pt x="35" y="13565"/>
                    <a:pt x="16" y="15820"/>
                  </a:cubicBezTo>
                  <a:cubicBezTo>
                    <a:pt x="0" y="18087"/>
                    <a:pt x="1925" y="19938"/>
                    <a:pt x="4314" y="19954"/>
                  </a:cubicBezTo>
                  <a:cubicBezTo>
                    <a:pt x="4325" y="19954"/>
                    <a:pt x="4336" y="19954"/>
                    <a:pt x="4347" y="19954"/>
                  </a:cubicBezTo>
                  <a:cubicBezTo>
                    <a:pt x="5351" y="19954"/>
                    <a:pt x="6275" y="19628"/>
                    <a:pt x="7008" y="19083"/>
                  </a:cubicBezTo>
                  <a:lnTo>
                    <a:pt x="7008" y="19083"/>
                  </a:lnTo>
                  <a:lnTo>
                    <a:pt x="6966" y="25159"/>
                  </a:lnTo>
                  <a:lnTo>
                    <a:pt x="13372" y="25204"/>
                  </a:lnTo>
                  <a:cubicBezTo>
                    <a:pt x="12790" y="24500"/>
                    <a:pt x="12444" y="23613"/>
                    <a:pt x="12452" y="22651"/>
                  </a:cubicBezTo>
                  <a:cubicBezTo>
                    <a:pt x="12467" y="20395"/>
                    <a:pt x="14399" y="18578"/>
                    <a:pt x="16773" y="18578"/>
                  </a:cubicBezTo>
                  <a:cubicBezTo>
                    <a:pt x="16785" y="18578"/>
                    <a:pt x="16796" y="18578"/>
                    <a:pt x="16807" y="18578"/>
                  </a:cubicBezTo>
                  <a:cubicBezTo>
                    <a:pt x="19198" y="18594"/>
                    <a:pt x="21121" y="20444"/>
                    <a:pt x="21105" y="22710"/>
                  </a:cubicBezTo>
                  <a:cubicBezTo>
                    <a:pt x="21099" y="23674"/>
                    <a:pt x="20740" y="24555"/>
                    <a:pt x="20150" y="25252"/>
                  </a:cubicBezTo>
                  <a:lnTo>
                    <a:pt x="26556" y="25297"/>
                  </a:lnTo>
                  <a:lnTo>
                    <a:pt x="26598" y="19221"/>
                  </a:lnTo>
                  <a:cubicBezTo>
                    <a:pt x="27332" y="19782"/>
                    <a:pt x="28263" y="20122"/>
                    <a:pt x="29278" y="20130"/>
                  </a:cubicBezTo>
                  <a:cubicBezTo>
                    <a:pt x="29288" y="20130"/>
                    <a:pt x="29298" y="20130"/>
                    <a:pt x="29309" y="20130"/>
                  </a:cubicBezTo>
                  <a:cubicBezTo>
                    <a:pt x="31685" y="20130"/>
                    <a:pt x="33617" y="18314"/>
                    <a:pt x="33635" y="16057"/>
                  </a:cubicBezTo>
                  <a:cubicBezTo>
                    <a:pt x="33651" y="13791"/>
                    <a:pt x="31726" y="11941"/>
                    <a:pt x="29336" y="11924"/>
                  </a:cubicBezTo>
                  <a:cubicBezTo>
                    <a:pt x="29325" y="11924"/>
                    <a:pt x="29314" y="11924"/>
                    <a:pt x="29303" y="11924"/>
                  </a:cubicBezTo>
                  <a:cubicBezTo>
                    <a:pt x="28300" y="11924"/>
                    <a:pt x="27376" y="12250"/>
                    <a:pt x="26643" y="12795"/>
                  </a:cubicBezTo>
                  <a:lnTo>
                    <a:pt x="26685" y="6719"/>
                  </a:lnTo>
                  <a:lnTo>
                    <a:pt x="20278" y="6674"/>
                  </a:lnTo>
                  <a:cubicBezTo>
                    <a:pt x="20870" y="5977"/>
                    <a:pt x="21227" y="5096"/>
                    <a:pt x="21235" y="4132"/>
                  </a:cubicBezTo>
                  <a:cubicBezTo>
                    <a:pt x="21251" y="1867"/>
                    <a:pt x="19326" y="16"/>
                    <a:pt x="16937" y="0"/>
                  </a:cubicBezTo>
                  <a:cubicBezTo>
                    <a:pt x="16926" y="0"/>
                    <a:pt x="16916" y="0"/>
                    <a:pt x="16906" y="0"/>
                  </a:cubicBezTo>
                  <a:close/>
                </a:path>
              </a:pathLst>
            </a:custGeom>
            <a:gradFill>
              <a:gsLst>
                <a:gs pos="0">
                  <a:schemeClr val="accent4"/>
                </a:gs>
                <a:gs pos="100000">
                  <a:schemeClr val="accent5"/>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5"/>
            <p:cNvSpPr/>
            <p:nvPr/>
          </p:nvSpPr>
          <p:spPr>
            <a:xfrm flipH="1">
              <a:off x="1994487" y="2238228"/>
              <a:ext cx="776869" cy="434080"/>
            </a:xfrm>
            <a:custGeom>
              <a:avLst/>
              <a:gdLst/>
              <a:ahLst/>
              <a:cxnLst/>
              <a:rect l="l" t="t" r="r" b="b"/>
              <a:pathLst>
                <a:path w="16356" h="9139" extrusionOk="0">
                  <a:moveTo>
                    <a:pt x="516" y="0"/>
                  </a:moveTo>
                  <a:cubicBezTo>
                    <a:pt x="516" y="0"/>
                    <a:pt x="0" y="1339"/>
                    <a:pt x="1043" y="3058"/>
                  </a:cubicBezTo>
                  <a:cubicBezTo>
                    <a:pt x="2084" y="4775"/>
                    <a:pt x="4295" y="6002"/>
                    <a:pt x="5372" y="6448"/>
                  </a:cubicBezTo>
                  <a:cubicBezTo>
                    <a:pt x="6451" y="6896"/>
                    <a:pt x="9887" y="7601"/>
                    <a:pt x="10577" y="8135"/>
                  </a:cubicBezTo>
                  <a:cubicBezTo>
                    <a:pt x="10861" y="8354"/>
                    <a:pt x="11166" y="8696"/>
                    <a:pt x="11396" y="9138"/>
                  </a:cubicBezTo>
                  <a:lnTo>
                    <a:pt x="16355" y="2450"/>
                  </a:lnTo>
                  <a:lnTo>
                    <a:pt x="16355" y="2450"/>
                  </a:lnTo>
                  <a:cubicBezTo>
                    <a:pt x="14778" y="2646"/>
                    <a:pt x="13205" y="2905"/>
                    <a:pt x="11922" y="3211"/>
                  </a:cubicBezTo>
                  <a:cubicBezTo>
                    <a:pt x="11729" y="3256"/>
                    <a:pt x="11511" y="3277"/>
                    <a:pt x="11273" y="3277"/>
                  </a:cubicBezTo>
                  <a:cubicBezTo>
                    <a:pt x="9308" y="3277"/>
                    <a:pt x="6023" y="1851"/>
                    <a:pt x="4456" y="1427"/>
                  </a:cubicBezTo>
                  <a:cubicBezTo>
                    <a:pt x="2700" y="951"/>
                    <a:pt x="517" y="0"/>
                    <a:pt x="516"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30" name="Google Shape;830;p45"/>
          <p:cNvSpPr/>
          <p:nvPr/>
        </p:nvSpPr>
        <p:spPr>
          <a:xfrm rot="635447">
            <a:off x="1233539" y="2976150"/>
            <a:ext cx="189871" cy="189898"/>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34"/>
        <p:cNvGrpSpPr/>
        <p:nvPr/>
      </p:nvGrpSpPr>
      <p:grpSpPr>
        <a:xfrm>
          <a:off x="0" y="0"/>
          <a:ext cx="0" cy="0"/>
          <a:chOff x="0" y="0"/>
          <a:chExt cx="0" cy="0"/>
        </a:xfrm>
      </p:grpSpPr>
      <p:sp>
        <p:nvSpPr>
          <p:cNvPr id="835" name="Google Shape;835;p46"/>
          <p:cNvSpPr txBox="1">
            <a:spLocks noGrp="1"/>
          </p:cNvSpPr>
          <p:nvPr>
            <p:ph type="title"/>
          </p:nvPr>
        </p:nvSpPr>
        <p:spPr>
          <a:xfrm>
            <a:off x="713225" y="377891"/>
            <a:ext cx="771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Salud fisica </a:t>
            </a:r>
            <a:endParaRPr dirty="0"/>
          </a:p>
        </p:txBody>
      </p:sp>
      <p:sp>
        <p:nvSpPr>
          <p:cNvPr id="836" name="Google Shape;836;p46"/>
          <p:cNvSpPr txBox="1">
            <a:spLocks noGrp="1"/>
          </p:cNvSpPr>
          <p:nvPr>
            <p:ph type="subTitle" idx="1"/>
          </p:nvPr>
        </p:nvSpPr>
        <p:spPr>
          <a:xfrm>
            <a:off x="1592189" y="1049694"/>
            <a:ext cx="2847000" cy="727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PREGUNTAS BASICAS</a:t>
            </a:r>
            <a:endParaRPr dirty="0"/>
          </a:p>
        </p:txBody>
      </p:sp>
      <p:sp>
        <p:nvSpPr>
          <p:cNvPr id="837" name="Google Shape;837;p46"/>
          <p:cNvSpPr txBox="1">
            <a:spLocks noGrp="1"/>
          </p:cNvSpPr>
          <p:nvPr>
            <p:ph type="body" idx="2"/>
          </p:nvPr>
        </p:nvSpPr>
        <p:spPr>
          <a:xfrm>
            <a:off x="1362096" y="1729442"/>
            <a:ext cx="2847000" cy="2499908"/>
          </a:xfrm>
          <a:prstGeom prst="rect">
            <a:avLst/>
          </a:prstGeom>
        </p:spPr>
        <p:txBody>
          <a:bodyPr spcFirstLastPara="1" wrap="square" lIns="91425" tIns="91425" rIns="91425" bIns="91425" anchor="t" anchorCtr="0">
            <a:noAutofit/>
          </a:bodyPr>
          <a:lstStyle/>
          <a:p>
            <a:pPr marL="285750" indent="-285750"/>
            <a:r>
              <a:rPr lang="es-MX" dirty="0"/>
              <a:t>¿Cuántas horas de ejercicio haces a la semana?</a:t>
            </a:r>
          </a:p>
          <a:p>
            <a:pPr marL="285750" indent="-285750"/>
            <a:r>
              <a:rPr lang="es-MX" dirty="0"/>
              <a:t>¿Cuántas horas duermes diariamente?</a:t>
            </a:r>
          </a:p>
          <a:p>
            <a:pPr marL="285750" indent="-285750"/>
            <a:r>
              <a:rPr lang="es-MX" dirty="0"/>
              <a:t>¿Cuánta agua tomas?</a:t>
            </a:r>
          </a:p>
          <a:p>
            <a:pPr marL="285750" indent="-285750"/>
            <a:r>
              <a:rPr lang="es-MX" dirty="0"/>
              <a:t>¿Cuántos minutos te expones al sol?</a:t>
            </a:r>
          </a:p>
          <a:p>
            <a:pPr marL="285750" indent="-285750"/>
            <a:r>
              <a:rPr lang="es-MX" dirty="0"/>
              <a:t>¿Cuántos días a la semana comes frutas y vegetales crudos?</a:t>
            </a:r>
          </a:p>
          <a:p>
            <a:pPr marL="285750" indent="-285750"/>
            <a:endParaRPr dirty="0"/>
          </a:p>
        </p:txBody>
      </p:sp>
      <p:sp>
        <p:nvSpPr>
          <p:cNvPr id="839" name="Google Shape;839;p46"/>
          <p:cNvSpPr txBox="1">
            <a:spLocks noGrp="1"/>
          </p:cNvSpPr>
          <p:nvPr>
            <p:ph type="body" idx="4"/>
          </p:nvPr>
        </p:nvSpPr>
        <p:spPr>
          <a:xfrm>
            <a:off x="5193779" y="2764752"/>
            <a:ext cx="2872800" cy="146459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Si la mayoria de tus respuestas fue no, en 20 años estas predipuesto a padecer alguna enfermedad crónica o mucho tiempo antes</a:t>
            </a:r>
            <a:endParaRPr dirty="0"/>
          </a:p>
        </p:txBody>
      </p:sp>
      <p:sp>
        <p:nvSpPr>
          <p:cNvPr id="840" name="Google Shape;840;p46"/>
          <p:cNvSpPr/>
          <p:nvPr/>
        </p:nvSpPr>
        <p:spPr>
          <a:xfrm>
            <a:off x="1205856" y="1100175"/>
            <a:ext cx="312481" cy="443143"/>
          </a:xfrm>
          <a:custGeom>
            <a:avLst/>
            <a:gdLst/>
            <a:ahLst/>
            <a:cxnLst/>
            <a:rect l="l" t="t" r="r" b="b"/>
            <a:pathLst>
              <a:path w="10867" h="15411" extrusionOk="0">
                <a:moveTo>
                  <a:pt x="9683" y="1937"/>
                </a:moveTo>
                <a:cubicBezTo>
                  <a:pt x="9615" y="1937"/>
                  <a:pt x="9545" y="1964"/>
                  <a:pt x="9493" y="2017"/>
                </a:cubicBezTo>
                <a:cubicBezTo>
                  <a:pt x="8934" y="2574"/>
                  <a:pt x="8379" y="3132"/>
                  <a:pt x="7821" y="3690"/>
                </a:cubicBezTo>
                <a:cubicBezTo>
                  <a:pt x="7798" y="3714"/>
                  <a:pt x="7774" y="3736"/>
                  <a:pt x="7745" y="3765"/>
                </a:cubicBezTo>
                <a:cubicBezTo>
                  <a:pt x="7479" y="3497"/>
                  <a:pt x="7215" y="3246"/>
                  <a:pt x="6964" y="2978"/>
                </a:cubicBezTo>
                <a:cubicBezTo>
                  <a:pt x="6916" y="2926"/>
                  <a:pt x="6841" y="2904"/>
                  <a:pt x="6772" y="2904"/>
                </a:cubicBezTo>
                <a:cubicBezTo>
                  <a:pt x="6706" y="2904"/>
                  <a:pt x="6645" y="2924"/>
                  <a:pt x="6618" y="2959"/>
                </a:cubicBezTo>
                <a:cubicBezTo>
                  <a:pt x="6527" y="3068"/>
                  <a:pt x="6518" y="3206"/>
                  <a:pt x="6626" y="3314"/>
                </a:cubicBezTo>
                <a:cubicBezTo>
                  <a:pt x="6935" y="3626"/>
                  <a:pt x="7246" y="3939"/>
                  <a:pt x="7561" y="4250"/>
                </a:cubicBezTo>
                <a:cubicBezTo>
                  <a:pt x="7619" y="4308"/>
                  <a:pt x="7684" y="4336"/>
                  <a:pt x="7749" y="4336"/>
                </a:cubicBezTo>
                <a:cubicBezTo>
                  <a:pt x="7814" y="4336"/>
                  <a:pt x="7878" y="4308"/>
                  <a:pt x="7936" y="4250"/>
                </a:cubicBezTo>
                <a:cubicBezTo>
                  <a:pt x="8568" y="3618"/>
                  <a:pt x="9201" y="2985"/>
                  <a:pt x="9832" y="2350"/>
                </a:cubicBezTo>
                <a:cubicBezTo>
                  <a:pt x="9927" y="2254"/>
                  <a:pt x="9930" y="2088"/>
                  <a:pt x="9846" y="2002"/>
                </a:cubicBezTo>
                <a:cubicBezTo>
                  <a:pt x="9803" y="1959"/>
                  <a:pt x="9744" y="1937"/>
                  <a:pt x="9683" y="1937"/>
                </a:cubicBezTo>
                <a:close/>
                <a:moveTo>
                  <a:pt x="5851" y="960"/>
                </a:moveTo>
                <a:cubicBezTo>
                  <a:pt x="5681" y="969"/>
                  <a:pt x="5588" y="1059"/>
                  <a:pt x="5589" y="1229"/>
                </a:cubicBezTo>
                <a:cubicBezTo>
                  <a:pt x="5593" y="1789"/>
                  <a:pt x="5588" y="2348"/>
                  <a:pt x="5593" y="2908"/>
                </a:cubicBezTo>
                <a:cubicBezTo>
                  <a:pt x="5595" y="3083"/>
                  <a:pt x="5617" y="3260"/>
                  <a:pt x="5646" y="3432"/>
                </a:cubicBezTo>
                <a:cubicBezTo>
                  <a:pt x="5743" y="4023"/>
                  <a:pt x="6027" y="4521"/>
                  <a:pt x="6444" y="4942"/>
                </a:cubicBezTo>
                <a:cubicBezTo>
                  <a:pt x="6586" y="5088"/>
                  <a:pt x="6754" y="5211"/>
                  <a:pt x="6912" y="5344"/>
                </a:cubicBezTo>
                <a:cubicBezTo>
                  <a:pt x="7139" y="5537"/>
                  <a:pt x="7367" y="5729"/>
                  <a:pt x="7597" y="5918"/>
                </a:cubicBezTo>
                <a:cubicBezTo>
                  <a:pt x="7637" y="5951"/>
                  <a:pt x="7684" y="5975"/>
                  <a:pt x="7734" y="5975"/>
                </a:cubicBezTo>
                <a:cubicBezTo>
                  <a:pt x="7760" y="5975"/>
                  <a:pt x="7786" y="5969"/>
                  <a:pt x="7812" y="5954"/>
                </a:cubicBezTo>
                <a:cubicBezTo>
                  <a:pt x="7879" y="5918"/>
                  <a:pt x="7944" y="5879"/>
                  <a:pt x="8003" y="5831"/>
                </a:cubicBezTo>
                <a:cubicBezTo>
                  <a:pt x="8203" y="5665"/>
                  <a:pt x="8397" y="5493"/>
                  <a:pt x="8597" y="5329"/>
                </a:cubicBezTo>
                <a:cubicBezTo>
                  <a:pt x="8844" y="5128"/>
                  <a:pt x="9093" y="4929"/>
                  <a:pt x="9289" y="4673"/>
                </a:cubicBezTo>
                <a:cubicBezTo>
                  <a:pt x="9523" y="4368"/>
                  <a:pt x="9701" y="4038"/>
                  <a:pt x="9795" y="3664"/>
                </a:cubicBezTo>
                <a:cubicBezTo>
                  <a:pt x="9826" y="3538"/>
                  <a:pt x="9752" y="3416"/>
                  <a:pt x="9624" y="3379"/>
                </a:cubicBezTo>
                <a:cubicBezTo>
                  <a:pt x="9609" y="3375"/>
                  <a:pt x="9594" y="3374"/>
                  <a:pt x="9579" y="3374"/>
                </a:cubicBezTo>
                <a:cubicBezTo>
                  <a:pt x="9479" y="3374"/>
                  <a:pt x="9365" y="3450"/>
                  <a:pt x="9340" y="3544"/>
                </a:cubicBezTo>
                <a:cubicBezTo>
                  <a:pt x="9192" y="4093"/>
                  <a:pt x="8859" y="4515"/>
                  <a:pt x="8418" y="4862"/>
                </a:cubicBezTo>
                <a:cubicBezTo>
                  <a:pt x="8219" y="5021"/>
                  <a:pt x="8019" y="5184"/>
                  <a:pt x="7830" y="5355"/>
                </a:cubicBezTo>
                <a:cubicBezTo>
                  <a:pt x="7797" y="5385"/>
                  <a:pt x="7771" y="5397"/>
                  <a:pt x="7748" y="5397"/>
                </a:cubicBezTo>
                <a:cubicBezTo>
                  <a:pt x="7719" y="5397"/>
                  <a:pt x="7692" y="5378"/>
                  <a:pt x="7659" y="5349"/>
                </a:cubicBezTo>
                <a:cubicBezTo>
                  <a:pt x="7495" y="5207"/>
                  <a:pt x="7325" y="5073"/>
                  <a:pt x="7159" y="4934"/>
                </a:cubicBezTo>
                <a:cubicBezTo>
                  <a:pt x="7018" y="4813"/>
                  <a:pt x="6868" y="4701"/>
                  <a:pt x="6742" y="4567"/>
                </a:cubicBezTo>
                <a:cubicBezTo>
                  <a:pt x="6536" y="4353"/>
                  <a:pt x="6367" y="4108"/>
                  <a:pt x="6252" y="3830"/>
                </a:cubicBezTo>
                <a:cubicBezTo>
                  <a:pt x="6143" y="3565"/>
                  <a:pt x="6066" y="3292"/>
                  <a:pt x="6062" y="3003"/>
                </a:cubicBezTo>
                <a:cubicBezTo>
                  <a:pt x="6056" y="2580"/>
                  <a:pt x="6060" y="2157"/>
                  <a:pt x="6060" y="1732"/>
                </a:cubicBezTo>
                <a:lnTo>
                  <a:pt x="6060" y="1431"/>
                </a:lnTo>
                <a:lnTo>
                  <a:pt x="9442" y="1431"/>
                </a:lnTo>
                <a:cubicBezTo>
                  <a:pt x="9570" y="1431"/>
                  <a:pt x="9667" y="1332"/>
                  <a:pt x="9667" y="1206"/>
                </a:cubicBezTo>
                <a:cubicBezTo>
                  <a:pt x="9667" y="1055"/>
                  <a:pt x="9558" y="960"/>
                  <a:pt x="9384" y="960"/>
                </a:cubicBezTo>
                <a:close/>
                <a:moveTo>
                  <a:pt x="10101" y="470"/>
                </a:moveTo>
                <a:cubicBezTo>
                  <a:pt x="10291" y="470"/>
                  <a:pt x="10393" y="570"/>
                  <a:pt x="10393" y="759"/>
                </a:cubicBezTo>
                <a:cubicBezTo>
                  <a:pt x="10393" y="1513"/>
                  <a:pt x="10394" y="2266"/>
                  <a:pt x="10391" y="3016"/>
                </a:cubicBezTo>
                <a:cubicBezTo>
                  <a:pt x="10388" y="3456"/>
                  <a:pt x="10279" y="3874"/>
                  <a:pt x="10098" y="4272"/>
                </a:cubicBezTo>
                <a:cubicBezTo>
                  <a:pt x="9920" y="4666"/>
                  <a:pt x="9676" y="5016"/>
                  <a:pt x="9363" y="5314"/>
                </a:cubicBezTo>
                <a:cubicBezTo>
                  <a:pt x="9195" y="5477"/>
                  <a:pt x="9006" y="5620"/>
                  <a:pt x="8825" y="5771"/>
                </a:cubicBezTo>
                <a:cubicBezTo>
                  <a:pt x="8668" y="5905"/>
                  <a:pt x="8508" y="6040"/>
                  <a:pt x="8349" y="6174"/>
                </a:cubicBezTo>
                <a:cubicBezTo>
                  <a:pt x="8196" y="6303"/>
                  <a:pt x="8045" y="6434"/>
                  <a:pt x="7888" y="6559"/>
                </a:cubicBezTo>
                <a:cubicBezTo>
                  <a:pt x="7848" y="6591"/>
                  <a:pt x="7801" y="6605"/>
                  <a:pt x="7753" y="6605"/>
                </a:cubicBezTo>
                <a:cubicBezTo>
                  <a:pt x="7694" y="6605"/>
                  <a:pt x="7634" y="6583"/>
                  <a:pt x="7585" y="6542"/>
                </a:cubicBezTo>
                <a:cubicBezTo>
                  <a:pt x="7389" y="6373"/>
                  <a:pt x="7193" y="6203"/>
                  <a:pt x="6992" y="6039"/>
                </a:cubicBezTo>
                <a:cubicBezTo>
                  <a:pt x="6758" y="5842"/>
                  <a:pt x="6517" y="5653"/>
                  <a:pt x="6284" y="5453"/>
                </a:cubicBezTo>
                <a:cubicBezTo>
                  <a:pt x="5918" y="5143"/>
                  <a:pt x="5633" y="4768"/>
                  <a:pt x="5428" y="4333"/>
                </a:cubicBezTo>
                <a:cubicBezTo>
                  <a:pt x="5285" y="4032"/>
                  <a:pt x="5181" y="3718"/>
                  <a:pt x="5140" y="3387"/>
                </a:cubicBezTo>
                <a:cubicBezTo>
                  <a:pt x="5121" y="3221"/>
                  <a:pt x="5103" y="3054"/>
                  <a:pt x="5103" y="2886"/>
                </a:cubicBezTo>
                <a:cubicBezTo>
                  <a:pt x="5101" y="2167"/>
                  <a:pt x="5102" y="1447"/>
                  <a:pt x="5102" y="727"/>
                </a:cubicBezTo>
                <a:cubicBezTo>
                  <a:pt x="5102" y="582"/>
                  <a:pt x="5215" y="470"/>
                  <a:pt x="5362" y="470"/>
                </a:cubicBezTo>
                <a:close/>
                <a:moveTo>
                  <a:pt x="5262" y="0"/>
                </a:moveTo>
                <a:cubicBezTo>
                  <a:pt x="5253" y="6"/>
                  <a:pt x="5244" y="18"/>
                  <a:pt x="5234" y="18"/>
                </a:cubicBezTo>
                <a:cubicBezTo>
                  <a:pt x="4907" y="40"/>
                  <a:pt x="4627" y="364"/>
                  <a:pt x="4628" y="694"/>
                </a:cubicBezTo>
                <a:cubicBezTo>
                  <a:pt x="4629" y="1355"/>
                  <a:pt x="4628" y="2018"/>
                  <a:pt x="4628" y="2680"/>
                </a:cubicBezTo>
                <a:cubicBezTo>
                  <a:pt x="4628" y="2966"/>
                  <a:pt x="4628" y="3254"/>
                  <a:pt x="4680" y="3539"/>
                </a:cubicBezTo>
                <a:cubicBezTo>
                  <a:pt x="4743" y="3879"/>
                  <a:pt x="4837" y="4208"/>
                  <a:pt x="4984" y="4519"/>
                </a:cubicBezTo>
                <a:cubicBezTo>
                  <a:pt x="5211" y="4998"/>
                  <a:pt x="5512" y="5421"/>
                  <a:pt x="5921" y="5765"/>
                </a:cubicBezTo>
                <a:cubicBezTo>
                  <a:pt x="6124" y="5938"/>
                  <a:pt x="6328" y="6114"/>
                  <a:pt x="6533" y="6287"/>
                </a:cubicBezTo>
                <a:cubicBezTo>
                  <a:pt x="6778" y="6495"/>
                  <a:pt x="7026" y="6701"/>
                  <a:pt x="7274" y="6904"/>
                </a:cubicBezTo>
                <a:cubicBezTo>
                  <a:pt x="7416" y="7018"/>
                  <a:pt x="7585" y="7085"/>
                  <a:pt x="7753" y="7085"/>
                </a:cubicBezTo>
                <a:cubicBezTo>
                  <a:pt x="7876" y="7085"/>
                  <a:pt x="8000" y="7049"/>
                  <a:pt x="8113" y="6969"/>
                </a:cubicBezTo>
                <a:cubicBezTo>
                  <a:pt x="8375" y="6783"/>
                  <a:pt x="8618" y="6569"/>
                  <a:pt x="8865" y="6366"/>
                </a:cubicBezTo>
                <a:cubicBezTo>
                  <a:pt x="9062" y="6201"/>
                  <a:pt x="9262" y="6041"/>
                  <a:pt x="9449" y="5867"/>
                </a:cubicBezTo>
                <a:cubicBezTo>
                  <a:pt x="9660" y="5669"/>
                  <a:pt x="9872" y="5471"/>
                  <a:pt x="10058" y="5249"/>
                </a:cubicBezTo>
                <a:cubicBezTo>
                  <a:pt x="10298" y="4963"/>
                  <a:pt x="10476" y="4634"/>
                  <a:pt x="10609" y="4281"/>
                </a:cubicBezTo>
                <a:cubicBezTo>
                  <a:pt x="10758" y="3890"/>
                  <a:pt x="10858" y="3488"/>
                  <a:pt x="10859" y="3071"/>
                </a:cubicBezTo>
                <a:cubicBezTo>
                  <a:pt x="10867" y="2282"/>
                  <a:pt x="10864" y="1491"/>
                  <a:pt x="10861" y="703"/>
                </a:cubicBezTo>
                <a:cubicBezTo>
                  <a:pt x="10861" y="457"/>
                  <a:pt x="10759" y="258"/>
                  <a:pt x="10548" y="130"/>
                </a:cubicBezTo>
                <a:cubicBezTo>
                  <a:pt x="10451" y="72"/>
                  <a:pt x="10335" y="43"/>
                  <a:pt x="10227" y="0"/>
                </a:cubicBezTo>
                <a:close/>
                <a:moveTo>
                  <a:pt x="3895" y="3456"/>
                </a:moveTo>
                <a:cubicBezTo>
                  <a:pt x="3856" y="3456"/>
                  <a:pt x="3816" y="3461"/>
                  <a:pt x="3779" y="3468"/>
                </a:cubicBezTo>
                <a:cubicBezTo>
                  <a:pt x="3328" y="3554"/>
                  <a:pt x="2908" y="3722"/>
                  <a:pt x="2514" y="3959"/>
                </a:cubicBezTo>
                <a:cubicBezTo>
                  <a:pt x="2185" y="4156"/>
                  <a:pt x="1889" y="4391"/>
                  <a:pt x="1634" y="4679"/>
                </a:cubicBezTo>
                <a:cubicBezTo>
                  <a:pt x="1504" y="4827"/>
                  <a:pt x="1374" y="4980"/>
                  <a:pt x="1258" y="5143"/>
                </a:cubicBezTo>
                <a:cubicBezTo>
                  <a:pt x="993" y="5511"/>
                  <a:pt x="807" y="5921"/>
                  <a:pt x="686" y="6357"/>
                </a:cubicBezTo>
                <a:cubicBezTo>
                  <a:pt x="592" y="6694"/>
                  <a:pt x="537" y="7042"/>
                  <a:pt x="534" y="7394"/>
                </a:cubicBezTo>
                <a:cubicBezTo>
                  <a:pt x="529" y="7772"/>
                  <a:pt x="531" y="8150"/>
                  <a:pt x="534" y="8528"/>
                </a:cubicBezTo>
                <a:cubicBezTo>
                  <a:pt x="534" y="8589"/>
                  <a:pt x="513" y="8622"/>
                  <a:pt x="465" y="8669"/>
                </a:cubicBezTo>
                <a:cubicBezTo>
                  <a:pt x="356" y="8772"/>
                  <a:pt x="245" y="8884"/>
                  <a:pt x="178" y="9018"/>
                </a:cubicBezTo>
                <a:cubicBezTo>
                  <a:pt x="0" y="9369"/>
                  <a:pt x="3" y="9730"/>
                  <a:pt x="208" y="10073"/>
                </a:cubicBezTo>
                <a:cubicBezTo>
                  <a:pt x="378" y="10359"/>
                  <a:pt x="631" y="10533"/>
                  <a:pt x="964" y="10583"/>
                </a:cubicBezTo>
                <a:cubicBezTo>
                  <a:pt x="986" y="10585"/>
                  <a:pt x="1017" y="10620"/>
                  <a:pt x="1021" y="10643"/>
                </a:cubicBezTo>
                <a:cubicBezTo>
                  <a:pt x="1072" y="10915"/>
                  <a:pt x="1104" y="11188"/>
                  <a:pt x="1169" y="11456"/>
                </a:cubicBezTo>
                <a:cubicBezTo>
                  <a:pt x="1304" y="11995"/>
                  <a:pt x="1559" y="12478"/>
                  <a:pt x="1908" y="12910"/>
                </a:cubicBezTo>
                <a:cubicBezTo>
                  <a:pt x="1956" y="12971"/>
                  <a:pt x="1985" y="13033"/>
                  <a:pt x="1985" y="13119"/>
                </a:cubicBezTo>
                <a:cubicBezTo>
                  <a:pt x="1980" y="13788"/>
                  <a:pt x="1985" y="14457"/>
                  <a:pt x="1980" y="15125"/>
                </a:cubicBezTo>
                <a:cubicBezTo>
                  <a:pt x="1980" y="15252"/>
                  <a:pt x="2010" y="15351"/>
                  <a:pt x="2127" y="15410"/>
                </a:cubicBezTo>
                <a:lnTo>
                  <a:pt x="2309" y="15410"/>
                </a:lnTo>
                <a:cubicBezTo>
                  <a:pt x="2412" y="15339"/>
                  <a:pt x="2457" y="15245"/>
                  <a:pt x="2456" y="15115"/>
                </a:cubicBezTo>
                <a:cubicBezTo>
                  <a:pt x="2453" y="14611"/>
                  <a:pt x="2454" y="14106"/>
                  <a:pt x="2454" y="13600"/>
                </a:cubicBezTo>
                <a:lnTo>
                  <a:pt x="2454" y="13485"/>
                </a:lnTo>
                <a:cubicBezTo>
                  <a:pt x="3231" y="14116"/>
                  <a:pt x="4100" y="14449"/>
                  <a:pt x="5095" y="14449"/>
                </a:cubicBezTo>
                <a:cubicBezTo>
                  <a:pt x="5097" y="14449"/>
                  <a:pt x="5099" y="14449"/>
                  <a:pt x="5101" y="14449"/>
                </a:cubicBezTo>
                <a:cubicBezTo>
                  <a:pt x="6093" y="14449"/>
                  <a:pt x="6965" y="14121"/>
                  <a:pt x="7745" y="13485"/>
                </a:cubicBezTo>
                <a:lnTo>
                  <a:pt x="7745" y="13592"/>
                </a:lnTo>
                <a:cubicBezTo>
                  <a:pt x="7745" y="14100"/>
                  <a:pt x="7747" y="14606"/>
                  <a:pt x="7745" y="15115"/>
                </a:cubicBezTo>
                <a:cubicBezTo>
                  <a:pt x="7745" y="15242"/>
                  <a:pt x="7783" y="15341"/>
                  <a:pt x="7891" y="15410"/>
                </a:cubicBezTo>
                <a:lnTo>
                  <a:pt x="8072" y="15410"/>
                </a:lnTo>
                <a:cubicBezTo>
                  <a:pt x="8190" y="15351"/>
                  <a:pt x="8221" y="15255"/>
                  <a:pt x="8219" y="15125"/>
                </a:cubicBezTo>
                <a:cubicBezTo>
                  <a:pt x="8215" y="14458"/>
                  <a:pt x="8219" y="13794"/>
                  <a:pt x="8215" y="13128"/>
                </a:cubicBezTo>
                <a:cubicBezTo>
                  <a:pt x="8213" y="13032"/>
                  <a:pt x="8242" y="12961"/>
                  <a:pt x="8306" y="12897"/>
                </a:cubicBezTo>
                <a:cubicBezTo>
                  <a:pt x="8319" y="12885"/>
                  <a:pt x="8331" y="12872"/>
                  <a:pt x="8343" y="12857"/>
                </a:cubicBezTo>
                <a:cubicBezTo>
                  <a:pt x="8542" y="12581"/>
                  <a:pt x="8721" y="12292"/>
                  <a:pt x="8853" y="11976"/>
                </a:cubicBezTo>
                <a:cubicBezTo>
                  <a:pt x="9013" y="11589"/>
                  <a:pt x="9128" y="11194"/>
                  <a:pt x="9158" y="10777"/>
                </a:cubicBezTo>
                <a:cubicBezTo>
                  <a:pt x="9171" y="10614"/>
                  <a:pt x="9173" y="10599"/>
                  <a:pt x="9305" y="10573"/>
                </a:cubicBezTo>
                <a:cubicBezTo>
                  <a:pt x="9782" y="10473"/>
                  <a:pt x="10166" y="10015"/>
                  <a:pt x="10144" y="9492"/>
                </a:cubicBezTo>
                <a:cubicBezTo>
                  <a:pt x="10130" y="9153"/>
                  <a:pt x="9993" y="8888"/>
                  <a:pt x="9741" y="8679"/>
                </a:cubicBezTo>
                <a:cubicBezTo>
                  <a:pt x="9682" y="8629"/>
                  <a:pt x="9667" y="8584"/>
                  <a:pt x="9666" y="8516"/>
                </a:cubicBezTo>
                <a:cubicBezTo>
                  <a:pt x="9654" y="7994"/>
                  <a:pt x="9696" y="7472"/>
                  <a:pt x="9631" y="6953"/>
                </a:cubicBezTo>
                <a:cubicBezTo>
                  <a:pt x="9617" y="6845"/>
                  <a:pt x="9516" y="6755"/>
                  <a:pt x="9402" y="6755"/>
                </a:cubicBezTo>
                <a:cubicBezTo>
                  <a:pt x="9393" y="6755"/>
                  <a:pt x="9385" y="6756"/>
                  <a:pt x="9376" y="6757"/>
                </a:cubicBezTo>
                <a:cubicBezTo>
                  <a:pt x="9250" y="6768"/>
                  <a:pt x="9144" y="6899"/>
                  <a:pt x="9160" y="7014"/>
                </a:cubicBezTo>
                <a:cubicBezTo>
                  <a:pt x="9177" y="7129"/>
                  <a:pt x="9193" y="7244"/>
                  <a:pt x="9195" y="7360"/>
                </a:cubicBezTo>
                <a:cubicBezTo>
                  <a:pt x="9201" y="7684"/>
                  <a:pt x="9196" y="8011"/>
                  <a:pt x="9196" y="8339"/>
                </a:cubicBezTo>
                <a:lnTo>
                  <a:pt x="9196" y="8443"/>
                </a:lnTo>
                <a:lnTo>
                  <a:pt x="9087" y="8443"/>
                </a:lnTo>
                <a:cubicBezTo>
                  <a:pt x="8940" y="8443"/>
                  <a:pt x="8833" y="8539"/>
                  <a:pt x="8836" y="8672"/>
                </a:cubicBezTo>
                <a:cubicBezTo>
                  <a:pt x="8838" y="8818"/>
                  <a:pt x="8947" y="8916"/>
                  <a:pt x="9070" y="8916"/>
                </a:cubicBezTo>
                <a:cubicBezTo>
                  <a:pt x="9075" y="8916"/>
                  <a:pt x="9080" y="8916"/>
                  <a:pt x="9086" y="8916"/>
                </a:cubicBezTo>
                <a:cubicBezTo>
                  <a:pt x="9092" y="8915"/>
                  <a:pt x="9099" y="8915"/>
                  <a:pt x="9106" y="8915"/>
                </a:cubicBezTo>
                <a:cubicBezTo>
                  <a:pt x="9145" y="8915"/>
                  <a:pt x="9187" y="8925"/>
                  <a:pt x="9225" y="8933"/>
                </a:cubicBezTo>
                <a:cubicBezTo>
                  <a:pt x="9528" y="9009"/>
                  <a:pt x="9762" y="9361"/>
                  <a:pt x="9653" y="9689"/>
                </a:cubicBezTo>
                <a:cubicBezTo>
                  <a:pt x="9563" y="9960"/>
                  <a:pt x="9333" y="10130"/>
                  <a:pt x="9049" y="10131"/>
                </a:cubicBezTo>
                <a:cubicBezTo>
                  <a:pt x="8988" y="10131"/>
                  <a:pt x="8923" y="10131"/>
                  <a:pt x="8865" y="10147"/>
                </a:cubicBezTo>
                <a:cubicBezTo>
                  <a:pt x="8712" y="10189"/>
                  <a:pt x="8724" y="10329"/>
                  <a:pt x="8709" y="10445"/>
                </a:cubicBezTo>
                <a:cubicBezTo>
                  <a:pt x="8686" y="10640"/>
                  <a:pt x="8683" y="10838"/>
                  <a:pt x="8651" y="11033"/>
                </a:cubicBezTo>
                <a:cubicBezTo>
                  <a:pt x="8597" y="11370"/>
                  <a:pt x="8487" y="11694"/>
                  <a:pt x="8324" y="11994"/>
                </a:cubicBezTo>
                <a:cubicBezTo>
                  <a:pt x="8206" y="12212"/>
                  <a:pt x="8062" y="12415"/>
                  <a:pt x="7917" y="12617"/>
                </a:cubicBezTo>
                <a:cubicBezTo>
                  <a:pt x="7720" y="12892"/>
                  <a:pt x="7470" y="13113"/>
                  <a:pt x="7196" y="13309"/>
                </a:cubicBezTo>
                <a:cubicBezTo>
                  <a:pt x="6851" y="13557"/>
                  <a:pt x="6476" y="13744"/>
                  <a:pt x="6066" y="13849"/>
                </a:cubicBezTo>
                <a:cubicBezTo>
                  <a:pt x="5833" y="13910"/>
                  <a:pt x="5596" y="13958"/>
                  <a:pt x="5358" y="13975"/>
                </a:cubicBezTo>
                <a:cubicBezTo>
                  <a:pt x="5270" y="13981"/>
                  <a:pt x="5182" y="13985"/>
                  <a:pt x="5094" y="13985"/>
                </a:cubicBezTo>
                <a:cubicBezTo>
                  <a:pt x="4848" y="13985"/>
                  <a:pt x="4602" y="13960"/>
                  <a:pt x="4359" y="13910"/>
                </a:cubicBezTo>
                <a:cubicBezTo>
                  <a:pt x="3980" y="13829"/>
                  <a:pt x="3623" y="13687"/>
                  <a:pt x="3289" y="13496"/>
                </a:cubicBezTo>
                <a:cubicBezTo>
                  <a:pt x="2892" y="13266"/>
                  <a:pt x="2552" y="12968"/>
                  <a:pt x="2268" y="12606"/>
                </a:cubicBezTo>
                <a:cubicBezTo>
                  <a:pt x="1954" y="12206"/>
                  <a:pt x="1736" y="11763"/>
                  <a:pt x="1602" y="11274"/>
                </a:cubicBezTo>
                <a:cubicBezTo>
                  <a:pt x="1518" y="10967"/>
                  <a:pt x="1502" y="10653"/>
                  <a:pt x="1476" y="10338"/>
                </a:cubicBezTo>
                <a:cubicBezTo>
                  <a:pt x="1466" y="10200"/>
                  <a:pt x="1387" y="10133"/>
                  <a:pt x="1249" y="10130"/>
                </a:cubicBezTo>
                <a:cubicBezTo>
                  <a:pt x="1166" y="10127"/>
                  <a:pt x="1080" y="10127"/>
                  <a:pt x="1001" y="10109"/>
                </a:cubicBezTo>
                <a:cubicBezTo>
                  <a:pt x="653" y="10028"/>
                  <a:pt x="441" y="9675"/>
                  <a:pt x="553" y="9339"/>
                </a:cubicBezTo>
                <a:cubicBezTo>
                  <a:pt x="637" y="9090"/>
                  <a:pt x="864" y="8913"/>
                  <a:pt x="1131" y="8913"/>
                </a:cubicBezTo>
                <a:cubicBezTo>
                  <a:pt x="1251" y="8913"/>
                  <a:pt x="1351" y="8830"/>
                  <a:pt x="1367" y="8722"/>
                </a:cubicBezTo>
                <a:cubicBezTo>
                  <a:pt x="1386" y="8606"/>
                  <a:pt x="1313" y="8481"/>
                  <a:pt x="1198" y="8451"/>
                </a:cubicBezTo>
                <a:cubicBezTo>
                  <a:pt x="1140" y="8436"/>
                  <a:pt x="1075" y="8443"/>
                  <a:pt x="1015" y="8439"/>
                </a:cubicBezTo>
                <a:cubicBezTo>
                  <a:pt x="1009" y="8429"/>
                  <a:pt x="1006" y="8423"/>
                  <a:pt x="1006" y="8417"/>
                </a:cubicBezTo>
                <a:cubicBezTo>
                  <a:pt x="1011" y="8001"/>
                  <a:pt x="1009" y="7585"/>
                  <a:pt x="1025" y="7168"/>
                </a:cubicBezTo>
                <a:cubicBezTo>
                  <a:pt x="1033" y="6985"/>
                  <a:pt x="1067" y="6803"/>
                  <a:pt x="1108" y="6623"/>
                </a:cubicBezTo>
                <a:cubicBezTo>
                  <a:pt x="1185" y="6267"/>
                  <a:pt x="1328" y="5937"/>
                  <a:pt x="1512" y="5624"/>
                </a:cubicBezTo>
                <a:cubicBezTo>
                  <a:pt x="1774" y="5182"/>
                  <a:pt x="2119" y="4811"/>
                  <a:pt x="2537" y="4515"/>
                </a:cubicBezTo>
                <a:cubicBezTo>
                  <a:pt x="2962" y="4215"/>
                  <a:pt x="3424" y="4009"/>
                  <a:pt x="3937" y="3919"/>
                </a:cubicBezTo>
                <a:cubicBezTo>
                  <a:pt x="4035" y="3903"/>
                  <a:pt x="4126" y="3798"/>
                  <a:pt x="4137" y="3698"/>
                </a:cubicBezTo>
                <a:cubicBezTo>
                  <a:pt x="4148" y="3610"/>
                  <a:pt x="4077" y="3494"/>
                  <a:pt x="3980" y="3467"/>
                </a:cubicBezTo>
                <a:cubicBezTo>
                  <a:pt x="3953" y="3459"/>
                  <a:pt x="3924" y="3456"/>
                  <a:pt x="3895" y="345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46"/>
          <p:cNvSpPr/>
          <p:nvPr/>
        </p:nvSpPr>
        <p:spPr>
          <a:xfrm rot="837842">
            <a:off x="1382205" y="3013448"/>
            <a:ext cx="189876" cy="18990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46"/>
          <p:cNvSpPr/>
          <p:nvPr/>
        </p:nvSpPr>
        <p:spPr>
          <a:xfrm>
            <a:off x="7971643" y="1815735"/>
            <a:ext cx="189873" cy="189901"/>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46"/>
          <p:cNvSpPr/>
          <p:nvPr/>
        </p:nvSpPr>
        <p:spPr>
          <a:xfrm rot="-147442">
            <a:off x="1441132" y="3532525"/>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46"/>
          <p:cNvSpPr/>
          <p:nvPr/>
        </p:nvSpPr>
        <p:spPr>
          <a:xfrm>
            <a:off x="4812736" y="2764753"/>
            <a:ext cx="293128" cy="443230"/>
          </a:xfrm>
          <a:custGeom>
            <a:avLst/>
            <a:gdLst/>
            <a:ahLst/>
            <a:cxnLst/>
            <a:rect l="l" t="t" r="r" b="b"/>
            <a:pathLst>
              <a:path w="10194" h="15414" extrusionOk="0">
                <a:moveTo>
                  <a:pt x="6745" y="4816"/>
                </a:moveTo>
                <a:lnTo>
                  <a:pt x="6745" y="7168"/>
                </a:lnTo>
                <a:cubicBezTo>
                  <a:pt x="6500" y="7075"/>
                  <a:pt x="6263" y="6982"/>
                  <a:pt x="6025" y="6891"/>
                </a:cubicBezTo>
                <a:lnTo>
                  <a:pt x="6025" y="4816"/>
                </a:lnTo>
                <a:close/>
                <a:moveTo>
                  <a:pt x="8917" y="1694"/>
                </a:moveTo>
                <a:lnTo>
                  <a:pt x="8917" y="7474"/>
                </a:lnTo>
                <a:lnTo>
                  <a:pt x="8184" y="7474"/>
                </a:lnTo>
                <a:lnTo>
                  <a:pt x="8184" y="1694"/>
                </a:lnTo>
                <a:close/>
                <a:moveTo>
                  <a:pt x="6982" y="1418"/>
                </a:moveTo>
                <a:cubicBezTo>
                  <a:pt x="6938" y="1418"/>
                  <a:pt x="6890" y="1427"/>
                  <a:pt x="6839" y="1447"/>
                </a:cubicBezTo>
                <a:cubicBezTo>
                  <a:pt x="6657" y="1516"/>
                  <a:pt x="6476" y="1587"/>
                  <a:pt x="6295" y="1658"/>
                </a:cubicBezTo>
                <a:cubicBezTo>
                  <a:pt x="6102" y="1732"/>
                  <a:pt x="5909" y="1803"/>
                  <a:pt x="5717" y="1883"/>
                </a:cubicBezTo>
                <a:cubicBezTo>
                  <a:pt x="5628" y="1920"/>
                  <a:pt x="5548" y="1972"/>
                  <a:pt x="5550" y="2090"/>
                </a:cubicBezTo>
                <a:lnTo>
                  <a:pt x="5550" y="7072"/>
                </a:lnTo>
                <a:cubicBezTo>
                  <a:pt x="5550" y="7160"/>
                  <a:pt x="5586" y="7228"/>
                  <a:pt x="5669" y="7264"/>
                </a:cubicBezTo>
                <a:cubicBezTo>
                  <a:pt x="5730" y="7292"/>
                  <a:pt x="5794" y="7315"/>
                  <a:pt x="5858" y="7341"/>
                </a:cubicBezTo>
                <a:cubicBezTo>
                  <a:pt x="6204" y="7474"/>
                  <a:pt x="6551" y="7606"/>
                  <a:pt x="6899" y="7741"/>
                </a:cubicBezTo>
                <a:cubicBezTo>
                  <a:pt x="6928" y="7752"/>
                  <a:pt x="6956" y="7757"/>
                  <a:pt x="6983" y="7757"/>
                </a:cubicBezTo>
                <a:cubicBezTo>
                  <a:pt x="7116" y="7757"/>
                  <a:pt x="7220" y="7635"/>
                  <a:pt x="7220" y="7508"/>
                </a:cubicBezTo>
                <a:cubicBezTo>
                  <a:pt x="7216" y="6132"/>
                  <a:pt x="7217" y="4762"/>
                  <a:pt x="7217" y="3391"/>
                </a:cubicBezTo>
                <a:cubicBezTo>
                  <a:pt x="7217" y="3237"/>
                  <a:pt x="7127" y="3142"/>
                  <a:pt x="6982" y="3142"/>
                </a:cubicBezTo>
                <a:cubicBezTo>
                  <a:pt x="6981" y="3142"/>
                  <a:pt x="6980" y="3142"/>
                  <a:pt x="6979" y="3142"/>
                </a:cubicBezTo>
                <a:cubicBezTo>
                  <a:pt x="6841" y="3142"/>
                  <a:pt x="6746" y="3246"/>
                  <a:pt x="6746" y="3394"/>
                </a:cubicBezTo>
                <a:lnTo>
                  <a:pt x="6746" y="3920"/>
                </a:lnTo>
                <a:lnTo>
                  <a:pt x="6746" y="4336"/>
                </a:lnTo>
                <a:lnTo>
                  <a:pt x="6021" y="4336"/>
                </a:lnTo>
                <a:cubicBezTo>
                  <a:pt x="6021" y="3659"/>
                  <a:pt x="6021" y="2988"/>
                  <a:pt x="6022" y="2318"/>
                </a:cubicBezTo>
                <a:cubicBezTo>
                  <a:pt x="6022" y="2298"/>
                  <a:pt x="6038" y="2264"/>
                  <a:pt x="6051" y="2260"/>
                </a:cubicBezTo>
                <a:cubicBezTo>
                  <a:pt x="6279" y="2170"/>
                  <a:pt x="6508" y="2087"/>
                  <a:pt x="6734" y="2001"/>
                </a:cubicBezTo>
                <a:cubicBezTo>
                  <a:pt x="6740" y="2010"/>
                  <a:pt x="6742" y="2014"/>
                  <a:pt x="6742" y="2016"/>
                </a:cubicBezTo>
                <a:cubicBezTo>
                  <a:pt x="6745" y="2148"/>
                  <a:pt x="6745" y="2282"/>
                  <a:pt x="6746" y="2414"/>
                </a:cubicBezTo>
                <a:cubicBezTo>
                  <a:pt x="6749" y="2551"/>
                  <a:pt x="6848" y="2654"/>
                  <a:pt x="6977" y="2654"/>
                </a:cubicBezTo>
                <a:cubicBezTo>
                  <a:pt x="6978" y="2654"/>
                  <a:pt x="6979" y="2654"/>
                  <a:pt x="6980" y="2654"/>
                </a:cubicBezTo>
                <a:cubicBezTo>
                  <a:pt x="7118" y="2652"/>
                  <a:pt x="7222" y="2545"/>
                  <a:pt x="7219" y="2408"/>
                </a:cubicBezTo>
                <a:cubicBezTo>
                  <a:pt x="7213" y="2173"/>
                  <a:pt x="7210" y="1936"/>
                  <a:pt x="7220" y="1702"/>
                </a:cubicBezTo>
                <a:cubicBezTo>
                  <a:pt x="7229" y="1520"/>
                  <a:pt x="7127" y="1418"/>
                  <a:pt x="6982" y="1418"/>
                </a:cubicBezTo>
                <a:close/>
                <a:moveTo>
                  <a:pt x="7704" y="598"/>
                </a:moveTo>
                <a:lnTo>
                  <a:pt x="7704" y="598"/>
                </a:lnTo>
                <a:cubicBezTo>
                  <a:pt x="7703" y="3259"/>
                  <a:pt x="7703" y="5911"/>
                  <a:pt x="7703" y="8571"/>
                </a:cubicBezTo>
                <a:cubicBezTo>
                  <a:pt x="7499" y="8491"/>
                  <a:pt x="7299" y="8414"/>
                  <a:pt x="7099" y="8337"/>
                </a:cubicBezTo>
                <a:cubicBezTo>
                  <a:pt x="6675" y="8173"/>
                  <a:pt x="6252" y="8007"/>
                  <a:pt x="5827" y="7846"/>
                </a:cubicBezTo>
                <a:cubicBezTo>
                  <a:pt x="5582" y="7751"/>
                  <a:pt x="5334" y="7663"/>
                  <a:pt x="5090" y="7568"/>
                </a:cubicBezTo>
                <a:cubicBezTo>
                  <a:pt x="5068" y="7558"/>
                  <a:pt x="5057" y="7522"/>
                  <a:pt x="5044" y="7497"/>
                </a:cubicBezTo>
                <a:cubicBezTo>
                  <a:pt x="5038" y="7484"/>
                  <a:pt x="5042" y="7468"/>
                  <a:pt x="5042" y="7452"/>
                </a:cubicBezTo>
                <a:cubicBezTo>
                  <a:pt x="5042" y="5540"/>
                  <a:pt x="5042" y="3628"/>
                  <a:pt x="5039" y="1716"/>
                </a:cubicBezTo>
                <a:cubicBezTo>
                  <a:pt x="5039" y="1643"/>
                  <a:pt x="5058" y="1606"/>
                  <a:pt x="5129" y="1579"/>
                </a:cubicBezTo>
                <a:cubicBezTo>
                  <a:pt x="5526" y="1431"/>
                  <a:pt x="5923" y="1276"/>
                  <a:pt x="6319" y="1123"/>
                </a:cubicBezTo>
                <a:cubicBezTo>
                  <a:pt x="6765" y="951"/>
                  <a:pt x="7210" y="778"/>
                  <a:pt x="7656" y="607"/>
                </a:cubicBezTo>
                <a:cubicBezTo>
                  <a:pt x="7668" y="604"/>
                  <a:pt x="7681" y="601"/>
                  <a:pt x="7704" y="598"/>
                </a:cubicBezTo>
                <a:close/>
                <a:moveTo>
                  <a:pt x="7903" y="1"/>
                </a:moveTo>
                <a:cubicBezTo>
                  <a:pt x="7879" y="11"/>
                  <a:pt x="7851" y="21"/>
                  <a:pt x="7826" y="31"/>
                </a:cubicBezTo>
                <a:cubicBezTo>
                  <a:pt x="7546" y="142"/>
                  <a:pt x="7267" y="252"/>
                  <a:pt x="6986" y="360"/>
                </a:cubicBezTo>
                <a:cubicBezTo>
                  <a:pt x="6250" y="642"/>
                  <a:pt x="5515" y="919"/>
                  <a:pt x="4780" y="1203"/>
                </a:cubicBezTo>
                <a:cubicBezTo>
                  <a:pt x="4651" y="1254"/>
                  <a:pt x="4587" y="1289"/>
                  <a:pt x="4587" y="1485"/>
                </a:cubicBezTo>
                <a:cubicBezTo>
                  <a:pt x="4589" y="3554"/>
                  <a:pt x="4589" y="5623"/>
                  <a:pt x="4586" y="7692"/>
                </a:cubicBezTo>
                <a:cubicBezTo>
                  <a:pt x="4586" y="7821"/>
                  <a:pt x="4637" y="7897"/>
                  <a:pt x="4747" y="7939"/>
                </a:cubicBezTo>
                <a:cubicBezTo>
                  <a:pt x="5105" y="8077"/>
                  <a:pt x="5464" y="8212"/>
                  <a:pt x="5821" y="8350"/>
                </a:cubicBezTo>
                <a:cubicBezTo>
                  <a:pt x="6245" y="8515"/>
                  <a:pt x="6668" y="8677"/>
                  <a:pt x="7094" y="8840"/>
                </a:cubicBezTo>
                <a:cubicBezTo>
                  <a:pt x="7349" y="8938"/>
                  <a:pt x="7604" y="9039"/>
                  <a:pt x="7863" y="9132"/>
                </a:cubicBezTo>
                <a:cubicBezTo>
                  <a:pt x="7896" y="9144"/>
                  <a:pt x="7928" y="9150"/>
                  <a:pt x="7959" y="9150"/>
                </a:cubicBezTo>
                <a:cubicBezTo>
                  <a:pt x="8084" y="9150"/>
                  <a:pt x="8177" y="9054"/>
                  <a:pt x="8177" y="8907"/>
                </a:cubicBezTo>
                <a:lnTo>
                  <a:pt x="8177" y="8362"/>
                </a:lnTo>
                <a:lnTo>
                  <a:pt x="8177" y="7949"/>
                </a:lnTo>
                <a:lnTo>
                  <a:pt x="8274" y="7949"/>
                </a:lnTo>
                <a:cubicBezTo>
                  <a:pt x="8436" y="7949"/>
                  <a:pt x="8598" y="7951"/>
                  <a:pt x="8761" y="7951"/>
                </a:cubicBezTo>
                <a:cubicBezTo>
                  <a:pt x="8883" y="7951"/>
                  <a:pt x="9005" y="7950"/>
                  <a:pt x="9128" y="7946"/>
                </a:cubicBezTo>
                <a:cubicBezTo>
                  <a:pt x="9190" y="7945"/>
                  <a:pt x="9261" y="7905"/>
                  <a:pt x="9317" y="7866"/>
                </a:cubicBezTo>
                <a:cubicBezTo>
                  <a:pt x="9404" y="7805"/>
                  <a:pt x="9372" y="7706"/>
                  <a:pt x="9372" y="7619"/>
                </a:cubicBezTo>
                <a:lnTo>
                  <a:pt x="9372" y="1440"/>
                </a:lnTo>
                <a:cubicBezTo>
                  <a:pt x="9375" y="1297"/>
                  <a:pt x="9295" y="1217"/>
                  <a:pt x="9147" y="1217"/>
                </a:cubicBezTo>
                <a:lnTo>
                  <a:pt x="8177" y="1217"/>
                </a:lnTo>
                <a:cubicBezTo>
                  <a:pt x="8177" y="908"/>
                  <a:pt x="8171" y="607"/>
                  <a:pt x="8178" y="307"/>
                </a:cubicBezTo>
                <a:cubicBezTo>
                  <a:pt x="8183" y="159"/>
                  <a:pt x="8139" y="54"/>
                  <a:pt x="7995" y="1"/>
                </a:cubicBezTo>
                <a:close/>
                <a:moveTo>
                  <a:pt x="3855" y="3448"/>
                </a:moveTo>
                <a:cubicBezTo>
                  <a:pt x="3837" y="3448"/>
                  <a:pt x="3818" y="3450"/>
                  <a:pt x="3799" y="3454"/>
                </a:cubicBezTo>
                <a:cubicBezTo>
                  <a:pt x="3475" y="3519"/>
                  <a:pt x="3162" y="3613"/>
                  <a:pt x="2864" y="3753"/>
                </a:cubicBezTo>
                <a:cubicBezTo>
                  <a:pt x="2537" y="3907"/>
                  <a:pt x="2226" y="4086"/>
                  <a:pt x="1961" y="4333"/>
                </a:cubicBezTo>
                <a:cubicBezTo>
                  <a:pt x="1758" y="4524"/>
                  <a:pt x="1548" y="4716"/>
                  <a:pt x="1371" y="4931"/>
                </a:cubicBezTo>
                <a:cubicBezTo>
                  <a:pt x="1140" y="5208"/>
                  <a:pt x="960" y="5525"/>
                  <a:pt x="819" y="5860"/>
                </a:cubicBezTo>
                <a:cubicBezTo>
                  <a:pt x="611" y="6344"/>
                  <a:pt x="499" y="6851"/>
                  <a:pt x="491" y="7381"/>
                </a:cubicBezTo>
                <a:cubicBezTo>
                  <a:pt x="486" y="7769"/>
                  <a:pt x="491" y="8160"/>
                  <a:pt x="487" y="8551"/>
                </a:cubicBezTo>
                <a:cubicBezTo>
                  <a:pt x="487" y="8584"/>
                  <a:pt x="462" y="8625"/>
                  <a:pt x="436" y="8648"/>
                </a:cubicBezTo>
                <a:cubicBezTo>
                  <a:pt x="234" y="8826"/>
                  <a:pt x="77" y="9025"/>
                  <a:pt x="35" y="9300"/>
                </a:cubicBezTo>
                <a:cubicBezTo>
                  <a:pt x="28" y="9348"/>
                  <a:pt x="12" y="9394"/>
                  <a:pt x="0" y="9442"/>
                </a:cubicBezTo>
                <a:lnTo>
                  <a:pt x="0" y="9588"/>
                </a:lnTo>
                <a:cubicBezTo>
                  <a:pt x="23" y="9691"/>
                  <a:pt x="35" y="9801"/>
                  <a:pt x="74" y="9900"/>
                </a:cubicBezTo>
                <a:cubicBezTo>
                  <a:pt x="227" y="10281"/>
                  <a:pt x="507" y="10515"/>
                  <a:pt x="916" y="10583"/>
                </a:cubicBezTo>
                <a:cubicBezTo>
                  <a:pt x="968" y="10592"/>
                  <a:pt x="976" y="10614"/>
                  <a:pt x="981" y="10659"/>
                </a:cubicBezTo>
                <a:cubicBezTo>
                  <a:pt x="1002" y="10826"/>
                  <a:pt x="1025" y="10993"/>
                  <a:pt x="1053" y="11161"/>
                </a:cubicBezTo>
                <a:cubicBezTo>
                  <a:pt x="1120" y="11559"/>
                  <a:pt x="1252" y="11934"/>
                  <a:pt x="1454" y="12282"/>
                </a:cubicBezTo>
                <a:cubicBezTo>
                  <a:pt x="1592" y="12522"/>
                  <a:pt x="1759" y="12745"/>
                  <a:pt x="1910" y="12978"/>
                </a:cubicBezTo>
                <a:cubicBezTo>
                  <a:pt x="1931" y="13007"/>
                  <a:pt x="1941" y="13046"/>
                  <a:pt x="1941" y="13083"/>
                </a:cubicBezTo>
                <a:cubicBezTo>
                  <a:pt x="1942" y="13754"/>
                  <a:pt x="1945" y="14425"/>
                  <a:pt x="1940" y="15095"/>
                </a:cubicBezTo>
                <a:cubicBezTo>
                  <a:pt x="1938" y="15224"/>
                  <a:pt x="1953" y="15335"/>
                  <a:pt x="2069" y="15412"/>
                </a:cubicBezTo>
                <a:lnTo>
                  <a:pt x="2268" y="15412"/>
                </a:lnTo>
                <a:cubicBezTo>
                  <a:pt x="2361" y="15349"/>
                  <a:pt x="2400" y="15269"/>
                  <a:pt x="2399" y="15150"/>
                </a:cubicBezTo>
                <a:cubicBezTo>
                  <a:pt x="2392" y="14624"/>
                  <a:pt x="2396" y="14098"/>
                  <a:pt x="2396" y="13573"/>
                </a:cubicBezTo>
                <a:lnTo>
                  <a:pt x="2396" y="13475"/>
                </a:lnTo>
                <a:cubicBezTo>
                  <a:pt x="3174" y="14114"/>
                  <a:pt x="4048" y="14452"/>
                  <a:pt x="5049" y="14454"/>
                </a:cubicBezTo>
                <a:cubicBezTo>
                  <a:pt x="6047" y="14454"/>
                  <a:pt x="6922" y="14125"/>
                  <a:pt x="7706" y="13485"/>
                </a:cubicBezTo>
                <a:lnTo>
                  <a:pt x="7706" y="13596"/>
                </a:lnTo>
                <a:cubicBezTo>
                  <a:pt x="7706" y="14103"/>
                  <a:pt x="7707" y="14612"/>
                  <a:pt x="7704" y="15118"/>
                </a:cubicBezTo>
                <a:cubicBezTo>
                  <a:pt x="7704" y="15248"/>
                  <a:pt x="7748" y="15342"/>
                  <a:pt x="7851" y="15413"/>
                </a:cubicBezTo>
                <a:lnTo>
                  <a:pt x="8033" y="15413"/>
                </a:lnTo>
                <a:cubicBezTo>
                  <a:pt x="8151" y="15355"/>
                  <a:pt x="8180" y="15258"/>
                  <a:pt x="8180" y="15128"/>
                </a:cubicBezTo>
                <a:cubicBezTo>
                  <a:pt x="8175" y="14451"/>
                  <a:pt x="8177" y="13772"/>
                  <a:pt x="8180" y="13094"/>
                </a:cubicBezTo>
                <a:cubicBezTo>
                  <a:pt x="8180" y="13042"/>
                  <a:pt x="8199" y="12980"/>
                  <a:pt x="8235" y="12943"/>
                </a:cubicBezTo>
                <a:cubicBezTo>
                  <a:pt x="8491" y="12628"/>
                  <a:pt x="8696" y="12285"/>
                  <a:pt x="8847" y="11907"/>
                </a:cubicBezTo>
                <a:cubicBezTo>
                  <a:pt x="8958" y="11626"/>
                  <a:pt x="9048" y="11340"/>
                  <a:pt x="9087" y="11037"/>
                </a:cubicBezTo>
                <a:cubicBezTo>
                  <a:pt x="9107" y="10889"/>
                  <a:pt x="9128" y="10739"/>
                  <a:pt x="9149" y="10591"/>
                </a:cubicBezTo>
                <a:cubicBezTo>
                  <a:pt x="9187" y="10588"/>
                  <a:pt x="9222" y="10592"/>
                  <a:pt x="9253" y="10585"/>
                </a:cubicBezTo>
                <a:cubicBezTo>
                  <a:pt x="9828" y="10454"/>
                  <a:pt x="10193" y="9916"/>
                  <a:pt x="10084" y="9313"/>
                </a:cubicBezTo>
                <a:cubicBezTo>
                  <a:pt x="9995" y="8816"/>
                  <a:pt x="9534" y="8446"/>
                  <a:pt x="9049" y="8446"/>
                </a:cubicBezTo>
                <a:cubicBezTo>
                  <a:pt x="9044" y="8446"/>
                  <a:pt x="9039" y="8446"/>
                  <a:pt x="9035" y="8446"/>
                </a:cubicBezTo>
                <a:cubicBezTo>
                  <a:pt x="8896" y="8448"/>
                  <a:pt x="8796" y="8544"/>
                  <a:pt x="8796" y="8679"/>
                </a:cubicBezTo>
                <a:cubicBezTo>
                  <a:pt x="8795" y="8814"/>
                  <a:pt x="8895" y="8914"/>
                  <a:pt x="9030" y="8919"/>
                </a:cubicBezTo>
                <a:cubicBezTo>
                  <a:pt x="9084" y="8920"/>
                  <a:pt x="9138" y="8923"/>
                  <a:pt x="9189" y="8938"/>
                </a:cubicBezTo>
                <a:cubicBezTo>
                  <a:pt x="9501" y="9029"/>
                  <a:pt x="9699" y="9342"/>
                  <a:pt x="9612" y="9686"/>
                </a:cubicBezTo>
                <a:cubicBezTo>
                  <a:pt x="9542" y="9961"/>
                  <a:pt x="9272" y="10134"/>
                  <a:pt x="9030" y="10134"/>
                </a:cubicBezTo>
                <a:cubicBezTo>
                  <a:pt x="9019" y="10134"/>
                  <a:pt x="9009" y="10133"/>
                  <a:pt x="8998" y="10133"/>
                </a:cubicBezTo>
                <a:cubicBezTo>
                  <a:pt x="8982" y="10132"/>
                  <a:pt x="8967" y="10131"/>
                  <a:pt x="8953" y="10131"/>
                </a:cubicBezTo>
                <a:cubicBezTo>
                  <a:pt x="8715" y="10131"/>
                  <a:pt x="8657" y="10275"/>
                  <a:pt x="8667" y="10470"/>
                </a:cubicBezTo>
                <a:cubicBezTo>
                  <a:pt x="8680" y="10732"/>
                  <a:pt x="8633" y="10988"/>
                  <a:pt x="8569" y="11239"/>
                </a:cubicBezTo>
                <a:cubicBezTo>
                  <a:pt x="8482" y="11579"/>
                  <a:pt x="8351" y="11901"/>
                  <a:pt x="8171" y="12205"/>
                </a:cubicBezTo>
                <a:cubicBezTo>
                  <a:pt x="7957" y="12568"/>
                  <a:pt x="7688" y="12885"/>
                  <a:pt x="7364" y="13154"/>
                </a:cubicBezTo>
                <a:cubicBezTo>
                  <a:pt x="7085" y="13387"/>
                  <a:pt x="6775" y="13571"/>
                  <a:pt x="6439" y="13712"/>
                </a:cubicBezTo>
                <a:cubicBezTo>
                  <a:pt x="6085" y="13862"/>
                  <a:pt x="5714" y="13955"/>
                  <a:pt x="5333" y="13980"/>
                </a:cubicBezTo>
                <a:cubicBezTo>
                  <a:pt x="5231" y="13986"/>
                  <a:pt x="5130" y="13990"/>
                  <a:pt x="5028" y="13990"/>
                </a:cubicBezTo>
                <a:cubicBezTo>
                  <a:pt x="4815" y="13990"/>
                  <a:pt x="4602" y="13974"/>
                  <a:pt x="4392" y="13930"/>
                </a:cubicBezTo>
                <a:cubicBezTo>
                  <a:pt x="4061" y="13862"/>
                  <a:pt x="3742" y="13757"/>
                  <a:pt x="3440" y="13603"/>
                </a:cubicBezTo>
                <a:cubicBezTo>
                  <a:pt x="3001" y="13378"/>
                  <a:pt x="2618" y="13078"/>
                  <a:pt x="2299" y="12699"/>
                </a:cubicBezTo>
                <a:cubicBezTo>
                  <a:pt x="2123" y="12490"/>
                  <a:pt x="1969" y="12264"/>
                  <a:pt x="1845" y="12020"/>
                </a:cubicBezTo>
                <a:cubicBezTo>
                  <a:pt x="1612" y="11559"/>
                  <a:pt x="1467" y="11073"/>
                  <a:pt x="1454" y="10553"/>
                </a:cubicBezTo>
                <a:cubicBezTo>
                  <a:pt x="1452" y="10472"/>
                  <a:pt x="1445" y="10392"/>
                  <a:pt x="1436" y="10312"/>
                </a:cubicBezTo>
                <a:cubicBezTo>
                  <a:pt x="1425" y="10213"/>
                  <a:pt x="1335" y="10135"/>
                  <a:pt x="1226" y="10135"/>
                </a:cubicBezTo>
                <a:cubicBezTo>
                  <a:pt x="1222" y="10135"/>
                  <a:pt x="1218" y="10135"/>
                  <a:pt x="1214" y="10136"/>
                </a:cubicBezTo>
                <a:cubicBezTo>
                  <a:pt x="1198" y="10136"/>
                  <a:pt x="1182" y="10137"/>
                  <a:pt x="1166" y="10137"/>
                </a:cubicBezTo>
                <a:cubicBezTo>
                  <a:pt x="961" y="10137"/>
                  <a:pt x="781" y="10082"/>
                  <a:pt x="632" y="9921"/>
                </a:cubicBezTo>
                <a:cubicBezTo>
                  <a:pt x="477" y="9749"/>
                  <a:pt x="430" y="9416"/>
                  <a:pt x="560" y="9226"/>
                </a:cubicBezTo>
                <a:cubicBezTo>
                  <a:pt x="685" y="9038"/>
                  <a:pt x="852" y="8917"/>
                  <a:pt x="1090" y="8916"/>
                </a:cubicBezTo>
                <a:cubicBezTo>
                  <a:pt x="1220" y="8914"/>
                  <a:pt x="1310" y="8830"/>
                  <a:pt x="1327" y="8705"/>
                </a:cubicBezTo>
                <a:cubicBezTo>
                  <a:pt x="1342" y="8600"/>
                  <a:pt x="1266" y="8478"/>
                  <a:pt x="1157" y="8451"/>
                </a:cubicBezTo>
                <a:cubicBezTo>
                  <a:pt x="1123" y="8442"/>
                  <a:pt x="1086" y="8441"/>
                  <a:pt x="1049" y="8441"/>
                </a:cubicBezTo>
                <a:cubicBezTo>
                  <a:pt x="1036" y="8441"/>
                  <a:pt x="1023" y="8441"/>
                  <a:pt x="1010" y="8441"/>
                </a:cubicBezTo>
                <a:cubicBezTo>
                  <a:pt x="996" y="8441"/>
                  <a:pt x="982" y="8441"/>
                  <a:pt x="968" y="8440"/>
                </a:cubicBezTo>
                <a:cubicBezTo>
                  <a:pt x="967" y="8423"/>
                  <a:pt x="965" y="8411"/>
                  <a:pt x="965" y="8400"/>
                </a:cubicBezTo>
                <a:cubicBezTo>
                  <a:pt x="971" y="7975"/>
                  <a:pt x="958" y="7548"/>
                  <a:pt x="989" y="7125"/>
                </a:cubicBezTo>
                <a:cubicBezTo>
                  <a:pt x="1009" y="6851"/>
                  <a:pt x="1070" y="6579"/>
                  <a:pt x="1153" y="6318"/>
                </a:cubicBezTo>
                <a:cubicBezTo>
                  <a:pt x="1262" y="5964"/>
                  <a:pt x="1436" y="5642"/>
                  <a:pt x="1656" y="5344"/>
                </a:cubicBezTo>
                <a:cubicBezTo>
                  <a:pt x="1825" y="5112"/>
                  <a:pt x="2015" y="4903"/>
                  <a:pt x="2230" y="4718"/>
                </a:cubicBezTo>
                <a:cubicBezTo>
                  <a:pt x="2491" y="4493"/>
                  <a:pt x="2781" y="4311"/>
                  <a:pt x="3097" y="4169"/>
                </a:cubicBezTo>
                <a:cubicBezTo>
                  <a:pt x="3345" y="4058"/>
                  <a:pt x="3603" y="3973"/>
                  <a:pt x="3872" y="3923"/>
                </a:cubicBezTo>
                <a:cubicBezTo>
                  <a:pt x="4019" y="3897"/>
                  <a:pt x="4104" y="3778"/>
                  <a:pt x="4078" y="3624"/>
                </a:cubicBezTo>
                <a:cubicBezTo>
                  <a:pt x="4061" y="3521"/>
                  <a:pt x="3969" y="3448"/>
                  <a:pt x="3855" y="344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49"/>
        <p:cNvGrpSpPr/>
        <p:nvPr/>
      </p:nvGrpSpPr>
      <p:grpSpPr>
        <a:xfrm>
          <a:off x="0" y="0"/>
          <a:ext cx="0" cy="0"/>
          <a:chOff x="0" y="0"/>
          <a:chExt cx="0" cy="0"/>
        </a:xfrm>
      </p:grpSpPr>
      <p:sp>
        <p:nvSpPr>
          <p:cNvPr id="850" name="Google Shape;850;p47"/>
          <p:cNvSpPr txBox="1">
            <a:spLocks noGrp="1"/>
          </p:cNvSpPr>
          <p:nvPr>
            <p:ph type="title"/>
          </p:nvPr>
        </p:nvSpPr>
        <p:spPr>
          <a:xfrm>
            <a:off x="713225" y="365760"/>
            <a:ext cx="7717500" cy="640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 dirty="0"/>
              <a:t>¿Qu</a:t>
            </a:r>
            <a:r>
              <a:rPr lang="es-CO" dirty="0"/>
              <a:t>é</a:t>
            </a:r>
            <a:r>
              <a:rPr lang="es" dirty="0"/>
              <a:t> debemos hacer?</a:t>
            </a:r>
            <a:endParaRPr dirty="0"/>
          </a:p>
        </p:txBody>
      </p:sp>
      <p:sp>
        <p:nvSpPr>
          <p:cNvPr id="851" name="Google Shape;851;p47"/>
          <p:cNvSpPr txBox="1">
            <a:spLocks noGrp="1"/>
          </p:cNvSpPr>
          <p:nvPr>
            <p:ph type="subTitle" idx="1"/>
          </p:nvPr>
        </p:nvSpPr>
        <p:spPr>
          <a:xfrm>
            <a:off x="886330" y="2051566"/>
            <a:ext cx="2279401" cy="36570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s" dirty="0"/>
              <a:t>Mantener un peso adecuado</a:t>
            </a:r>
            <a:endParaRPr dirty="0"/>
          </a:p>
        </p:txBody>
      </p:sp>
      <p:sp>
        <p:nvSpPr>
          <p:cNvPr id="852" name="Google Shape;852;p47"/>
          <p:cNvSpPr txBox="1">
            <a:spLocks noGrp="1"/>
          </p:cNvSpPr>
          <p:nvPr>
            <p:ph type="subTitle" idx="2"/>
          </p:nvPr>
        </p:nvSpPr>
        <p:spPr>
          <a:xfrm>
            <a:off x="3575250" y="1603588"/>
            <a:ext cx="19935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a:t>Realiza ejercicio</a:t>
            </a:r>
            <a:endParaRPr dirty="0"/>
          </a:p>
        </p:txBody>
      </p:sp>
      <p:sp>
        <p:nvSpPr>
          <p:cNvPr id="853" name="Google Shape;853;p47"/>
          <p:cNvSpPr txBox="1">
            <a:spLocks noGrp="1"/>
          </p:cNvSpPr>
          <p:nvPr>
            <p:ph type="subTitle" idx="3"/>
          </p:nvPr>
        </p:nvSpPr>
        <p:spPr>
          <a:xfrm>
            <a:off x="6123175" y="2213188"/>
            <a:ext cx="19935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a:t>Consume agua</a:t>
            </a:r>
            <a:endParaRPr dirty="0"/>
          </a:p>
        </p:txBody>
      </p:sp>
      <p:sp>
        <p:nvSpPr>
          <p:cNvPr id="854" name="Google Shape;854;p47"/>
          <p:cNvSpPr txBox="1">
            <a:spLocks noGrp="1"/>
          </p:cNvSpPr>
          <p:nvPr>
            <p:ph type="subTitle" idx="4"/>
          </p:nvPr>
        </p:nvSpPr>
        <p:spPr>
          <a:xfrm>
            <a:off x="1027325" y="2491613"/>
            <a:ext cx="1993500" cy="1626662"/>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CO" dirty="0"/>
              <a:t>C</a:t>
            </a:r>
            <a:r>
              <a:rPr lang="es" dirty="0"/>
              <a:t>ontrola  lo que comes, evita productos procesados, de alto contenido calorico, de grasa y azúcar </a:t>
            </a:r>
            <a:endParaRPr dirty="0"/>
          </a:p>
        </p:txBody>
      </p:sp>
      <p:sp>
        <p:nvSpPr>
          <p:cNvPr id="855" name="Google Shape;855;p47"/>
          <p:cNvSpPr txBox="1">
            <a:spLocks noGrp="1"/>
          </p:cNvSpPr>
          <p:nvPr>
            <p:ph type="subTitle" idx="5"/>
          </p:nvPr>
        </p:nvSpPr>
        <p:spPr>
          <a:xfrm>
            <a:off x="3575250" y="1882013"/>
            <a:ext cx="1993500" cy="1005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CO" dirty="0"/>
              <a:t>P</a:t>
            </a:r>
            <a:r>
              <a:rPr lang="es" dirty="0"/>
              <a:t>or lo menos 150 minutos a la semana</a:t>
            </a:r>
            <a:endParaRPr dirty="0"/>
          </a:p>
        </p:txBody>
      </p:sp>
      <p:sp>
        <p:nvSpPr>
          <p:cNvPr id="856" name="Google Shape;856;p47"/>
          <p:cNvSpPr txBox="1">
            <a:spLocks noGrp="1"/>
          </p:cNvSpPr>
          <p:nvPr>
            <p:ph type="subTitle" idx="6"/>
          </p:nvPr>
        </p:nvSpPr>
        <p:spPr>
          <a:xfrm>
            <a:off x="6123175" y="2491612"/>
            <a:ext cx="1993500" cy="1496847"/>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CO" dirty="0"/>
              <a:t>T</a:t>
            </a:r>
            <a:r>
              <a:rPr lang="es" dirty="0"/>
              <a:t>odas las funciones del cuerpo se realizan con agua</a:t>
            </a:r>
          </a:p>
          <a:p>
            <a:pPr marL="0" lvl="0" indent="0" algn="ctr" rtl="0">
              <a:spcBef>
                <a:spcPts val="0"/>
              </a:spcBef>
              <a:spcAft>
                <a:spcPts val="0"/>
              </a:spcAft>
              <a:buNone/>
            </a:pPr>
            <a:r>
              <a:rPr lang="es" dirty="0"/>
              <a:t>1 litro por cada 30 kg de peso</a:t>
            </a:r>
            <a:endParaRPr dirty="0"/>
          </a:p>
        </p:txBody>
      </p:sp>
      <p:grpSp>
        <p:nvGrpSpPr>
          <p:cNvPr id="857" name="Google Shape;857;p47"/>
          <p:cNvGrpSpPr/>
          <p:nvPr/>
        </p:nvGrpSpPr>
        <p:grpSpPr>
          <a:xfrm rot="2700000">
            <a:off x="5940397" y="3809396"/>
            <a:ext cx="473993" cy="431450"/>
            <a:chOff x="3089194" y="1815525"/>
            <a:chExt cx="616790" cy="561327"/>
          </a:xfrm>
        </p:grpSpPr>
        <p:sp>
          <p:nvSpPr>
            <p:cNvPr id="858" name="Google Shape;858;p47"/>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47"/>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0" name="Google Shape;860;p47"/>
          <p:cNvSpPr/>
          <p:nvPr/>
        </p:nvSpPr>
        <p:spPr>
          <a:xfrm rot="676936">
            <a:off x="5446322" y="4195095"/>
            <a:ext cx="189873" cy="18990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47"/>
          <p:cNvSpPr/>
          <p:nvPr/>
        </p:nvSpPr>
        <p:spPr>
          <a:xfrm rot="274613">
            <a:off x="5175252" y="3242328"/>
            <a:ext cx="897671" cy="431631"/>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7"/>
          <p:cNvSpPr/>
          <p:nvPr/>
        </p:nvSpPr>
        <p:spPr>
          <a:xfrm>
            <a:off x="3426818" y="3988460"/>
            <a:ext cx="189873" cy="189901"/>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3" name="Google Shape;863;p47"/>
          <p:cNvGrpSpPr/>
          <p:nvPr/>
        </p:nvGrpSpPr>
        <p:grpSpPr>
          <a:xfrm rot="2700000">
            <a:off x="2463722" y="3932971"/>
            <a:ext cx="473993" cy="431450"/>
            <a:chOff x="3089194" y="1815525"/>
            <a:chExt cx="616790" cy="561327"/>
          </a:xfrm>
        </p:grpSpPr>
        <p:sp>
          <p:nvSpPr>
            <p:cNvPr id="864" name="Google Shape;864;p47"/>
            <p:cNvSpPr/>
            <p:nvPr/>
          </p:nvSpPr>
          <p:spPr>
            <a:xfrm>
              <a:off x="3089194" y="1815525"/>
              <a:ext cx="616790" cy="561327"/>
            </a:xfrm>
            <a:custGeom>
              <a:avLst/>
              <a:gdLst/>
              <a:ahLst/>
              <a:cxnLst/>
              <a:rect l="l" t="t" r="r" b="b"/>
              <a:pathLst>
                <a:path w="14090" h="12823" extrusionOk="0">
                  <a:moveTo>
                    <a:pt x="8715" y="1"/>
                  </a:moveTo>
                  <a:cubicBezTo>
                    <a:pt x="8300" y="1"/>
                    <a:pt x="7868" y="275"/>
                    <a:pt x="7550" y="588"/>
                  </a:cubicBezTo>
                  <a:cubicBezTo>
                    <a:pt x="6695" y="1437"/>
                    <a:pt x="6172" y="2631"/>
                    <a:pt x="6121" y="3849"/>
                  </a:cubicBezTo>
                  <a:cubicBezTo>
                    <a:pt x="5926" y="3159"/>
                    <a:pt x="5904" y="2421"/>
                    <a:pt x="5667" y="1745"/>
                  </a:cubicBezTo>
                  <a:cubicBezTo>
                    <a:pt x="5432" y="1069"/>
                    <a:pt x="4885" y="427"/>
                    <a:pt x="4184" y="422"/>
                  </a:cubicBezTo>
                  <a:cubicBezTo>
                    <a:pt x="4183" y="422"/>
                    <a:pt x="4182" y="422"/>
                    <a:pt x="4180" y="422"/>
                  </a:cubicBezTo>
                  <a:cubicBezTo>
                    <a:pt x="3426" y="422"/>
                    <a:pt x="2828" y="1212"/>
                    <a:pt x="2796" y="1990"/>
                  </a:cubicBezTo>
                  <a:cubicBezTo>
                    <a:pt x="2765" y="2769"/>
                    <a:pt x="3171" y="3496"/>
                    <a:pt x="3668" y="4082"/>
                  </a:cubicBezTo>
                  <a:cubicBezTo>
                    <a:pt x="3116" y="3737"/>
                    <a:pt x="2537" y="3394"/>
                    <a:pt x="1892" y="3334"/>
                  </a:cubicBezTo>
                  <a:cubicBezTo>
                    <a:pt x="1838" y="3330"/>
                    <a:pt x="1783" y="3327"/>
                    <a:pt x="1729" y="3327"/>
                  </a:cubicBezTo>
                  <a:cubicBezTo>
                    <a:pt x="1128" y="3327"/>
                    <a:pt x="500" y="3626"/>
                    <a:pt x="278" y="4194"/>
                  </a:cubicBezTo>
                  <a:cubicBezTo>
                    <a:pt x="0" y="4900"/>
                    <a:pt x="468" y="5726"/>
                    <a:pt x="1117" y="6085"/>
                  </a:cubicBezTo>
                  <a:cubicBezTo>
                    <a:pt x="1767" y="6447"/>
                    <a:pt x="2540" y="6460"/>
                    <a:pt x="3280" y="6463"/>
                  </a:cubicBezTo>
                  <a:cubicBezTo>
                    <a:pt x="2715" y="6737"/>
                    <a:pt x="2133" y="7019"/>
                    <a:pt x="1706" y="7485"/>
                  </a:cubicBezTo>
                  <a:cubicBezTo>
                    <a:pt x="1277" y="7952"/>
                    <a:pt x="1034" y="8654"/>
                    <a:pt x="1266" y="9246"/>
                  </a:cubicBezTo>
                  <a:cubicBezTo>
                    <a:pt x="1498" y="9834"/>
                    <a:pt x="2133" y="10133"/>
                    <a:pt x="2762" y="10133"/>
                  </a:cubicBezTo>
                  <a:cubicBezTo>
                    <a:pt x="2910" y="10133"/>
                    <a:pt x="3059" y="10116"/>
                    <a:pt x="3202" y="10082"/>
                  </a:cubicBezTo>
                  <a:cubicBezTo>
                    <a:pt x="3947" y="9906"/>
                    <a:pt x="4567" y="9389"/>
                    <a:pt x="5157" y="8887"/>
                  </a:cubicBezTo>
                  <a:lnTo>
                    <a:pt x="5157" y="8887"/>
                  </a:lnTo>
                  <a:cubicBezTo>
                    <a:pt x="4959" y="9582"/>
                    <a:pt x="4759" y="10300"/>
                    <a:pt x="4824" y="11021"/>
                  </a:cubicBezTo>
                  <a:cubicBezTo>
                    <a:pt x="4890" y="11741"/>
                    <a:pt x="5285" y="12478"/>
                    <a:pt x="5947" y="12718"/>
                  </a:cubicBezTo>
                  <a:cubicBezTo>
                    <a:pt x="6141" y="12788"/>
                    <a:pt x="6355" y="12823"/>
                    <a:pt x="6573" y="12823"/>
                  </a:cubicBezTo>
                  <a:cubicBezTo>
                    <a:pt x="7318" y="12823"/>
                    <a:pt x="8117" y="12416"/>
                    <a:pt x="8396" y="11625"/>
                  </a:cubicBezTo>
                  <a:cubicBezTo>
                    <a:pt x="8668" y="10848"/>
                    <a:pt x="8812" y="10049"/>
                    <a:pt x="8520" y="8981"/>
                  </a:cubicBezTo>
                  <a:lnTo>
                    <a:pt x="8520" y="8981"/>
                  </a:lnTo>
                  <a:cubicBezTo>
                    <a:pt x="8892" y="9400"/>
                    <a:pt x="9513" y="10450"/>
                    <a:pt x="10259" y="10789"/>
                  </a:cubicBezTo>
                  <a:cubicBezTo>
                    <a:pt x="10539" y="10917"/>
                    <a:pt x="10861" y="10981"/>
                    <a:pt x="11187" y="10981"/>
                  </a:cubicBezTo>
                  <a:cubicBezTo>
                    <a:pt x="11727" y="10981"/>
                    <a:pt x="12276" y="10804"/>
                    <a:pt x="12652" y="10446"/>
                  </a:cubicBezTo>
                  <a:cubicBezTo>
                    <a:pt x="13312" y="9817"/>
                    <a:pt x="13231" y="8654"/>
                    <a:pt x="12688" y="7924"/>
                  </a:cubicBezTo>
                  <a:cubicBezTo>
                    <a:pt x="12147" y="7195"/>
                    <a:pt x="11277" y="6812"/>
                    <a:pt x="10420" y="6543"/>
                  </a:cubicBezTo>
                  <a:lnTo>
                    <a:pt x="10420" y="6543"/>
                  </a:lnTo>
                  <a:cubicBezTo>
                    <a:pt x="10621" y="6592"/>
                    <a:pt x="10825" y="6615"/>
                    <a:pt x="11030" y="6615"/>
                  </a:cubicBezTo>
                  <a:cubicBezTo>
                    <a:pt x="12277" y="6615"/>
                    <a:pt x="13524" y="5749"/>
                    <a:pt x="13915" y="4512"/>
                  </a:cubicBezTo>
                  <a:cubicBezTo>
                    <a:pt x="14086" y="3973"/>
                    <a:pt x="14090" y="3336"/>
                    <a:pt x="13751" y="2894"/>
                  </a:cubicBezTo>
                  <a:cubicBezTo>
                    <a:pt x="13463" y="2519"/>
                    <a:pt x="13005" y="2373"/>
                    <a:pt x="12530" y="2373"/>
                  </a:cubicBezTo>
                  <a:cubicBezTo>
                    <a:pt x="12266" y="2373"/>
                    <a:pt x="11997" y="2418"/>
                    <a:pt x="11749" y="2494"/>
                  </a:cubicBezTo>
                  <a:cubicBezTo>
                    <a:pt x="10593" y="2850"/>
                    <a:pt x="9606" y="3755"/>
                    <a:pt x="9128" y="4896"/>
                  </a:cubicBezTo>
                  <a:cubicBezTo>
                    <a:pt x="9533" y="3843"/>
                    <a:pt x="9738" y="2712"/>
                    <a:pt x="9728" y="1584"/>
                  </a:cubicBezTo>
                  <a:cubicBezTo>
                    <a:pt x="9722" y="1011"/>
                    <a:pt x="9600" y="341"/>
                    <a:pt x="9102" y="91"/>
                  </a:cubicBezTo>
                  <a:cubicBezTo>
                    <a:pt x="8977" y="28"/>
                    <a:pt x="8847" y="1"/>
                    <a:pt x="87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7"/>
            <p:cNvSpPr/>
            <p:nvPr/>
          </p:nvSpPr>
          <p:spPr>
            <a:xfrm>
              <a:off x="3255713" y="1982351"/>
              <a:ext cx="258316" cy="215373"/>
            </a:xfrm>
            <a:custGeom>
              <a:avLst/>
              <a:gdLst/>
              <a:ahLst/>
              <a:cxnLst/>
              <a:rect l="l" t="t" r="r" b="b"/>
              <a:pathLst>
                <a:path w="5901" h="4920" extrusionOk="0">
                  <a:moveTo>
                    <a:pt x="3872" y="1"/>
                  </a:moveTo>
                  <a:cubicBezTo>
                    <a:pt x="3828" y="1"/>
                    <a:pt x="3783" y="10"/>
                    <a:pt x="3738" y="29"/>
                  </a:cubicBezTo>
                  <a:cubicBezTo>
                    <a:pt x="3407" y="173"/>
                    <a:pt x="3354" y="485"/>
                    <a:pt x="3298" y="807"/>
                  </a:cubicBezTo>
                  <a:cubicBezTo>
                    <a:pt x="3250" y="1086"/>
                    <a:pt x="3170" y="1400"/>
                    <a:pt x="3274" y="1671"/>
                  </a:cubicBezTo>
                  <a:cubicBezTo>
                    <a:pt x="3323" y="1800"/>
                    <a:pt x="3443" y="1862"/>
                    <a:pt x="3566" y="1862"/>
                  </a:cubicBezTo>
                  <a:cubicBezTo>
                    <a:pt x="3638" y="1862"/>
                    <a:pt x="3710" y="1841"/>
                    <a:pt x="3771" y="1800"/>
                  </a:cubicBezTo>
                  <a:cubicBezTo>
                    <a:pt x="4004" y="1643"/>
                    <a:pt x="4118" y="1306"/>
                    <a:pt x="4203" y="1050"/>
                  </a:cubicBezTo>
                  <a:cubicBezTo>
                    <a:pt x="4305" y="748"/>
                    <a:pt x="4414" y="409"/>
                    <a:pt x="4165" y="141"/>
                  </a:cubicBezTo>
                  <a:cubicBezTo>
                    <a:pt x="4087" y="56"/>
                    <a:pt x="3983" y="1"/>
                    <a:pt x="3872" y="1"/>
                  </a:cubicBezTo>
                  <a:close/>
                  <a:moveTo>
                    <a:pt x="1452" y="538"/>
                  </a:moveTo>
                  <a:cubicBezTo>
                    <a:pt x="1130" y="538"/>
                    <a:pt x="998" y="928"/>
                    <a:pt x="1155" y="1182"/>
                  </a:cubicBezTo>
                  <a:cubicBezTo>
                    <a:pt x="1254" y="1341"/>
                    <a:pt x="1419" y="1453"/>
                    <a:pt x="1552" y="1582"/>
                  </a:cubicBezTo>
                  <a:cubicBezTo>
                    <a:pt x="1722" y="1748"/>
                    <a:pt x="1877" y="1885"/>
                    <a:pt x="2095" y="1983"/>
                  </a:cubicBezTo>
                  <a:cubicBezTo>
                    <a:pt x="2150" y="2009"/>
                    <a:pt x="2205" y="2021"/>
                    <a:pt x="2258" y="2021"/>
                  </a:cubicBezTo>
                  <a:cubicBezTo>
                    <a:pt x="2531" y="2021"/>
                    <a:pt x="2741" y="1710"/>
                    <a:pt x="2637" y="1440"/>
                  </a:cubicBezTo>
                  <a:cubicBezTo>
                    <a:pt x="2478" y="1025"/>
                    <a:pt x="1964" y="617"/>
                    <a:pt x="1520" y="544"/>
                  </a:cubicBezTo>
                  <a:cubicBezTo>
                    <a:pt x="1497" y="540"/>
                    <a:pt x="1474" y="538"/>
                    <a:pt x="1452" y="538"/>
                  </a:cubicBezTo>
                  <a:close/>
                  <a:moveTo>
                    <a:pt x="5245" y="1621"/>
                  </a:moveTo>
                  <a:cubicBezTo>
                    <a:pt x="5094" y="1621"/>
                    <a:pt x="4945" y="1653"/>
                    <a:pt x="4781" y="1703"/>
                  </a:cubicBezTo>
                  <a:cubicBezTo>
                    <a:pt x="4556" y="1771"/>
                    <a:pt x="4302" y="1860"/>
                    <a:pt x="4133" y="2027"/>
                  </a:cubicBezTo>
                  <a:cubicBezTo>
                    <a:pt x="3902" y="2257"/>
                    <a:pt x="3954" y="2689"/>
                    <a:pt x="4325" y="2734"/>
                  </a:cubicBezTo>
                  <a:cubicBezTo>
                    <a:pt x="4367" y="2739"/>
                    <a:pt x="4409" y="2741"/>
                    <a:pt x="4450" y="2741"/>
                  </a:cubicBezTo>
                  <a:cubicBezTo>
                    <a:pt x="4639" y="2741"/>
                    <a:pt x="4828" y="2695"/>
                    <a:pt x="5010" y="2652"/>
                  </a:cubicBezTo>
                  <a:cubicBezTo>
                    <a:pt x="5258" y="2593"/>
                    <a:pt x="5489" y="2529"/>
                    <a:pt x="5684" y="2353"/>
                  </a:cubicBezTo>
                  <a:cubicBezTo>
                    <a:pt x="5881" y="2170"/>
                    <a:pt x="5901" y="1777"/>
                    <a:pt x="5593" y="1678"/>
                  </a:cubicBezTo>
                  <a:cubicBezTo>
                    <a:pt x="5471" y="1639"/>
                    <a:pt x="5357" y="1621"/>
                    <a:pt x="5245" y="1621"/>
                  </a:cubicBezTo>
                  <a:close/>
                  <a:moveTo>
                    <a:pt x="1297" y="2031"/>
                  </a:moveTo>
                  <a:cubicBezTo>
                    <a:pt x="976" y="2031"/>
                    <a:pt x="654" y="2081"/>
                    <a:pt x="362" y="2177"/>
                  </a:cubicBezTo>
                  <a:cubicBezTo>
                    <a:pt x="1" y="2295"/>
                    <a:pt x="20" y="2869"/>
                    <a:pt x="364" y="2992"/>
                  </a:cubicBezTo>
                  <a:cubicBezTo>
                    <a:pt x="663" y="3099"/>
                    <a:pt x="933" y="3137"/>
                    <a:pt x="1245" y="3137"/>
                  </a:cubicBezTo>
                  <a:cubicBezTo>
                    <a:pt x="1257" y="3137"/>
                    <a:pt x="1269" y="3137"/>
                    <a:pt x="1280" y="3136"/>
                  </a:cubicBezTo>
                  <a:cubicBezTo>
                    <a:pt x="1292" y="3136"/>
                    <a:pt x="1304" y="3136"/>
                    <a:pt x="1316" y="3136"/>
                  </a:cubicBezTo>
                  <a:cubicBezTo>
                    <a:pt x="1395" y="3136"/>
                    <a:pt x="1481" y="3139"/>
                    <a:pt x="1569" y="3139"/>
                  </a:cubicBezTo>
                  <a:cubicBezTo>
                    <a:pt x="1777" y="3139"/>
                    <a:pt x="1997" y="3126"/>
                    <a:pt x="2163" y="3038"/>
                  </a:cubicBezTo>
                  <a:cubicBezTo>
                    <a:pt x="2602" y="2798"/>
                    <a:pt x="2493" y="2245"/>
                    <a:pt x="2035" y="2125"/>
                  </a:cubicBezTo>
                  <a:cubicBezTo>
                    <a:pt x="1800" y="2062"/>
                    <a:pt x="1549" y="2031"/>
                    <a:pt x="1297" y="2031"/>
                  </a:cubicBezTo>
                  <a:close/>
                  <a:moveTo>
                    <a:pt x="4008" y="3029"/>
                  </a:moveTo>
                  <a:cubicBezTo>
                    <a:pt x="3742" y="3029"/>
                    <a:pt x="3549" y="3256"/>
                    <a:pt x="3573" y="3525"/>
                  </a:cubicBezTo>
                  <a:cubicBezTo>
                    <a:pt x="3595" y="3754"/>
                    <a:pt x="3758" y="3938"/>
                    <a:pt x="3883" y="4118"/>
                  </a:cubicBezTo>
                  <a:cubicBezTo>
                    <a:pt x="3934" y="4191"/>
                    <a:pt x="3983" y="4260"/>
                    <a:pt x="4043" y="4327"/>
                  </a:cubicBezTo>
                  <a:cubicBezTo>
                    <a:pt x="4152" y="4448"/>
                    <a:pt x="4259" y="4512"/>
                    <a:pt x="4398" y="4592"/>
                  </a:cubicBezTo>
                  <a:cubicBezTo>
                    <a:pt x="4455" y="4624"/>
                    <a:pt x="4516" y="4639"/>
                    <a:pt x="4578" y="4639"/>
                  </a:cubicBezTo>
                  <a:cubicBezTo>
                    <a:pt x="4855" y="4639"/>
                    <a:pt x="5140" y="4345"/>
                    <a:pt x="5071" y="4067"/>
                  </a:cubicBezTo>
                  <a:cubicBezTo>
                    <a:pt x="5034" y="3914"/>
                    <a:pt x="4994" y="3788"/>
                    <a:pt x="4904" y="3657"/>
                  </a:cubicBezTo>
                  <a:cubicBezTo>
                    <a:pt x="4832" y="3554"/>
                    <a:pt x="4739" y="3469"/>
                    <a:pt x="4651" y="3384"/>
                  </a:cubicBezTo>
                  <a:cubicBezTo>
                    <a:pt x="4482" y="3224"/>
                    <a:pt x="4296" y="3058"/>
                    <a:pt x="4056" y="3032"/>
                  </a:cubicBezTo>
                  <a:cubicBezTo>
                    <a:pt x="4040" y="3030"/>
                    <a:pt x="4024" y="3029"/>
                    <a:pt x="4008" y="3029"/>
                  </a:cubicBezTo>
                  <a:close/>
                  <a:moveTo>
                    <a:pt x="2716" y="3274"/>
                  </a:moveTo>
                  <a:cubicBezTo>
                    <a:pt x="2566" y="3274"/>
                    <a:pt x="2432" y="3346"/>
                    <a:pt x="2316" y="3465"/>
                  </a:cubicBezTo>
                  <a:cubicBezTo>
                    <a:pt x="2292" y="3488"/>
                    <a:pt x="2178" y="3655"/>
                    <a:pt x="2175" y="3655"/>
                  </a:cubicBezTo>
                  <a:cubicBezTo>
                    <a:pt x="2174" y="3655"/>
                    <a:pt x="2177" y="3649"/>
                    <a:pt x="2185" y="3637"/>
                  </a:cubicBezTo>
                  <a:lnTo>
                    <a:pt x="2185" y="3637"/>
                  </a:lnTo>
                  <a:cubicBezTo>
                    <a:pt x="2150" y="3690"/>
                    <a:pt x="2114" y="3743"/>
                    <a:pt x="2080" y="3796"/>
                  </a:cubicBezTo>
                  <a:cubicBezTo>
                    <a:pt x="1990" y="3935"/>
                    <a:pt x="1913" y="4081"/>
                    <a:pt x="1865" y="4241"/>
                  </a:cubicBezTo>
                  <a:cubicBezTo>
                    <a:pt x="1801" y="4446"/>
                    <a:pt x="1830" y="4691"/>
                    <a:pt x="2020" y="4823"/>
                  </a:cubicBezTo>
                  <a:cubicBezTo>
                    <a:pt x="2114" y="4887"/>
                    <a:pt x="2216" y="4919"/>
                    <a:pt x="2318" y="4919"/>
                  </a:cubicBezTo>
                  <a:cubicBezTo>
                    <a:pt x="2423" y="4919"/>
                    <a:pt x="2528" y="4886"/>
                    <a:pt x="2624" y="4820"/>
                  </a:cubicBezTo>
                  <a:cubicBezTo>
                    <a:pt x="2929" y="4614"/>
                    <a:pt x="3181" y="4202"/>
                    <a:pt x="3202" y="3828"/>
                  </a:cubicBezTo>
                  <a:cubicBezTo>
                    <a:pt x="3213" y="3618"/>
                    <a:pt x="3112" y="3386"/>
                    <a:pt x="2900" y="3309"/>
                  </a:cubicBezTo>
                  <a:cubicBezTo>
                    <a:pt x="2836" y="3286"/>
                    <a:pt x="2775" y="3274"/>
                    <a:pt x="2716" y="3274"/>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66" name="Google Shape;866;p47"/>
          <p:cNvSpPr/>
          <p:nvPr/>
        </p:nvSpPr>
        <p:spPr>
          <a:xfrm>
            <a:off x="3678539" y="1176749"/>
            <a:ext cx="339510" cy="443258"/>
          </a:xfrm>
          <a:custGeom>
            <a:avLst/>
            <a:gdLst/>
            <a:ahLst/>
            <a:cxnLst/>
            <a:rect l="l" t="t" r="r" b="b"/>
            <a:pathLst>
              <a:path w="11807" h="15415" extrusionOk="0">
                <a:moveTo>
                  <a:pt x="6462" y="1185"/>
                </a:moveTo>
                <a:lnTo>
                  <a:pt x="6462" y="1185"/>
                </a:lnTo>
                <a:cubicBezTo>
                  <a:pt x="5864" y="2026"/>
                  <a:pt x="5655" y="2989"/>
                  <a:pt x="5564" y="3991"/>
                </a:cubicBezTo>
                <a:cubicBezTo>
                  <a:pt x="5315" y="3899"/>
                  <a:pt x="5068" y="3854"/>
                  <a:pt x="4821" y="3854"/>
                </a:cubicBezTo>
                <a:cubicBezTo>
                  <a:pt x="4596" y="3854"/>
                  <a:pt x="4370" y="3891"/>
                  <a:pt x="4143" y="3964"/>
                </a:cubicBezTo>
                <a:cubicBezTo>
                  <a:pt x="4233" y="3397"/>
                  <a:pt x="4459" y="2885"/>
                  <a:pt x="4796" y="2428"/>
                </a:cubicBezTo>
                <a:cubicBezTo>
                  <a:pt x="5222" y="1847"/>
                  <a:pt x="5782" y="1434"/>
                  <a:pt x="6462" y="1185"/>
                </a:cubicBezTo>
                <a:close/>
                <a:moveTo>
                  <a:pt x="7702" y="947"/>
                </a:moveTo>
                <a:cubicBezTo>
                  <a:pt x="7704" y="947"/>
                  <a:pt x="7706" y="947"/>
                  <a:pt x="7708" y="947"/>
                </a:cubicBezTo>
                <a:cubicBezTo>
                  <a:pt x="7919" y="948"/>
                  <a:pt x="8111" y="1035"/>
                  <a:pt x="8274" y="1175"/>
                </a:cubicBezTo>
                <a:cubicBezTo>
                  <a:pt x="8688" y="1527"/>
                  <a:pt x="8912" y="1994"/>
                  <a:pt x="9085" y="2494"/>
                </a:cubicBezTo>
                <a:cubicBezTo>
                  <a:pt x="9126" y="2613"/>
                  <a:pt x="9160" y="2735"/>
                  <a:pt x="9213" y="2847"/>
                </a:cubicBezTo>
                <a:cubicBezTo>
                  <a:pt x="9242" y="2909"/>
                  <a:pt x="9316" y="2940"/>
                  <a:pt x="9391" y="2940"/>
                </a:cubicBezTo>
                <a:cubicBezTo>
                  <a:pt x="9416" y="2940"/>
                  <a:pt x="9441" y="2937"/>
                  <a:pt x="9464" y="2930"/>
                </a:cubicBezTo>
                <a:cubicBezTo>
                  <a:pt x="9559" y="2901"/>
                  <a:pt x="9640" y="2816"/>
                  <a:pt x="9624" y="2731"/>
                </a:cubicBezTo>
                <a:cubicBezTo>
                  <a:pt x="9589" y="2555"/>
                  <a:pt x="9553" y="2374"/>
                  <a:pt x="9485" y="2212"/>
                </a:cubicBezTo>
                <a:cubicBezTo>
                  <a:pt x="9368" y="1937"/>
                  <a:pt x="9230" y="1672"/>
                  <a:pt x="9095" y="1405"/>
                </a:cubicBezTo>
                <a:cubicBezTo>
                  <a:pt x="9056" y="1326"/>
                  <a:pt x="8995" y="1258"/>
                  <a:pt x="8947" y="1185"/>
                </a:cubicBezTo>
                <a:lnTo>
                  <a:pt x="8947" y="1185"/>
                </a:lnTo>
                <a:cubicBezTo>
                  <a:pt x="9874" y="1467"/>
                  <a:pt x="11027" y="2465"/>
                  <a:pt x="11277" y="3971"/>
                </a:cubicBezTo>
                <a:cubicBezTo>
                  <a:pt x="11066" y="3887"/>
                  <a:pt x="10850" y="3854"/>
                  <a:pt x="10631" y="3854"/>
                </a:cubicBezTo>
                <a:cubicBezTo>
                  <a:pt x="10609" y="3854"/>
                  <a:pt x="10586" y="3854"/>
                  <a:pt x="10563" y="3855"/>
                </a:cubicBezTo>
                <a:cubicBezTo>
                  <a:pt x="10322" y="3862"/>
                  <a:pt x="10081" y="3889"/>
                  <a:pt x="9857" y="4000"/>
                </a:cubicBezTo>
                <a:cubicBezTo>
                  <a:pt x="9841" y="3850"/>
                  <a:pt x="9823" y="3715"/>
                  <a:pt x="9809" y="3578"/>
                </a:cubicBezTo>
                <a:cubicBezTo>
                  <a:pt x="9799" y="3458"/>
                  <a:pt x="9702" y="3372"/>
                  <a:pt x="9581" y="3372"/>
                </a:cubicBezTo>
                <a:cubicBezTo>
                  <a:pt x="9566" y="3372"/>
                  <a:pt x="9551" y="3374"/>
                  <a:pt x="9536" y="3376"/>
                </a:cubicBezTo>
                <a:cubicBezTo>
                  <a:pt x="9402" y="3399"/>
                  <a:pt x="9333" y="3497"/>
                  <a:pt x="9339" y="3635"/>
                </a:cubicBezTo>
                <a:cubicBezTo>
                  <a:pt x="9344" y="3751"/>
                  <a:pt x="9361" y="3865"/>
                  <a:pt x="9373" y="3981"/>
                </a:cubicBezTo>
                <a:cubicBezTo>
                  <a:pt x="9377" y="4010"/>
                  <a:pt x="9384" y="4038"/>
                  <a:pt x="9390" y="4065"/>
                </a:cubicBezTo>
                <a:cubicBezTo>
                  <a:pt x="8830" y="3923"/>
                  <a:pt x="8272" y="3853"/>
                  <a:pt x="7713" y="3853"/>
                </a:cubicBezTo>
                <a:cubicBezTo>
                  <a:pt x="7155" y="3853"/>
                  <a:pt x="6597" y="3922"/>
                  <a:pt x="6036" y="4060"/>
                </a:cubicBezTo>
                <a:cubicBezTo>
                  <a:pt x="6042" y="3980"/>
                  <a:pt x="6039" y="3895"/>
                  <a:pt x="6051" y="3814"/>
                </a:cubicBezTo>
                <a:cubicBezTo>
                  <a:pt x="6090" y="3565"/>
                  <a:pt x="6129" y="3317"/>
                  <a:pt x="6179" y="3069"/>
                </a:cubicBezTo>
                <a:cubicBezTo>
                  <a:pt x="6254" y="2681"/>
                  <a:pt x="6381" y="2309"/>
                  <a:pt x="6555" y="1954"/>
                </a:cubicBezTo>
                <a:cubicBezTo>
                  <a:pt x="6711" y="1637"/>
                  <a:pt x="6908" y="1348"/>
                  <a:pt x="7196" y="1130"/>
                </a:cubicBezTo>
                <a:cubicBezTo>
                  <a:pt x="7347" y="1016"/>
                  <a:pt x="7520" y="947"/>
                  <a:pt x="7702" y="947"/>
                </a:cubicBezTo>
                <a:close/>
                <a:moveTo>
                  <a:pt x="7647" y="0"/>
                </a:moveTo>
                <a:cubicBezTo>
                  <a:pt x="7404" y="90"/>
                  <a:pt x="7483" y="308"/>
                  <a:pt x="7461" y="483"/>
                </a:cubicBezTo>
                <a:cubicBezTo>
                  <a:pt x="7291" y="503"/>
                  <a:pt x="7124" y="512"/>
                  <a:pt x="6959" y="545"/>
                </a:cubicBezTo>
                <a:cubicBezTo>
                  <a:pt x="6509" y="637"/>
                  <a:pt x="6075" y="785"/>
                  <a:pt x="5675" y="1018"/>
                </a:cubicBezTo>
                <a:cubicBezTo>
                  <a:pt x="5213" y="1288"/>
                  <a:pt x="4812" y="1626"/>
                  <a:pt x="4483" y="2047"/>
                </a:cubicBezTo>
                <a:cubicBezTo>
                  <a:pt x="4178" y="2438"/>
                  <a:pt x="3950" y="2872"/>
                  <a:pt x="3803" y="3346"/>
                </a:cubicBezTo>
                <a:cubicBezTo>
                  <a:pt x="3679" y="3744"/>
                  <a:pt x="3615" y="4151"/>
                  <a:pt x="3618" y="4567"/>
                </a:cubicBezTo>
                <a:cubicBezTo>
                  <a:pt x="3618" y="4688"/>
                  <a:pt x="3705" y="4792"/>
                  <a:pt x="3816" y="4807"/>
                </a:cubicBezTo>
                <a:cubicBezTo>
                  <a:pt x="3826" y="4808"/>
                  <a:pt x="3836" y="4809"/>
                  <a:pt x="3847" y="4809"/>
                </a:cubicBezTo>
                <a:cubicBezTo>
                  <a:pt x="3956" y="4809"/>
                  <a:pt x="4066" y="4739"/>
                  <a:pt x="4083" y="4632"/>
                </a:cubicBezTo>
                <a:cubicBezTo>
                  <a:pt x="4099" y="4526"/>
                  <a:pt x="4165" y="4481"/>
                  <a:pt x="4246" y="4439"/>
                </a:cubicBezTo>
                <a:cubicBezTo>
                  <a:pt x="4411" y="4354"/>
                  <a:pt x="4593" y="4322"/>
                  <a:pt x="4772" y="4322"/>
                </a:cubicBezTo>
                <a:cubicBezTo>
                  <a:pt x="4784" y="4322"/>
                  <a:pt x="4796" y="4322"/>
                  <a:pt x="4807" y="4323"/>
                </a:cubicBezTo>
                <a:cubicBezTo>
                  <a:pt x="4982" y="4327"/>
                  <a:pt x="5161" y="4368"/>
                  <a:pt x="5331" y="4416"/>
                </a:cubicBezTo>
                <a:cubicBezTo>
                  <a:pt x="5431" y="4443"/>
                  <a:pt x="5526" y="4497"/>
                  <a:pt x="5553" y="4622"/>
                </a:cubicBezTo>
                <a:cubicBezTo>
                  <a:pt x="5578" y="4739"/>
                  <a:pt x="5655" y="4801"/>
                  <a:pt x="5755" y="4808"/>
                </a:cubicBezTo>
                <a:cubicBezTo>
                  <a:pt x="5763" y="4809"/>
                  <a:pt x="5770" y="4809"/>
                  <a:pt x="5778" y="4809"/>
                </a:cubicBezTo>
                <a:cubicBezTo>
                  <a:pt x="5884" y="4809"/>
                  <a:pt x="5955" y="4759"/>
                  <a:pt x="6006" y="4648"/>
                </a:cubicBezTo>
                <a:cubicBezTo>
                  <a:pt x="6017" y="4627"/>
                  <a:pt x="6035" y="4599"/>
                  <a:pt x="6056" y="4590"/>
                </a:cubicBezTo>
                <a:cubicBezTo>
                  <a:pt x="6145" y="4550"/>
                  <a:pt x="6235" y="4504"/>
                  <a:pt x="6327" y="4483"/>
                </a:cubicBezTo>
                <a:cubicBezTo>
                  <a:pt x="6548" y="4433"/>
                  <a:pt x="6767" y="4388"/>
                  <a:pt x="6988" y="4358"/>
                </a:cubicBezTo>
                <a:cubicBezTo>
                  <a:pt x="7145" y="4336"/>
                  <a:pt x="7304" y="4339"/>
                  <a:pt x="7468" y="4331"/>
                </a:cubicBezTo>
                <a:lnTo>
                  <a:pt x="7468" y="4446"/>
                </a:lnTo>
                <a:lnTo>
                  <a:pt x="7468" y="6062"/>
                </a:lnTo>
                <a:lnTo>
                  <a:pt x="7468" y="7704"/>
                </a:lnTo>
                <a:cubicBezTo>
                  <a:pt x="7468" y="7796"/>
                  <a:pt x="7436" y="7869"/>
                  <a:pt x="7356" y="7914"/>
                </a:cubicBezTo>
                <a:cubicBezTo>
                  <a:pt x="7314" y="7938"/>
                  <a:pt x="7271" y="7949"/>
                  <a:pt x="7228" y="7949"/>
                </a:cubicBezTo>
                <a:cubicBezTo>
                  <a:pt x="7097" y="7949"/>
                  <a:pt x="6980" y="7842"/>
                  <a:pt x="6978" y="7688"/>
                </a:cubicBezTo>
                <a:cubicBezTo>
                  <a:pt x="6974" y="7530"/>
                  <a:pt x="6978" y="7374"/>
                  <a:pt x="6978" y="7216"/>
                </a:cubicBezTo>
                <a:cubicBezTo>
                  <a:pt x="6978" y="7104"/>
                  <a:pt x="6900" y="7005"/>
                  <a:pt x="6792" y="6989"/>
                </a:cubicBezTo>
                <a:cubicBezTo>
                  <a:pt x="6781" y="6987"/>
                  <a:pt x="6768" y="6987"/>
                  <a:pt x="6756" y="6987"/>
                </a:cubicBezTo>
                <a:cubicBezTo>
                  <a:pt x="6659" y="6987"/>
                  <a:pt x="6534" y="7036"/>
                  <a:pt x="6527" y="7145"/>
                </a:cubicBezTo>
                <a:cubicBezTo>
                  <a:pt x="6516" y="7369"/>
                  <a:pt x="6507" y="7594"/>
                  <a:pt x="6527" y="7818"/>
                </a:cubicBezTo>
                <a:cubicBezTo>
                  <a:pt x="6561" y="8179"/>
                  <a:pt x="6881" y="8424"/>
                  <a:pt x="7228" y="8424"/>
                </a:cubicBezTo>
                <a:cubicBezTo>
                  <a:pt x="7287" y="8424"/>
                  <a:pt x="7346" y="8417"/>
                  <a:pt x="7404" y="8402"/>
                </a:cubicBezTo>
                <a:cubicBezTo>
                  <a:pt x="7720" y="8327"/>
                  <a:pt x="7942" y="8032"/>
                  <a:pt x="7941" y="7732"/>
                </a:cubicBezTo>
                <a:cubicBezTo>
                  <a:pt x="7938" y="6636"/>
                  <a:pt x="7939" y="5543"/>
                  <a:pt x="7939" y="4446"/>
                </a:cubicBezTo>
                <a:lnTo>
                  <a:pt x="7939" y="4329"/>
                </a:lnTo>
                <a:cubicBezTo>
                  <a:pt x="8071" y="4337"/>
                  <a:pt x="8192" y="4339"/>
                  <a:pt x="8310" y="4356"/>
                </a:cubicBezTo>
                <a:cubicBezTo>
                  <a:pt x="8579" y="4394"/>
                  <a:pt x="8851" y="4429"/>
                  <a:pt x="9117" y="4488"/>
                </a:cubicBezTo>
                <a:cubicBezTo>
                  <a:pt x="9239" y="4516"/>
                  <a:pt x="9387" y="4539"/>
                  <a:pt x="9440" y="4699"/>
                </a:cubicBezTo>
                <a:cubicBezTo>
                  <a:pt x="9453" y="4737"/>
                  <a:pt x="9505" y="4772"/>
                  <a:pt x="9547" y="4788"/>
                </a:cubicBezTo>
                <a:cubicBezTo>
                  <a:pt x="9582" y="4802"/>
                  <a:pt x="9615" y="4809"/>
                  <a:pt x="9646" y="4809"/>
                </a:cubicBezTo>
                <a:cubicBezTo>
                  <a:pt x="9755" y="4809"/>
                  <a:pt x="9843" y="4727"/>
                  <a:pt x="9882" y="4589"/>
                </a:cubicBezTo>
                <a:cubicBezTo>
                  <a:pt x="9890" y="4555"/>
                  <a:pt x="9915" y="4519"/>
                  <a:pt x="9941" y="4499"/>
                </a:cubicBezTo>
                <a:cubicBezTo>
                  <a:pt x="10100" y="4390"/>
                  <a:pt x="10279" y="4352"/>
                  <a:pt x="10469" y="4331"/>
                </a:cubicBezTo>
                <a:cubicBezTo>
                  <a:pt x="10519" y="4326"/>
                  <a:pt x="10569" y="4324"/>
                  <a:pt x="10618" y="4324"/>
                </a:cubicBezTo>
                <a:cubicBezTo>
                  <a:pt x="10810" y="4324"/>
                  <a:pt x="10994" y="4364"/>
                  <a:pt x="11173" y="4439"/>
                </a:cubicBezTo>
                <a:cubicBezTo>
                  <a:pt x="11254" y="4474"/>
                  <a:pt x="11328" y="4520"/>
                  <a:pt x="11343" y="4635"/>
                </a:cubicBezTo>
                <a:cubicBezTo>
                  <a:pt x="11356" y="4743"/>
                  <a:pt x="11458" y="4802"/>
                  <a:pt x="11567" y="4802"/>
                </a:cubicBezTo>
                <a:cubicBezTo>
                  <a:pt x="11589" y="4802"/>
                  <a:pt x="11611" y="4800"/>
                  <a:pt x="11632" y="4795"/>
                </a:cubicBezTo>
                <a:cubicBezTo>
                  <a:pt x="11732" y="4773"/>
                  <a:pt x="11766" y="4701"/>
                  <a:pt x="11807" y="4627"/>
                </a:cubicBezTo>
                <a:lnTo>
                  <a:pt x="11807" y="4372"/>
                </a:lnTo>
                <a:cubicBezTo>
                  <a:pt x="11801" y="4349"/>
                  <a:pt x="11791" y="4323"/>
                  <a:pt x="11788" y="4299"/>
                </a:cubicBezTo>
                <a:cubicBezTo>
                  <a:pt x="11779" y="4012"/>
                  <a:pt x="11725" y="3734"/>
                  <a:pt x="11648" y="3459"/>
                </a:cubicBezTo>
                <a:cubicBezTo>
                  <a:pt x="11523" y="3004"/>
                  <a:pt x="11321" y="2585"/>
                  <a:pt x="11045" y="2203"/>
                </a:cubicBezTo>
                <a:cubicBezTo>
                  <a:pt x="10814" y="1880"/>
                  <a:pt x="10547" y="1595"/>
                  <a:pt x="10232" y="1351"/>
                </a:cubicBezTo>
                <a:cubicBezTo>
                  <a:pt x="9996" y="1169"/>
                  <a:pt x="9749" y="1008"/>
                  <a:pt x="9480" y="881"/>
                </a:cubicBezTo>
                <a:cubicBezTo>
                  <a:pt x="9137" y="718"/>
                  <a:pt x="8781" y="595"/>
                  <a:pt x="8403" y="543"/>
                </a:cubicBezTo>
                <a:cubicBezTo>
                  <a:pt x="8252" y="522"/>
                  <a:pt x="8102" y="500"/>
                  <a:pt x="7938" y="477"/>
                </a:cubicBezTo>
                <a:cubicBezTo>
                  <a:pt x="7938" y="416"/>
                  <a:pt x="7930" y="343"/>
                  <a:pt x="7939" y="274"/>
                </a:cubicBezTo>
                <a:cubicBezTo>
                  <a:pt x="7957" y="135"/>
                  <a:pt x="7884" y="58"/>
                  <a:pt x="7773" y="0"/>
                </a:cubicBezTo>
                <a:close/>
                <a:moveTo>
                  <a:pt x="2907" y="3759"/>
                </a:moveTo>
                <a:cubicBezTo>
                  <a:pt x="2880" y="3759"/>
                  <a:pt x="2853" y="3764"/>
                  <a:pt x="2827" y="3776"/>
                </a:cubicBezTo>
                <a:cubicBezTo>
                  <a:pt x="2670" y="3847"/>
                  <a:pt x="2518" y="3924"/>
                  <a:pt x="2372" y="4016"/>
                </a:cubicBezTo>
                <a:cubicBezTo>
                  <a:pt x="1984" y="4259"/>
                  <a:pt x="1653" y="4568"/>
                  <a:pt x="1368" y="4926"/>
                </a:cubicBezTo>
                <a:cubicBezTo>
                  <a:pt x="1093" y="5269"/>
                  <a:pt x="885" y="5647"/>
                  <a:pt x="732" y="6060"/>
                </a:cubicBezTo>
                <a:cubicBezTo>
                  <a:pt x="546" y="6565"/>
                  <a:pt x="481" y="7087"/>
                  <a:pt x="479" y="7620"/>
                </a:cubicBezTo>
                <a:cubicBezTo>
                  <a:pt x="478" y="7927"/>
                  <a:pt x="478" y="8237"/>
                  <a:pt x="479" y="8545"/>
                </a:cubicBezTo>
                <a:cubicBezTo>
                  <a:pt x="479" y="8597"/>
                  <a:pt x="459" y="8625"/>
                  <a:pt x="414" y="8667"/>
                </a:cubicBezTo>
                <a:cubicBezTo>
                  <a:pt x="319" y="8753"/>
                  <a:pt x="223" y="8844"/>
                  <a:pt x="159" y="8953"/>
                </a:cubicBezTo>
                <a:cubicBezTo>
                  <a:pt x="88" y="9076"/>
                  <a:pt x="52" y="9218"/>
                  <a:pt x="1" y="9350"/>
                </a:cubicBezTo>
                <a:lnTo>
                  <a:pt x="1" y="9677"/>
                </a:lnTo>
                <a:cubicBezTo>
                  <a:pt x="17" y="9731"/>
                  <a:pt x="30" y="9788"/>
                  <a:pt x="49" y="9843"/>
                </a:cubicBezTo>
                <a:cubicBezTo>
                  <a:pt x="196" y="10279"/>
                  <a:pt x="508" y="10516"/>
                  <a:pt x="959" y="10595"/>
                </a:cubicBezTo>
                <a:cubicBezTo>
                  <a:pt x="984" y="10771"/>
                  <a:pt x="1004" y="10955"/>
                  <a:pt x="1038" y="11134"/>
                </a:cubicBezTo>
                <a:cubicBezTo>
                  <a:pt x="1122" y="11610"/>
                  <a:pt x="1289" y="12053"/>
                  <a:pt x="1543" y="12462"/>
                </a:cubicBezTo>
                <a:cubicBezTo>
                  <a:pt x="1653" y="12638"/>
                  <a:pt x="1783" y="12799"/>
                  <a:pt x="1903" y="12971"/>
                </a:cubicBezTo>
                <a:cubicBezTo>
                  <a:pt x="1920" y="12995"/>
                  <a:pt x="1924" y="13036"/>
                  <a:pt x="1924" y="13071"/>
                </a:cubicBezTo>
                <a:cubicBezTo>
                  <a:pt x="1926" y="13761"/>
                  <a:pt x="1927" y="14449"/>
                  <a:pt x="1924" y="15138"/>
                </a:cubicBezTo>
                <a:cubicBezTo>
                  <a:pt x="1924" y="15269"/>
                  <a:pt x="1975" y="15358"/>
                  <a:pt x="2089" y="15415"/>
                </a:cubicBezTo>
                <a:lnTo>
                  <a:pt x="2234" y="15415"/>
                </a:lnTo>
                <a:cubicBezTo>
                  <a:pt x="2365" y="15351"/>
                  <a:pt x="2401" y="15242"/>
                  <a:pt x="2400" y="15100"/>
                </a:cubicBezTo>
                <a:cubicBezTo>
                  <a:pt x="2394" y="14597"/>
                  <a:pt x="2398" y="14096"/>
                  <a:pt x="2398" y="13594"/>
                </a:cubicBezTo>
                <a:lnTo>
                  <a:pt x="2398" y="13478"/>
                </a:lnTo>
                <a:cubicBezTo>
                  <a:pt x="3177" y="14123"/>
                  <a:pt x="4059" y="14452"/>
                  <a:pt x="5054" y="14452"/>
                </a:cubicBezTo>
                <a:cubicBezTo>
                  <a:pt x="5056" y="14452"/>
                  <a:pt x="5058" y="14452"/>
                  <a:pt x="5060" y="14452"/>
                </a:cubicBezTo>
                <a:cubicBezTo>
                  <a:pt x="6056" y="14448"/>
                  <a:pt x="6936" y="14119"/>
                  <a:pt x="7715" y="13472"/>
                </a:cubicBezTo>
                <a:lnTo>
                  <a:pt x="7715" y="13575"/>
                </a:lnTo>
                <a:cubicBezTo>
                  <a:pt x="7715" y="14090"/>
                  <a:pt x="7720" y="14605"/>
                  <a:pt x="7712" y="15118"/>
                </a:cubicBezTo>
                <a:cubicBezTo>
                  <a:pt x="7711" y="15253"/>
                  <a:pt x="7750" y="15346"/>
                  <a:pt x="7861" y="15415"/>
                </a:cubicBezTo>
                <a:lnTo>
                  <a:pt x="8025" y="15415"/>
                </a:lnTo>
                <a:cubicBezTo>
                  <a:pt x="8156" y="15348"/>
                  <a:pt x="8191" y="15237"/>
                  <a:pt x="8191" y="15099"/>
                </a:cubicBezTo>
                <a:cubicBezTo>
                  <a:pt x="8188" y="14462"/>
                  <a:pt x="8192" y="13828"/>
                  <a:pt x="8188" y="13192"/>
                </a:cubicBezTo>
                <a:cubicBezTo>
                  <a:pt x="8188" y="13065"/>
                  <a:pt x="8207" y="12962"/>
                  <a:pt x="8294" y="12856"/>
                </a:cubicBezTo>
                <a:cubicBezTo>
                  <a:pt x="8548" y="12543"/>
                  <a:pt x="8736" y="12191"/>
                  <a:pt x="8881" y="11815"/>
                </a:cubicBezTo>
                <a:cubicBezTo>
                  <a:pt x="8985" y="11544"/>
                  <a:pt x="9060" y="11264"/>
                  <a:pt x="9097" y="10974"/>
                </a:cubicBezTo>
                <a:cubicBezTo>
                  <a:pt x="9114" y="10846"/>
                  <a:pt x="9128" y="10717"/>
                  <a:pt x="9144" y="10589"/>
                </a:cubicBezTo>
                <a:cubicBezTo>
                  <a:pt x="9409" y="10557"/>
                  <a:pt x="9634" y="10454"/>
                  <a:pt x="9816" y="10255"/>
                </a:cubicBezTo>
                <a:cubicBezTo>
                  <a:pt x="10075" y="9974"/>
                  <a:pt x="10162" y="9644"/>
                  <a:pt x="10082" y="9273"/>
                </a:cubicBezTo>
                <a:cubicBezTo>
                  <a:pt x="10027" y="9019"/>
                  <a:pt x="9896" y="8811"/>
                  <a:pt x="9684" y="8660"/>
                </a:cubicBezTo>
                <a:cubicBezTo>
                  <a:pt x="9634" y="8626"/>
                  <a:pt x="9620" y="8587"/>
                  <a:pt x="9620" y="8527"/>
                </a:cubicBezTo>
                <a:cubicBezTo>
                  <a:pt x="9624" y="8171"/>
                  <a:pt x="9630" y="7812"/>
                  <a:pt x="9620" y="7456"/>
                </a:cubicBezTo>
                <a:cubicBezTo>
                  <a:pt x="9616" y="7219"/>
                  <a:pt x="9604" y="6976"/>
                  <a:pt x="9565" y="6742"/>
                </a:cubicBezTo>
                <a:cubicBezTo>
                  <a:pt x="9486" y="6269"/>
                  <a:pt x="9322" y="5823"/>
                  <a:pt x="9078" y="5409"/>
                </a:cubicBezTo>
                <a:cubicBezTo>
                  <a:pt x="9005" y="5287"/>
                  <a:pt x="8925" y="5169"/>
                  <a:pt x="8838" y="5055"/>
                </a:cubicBezTo>
                <a:cubicBezTo>
                  <a:pt x="8798" y="5005"/>
                  <a:pt x="8740" y="4980"/>
                  <a:pt x="8678" y="4980"/>
                </a:cubicBezTo>
                <a:cubicBezTo>
                  <a:pt x="8643" y="4980"/>
                  <a:pt x="8606" y="4988"/>
                  <a:pt x="8572" y="5005"/>
                </a:cubicBezTo>
                <a:cubicBezTo>
                  <a:pt x="8489" y="5045"/>
                  <a:pt x="8442" y="5108"/>
                  <a:pt x="8442" y="5210"/>
                </a:cubicBezTo>
                <a:cubicBezTo>
                  <a:pt x="8442" y="5292"/>
                  <a:pt x="8474" y="5351"/>
                  <a:pt x="8518" y="5413"/>
                </a:cubicBezTo>
                <a:cubicBezTo>
                  <a:pt x="8730" y="5729"/>
                  <a:pt x="8900" y="6066"/>
                  <a:pt x="9008" y="6434"/>
                </a:cubicBezTo>
                <a:cubicBezTo>
                  <a:pt x="9095" y="6732"/>
                  <a:pt x="9153" y="7033"/>
                  <a:pt x="9153" y="7345"/>
                </a:cubicBezTo>
                <a:lnTo>
                  <a:pt x="9153" y="8343"/>
                </a:lnTo>
                <a:lnTo>
                  <a:pt x="9153" y="8442"/>
                </a:lnTo>
                <a:lnTo>
                  <a:pt x="9050" y="8442"/>
                </a:lnTo>
                <a:cubicBezTo>
                  <a:pt x="9045" y="8441"/>
                  <a:pt x="9041" y="8441"/>
                  <a:pt x="9036" y="8441"/>
                </a:cubicBezTo>
                <a:cubicBezTo>
                  <a:pt x="8865" y="8441"/>
                  <a:pt x="8804" y="8548"/>
                  <a:pt x="8794" y="8667"/>
                </a:cubicBezTo>
                <a:cubicBezTo>
                  <a:pt x="8782" y="8791"/>
                  <a:pt x="8906" y="8910"/>
                  <a:pt x="9041" y="8913"/>
                </a:cubicBezTo>
                <a:cubicBezTo>
                  <a:pt x="9176" y="8914"/>
                  <a:pt x="9293" y="8953"/>
                  <a:pt x="9402" y="9038"/>
                </a:cubicBezTo>
                <a:cubicBezTo>
                  <a:pt x="9733" y="9292"/>
                  <a:pt x="9714" y="9765"/>
                  <a:pt x="9393" y="10003"/>
                </a:cubicBezTo>
                <a:cubicBezTo>
                  <a:pt x="9258" y="10104"/>
                  <a:pt x="9104" y="10132"/>
                  <a:pt x="8942" y="10132"/>
                </a:cubicBezTo>
                <a:cubicBezTo>
                  <a:pt x="8929" y="10132"/>
                  <a:pt x="8916" y="10131"/>
                  <a:pt x="8903" y="10131"/>
                </a:cubicBezTo>
                <a:cubicBezTo>
                  <a:pt x="8902" y="10131"/>
                  <a:pt x="8901" y="10131"/>
                  <a:pt x="8900" y="10131"/>
                </a:cubicBezTo>
                <a:cubicBezTo>
                  <a:pt x="8771" y="10131"/>
                  <a:pt x="8689" y="10218"/>
                  <a:pt x="8682" y="10348"/>
                </a:cubicBezTo>
                <a:cubicBezTo>
                  <a:pt x="8675" y="10500"/>
                  <a:pt x="8660" y="10652"/>
                  <a:pt x="8649" y="10804"/>
                </a:cubicBezTo>
                <a:cubicBezTo>
                  <a:pt x="8617" y="11171"/>
                  <a:pt x="8511" y="11518"/>
                  <a:pt x="8358" y="11851"/>
                </a:cubicBezTo>
                <a:cubicBezTo>
                  <a:pt x="8134" y="12340"/>
                  <a:pt x="7816" y="12760"/>
                  <a:pt x="7406" y="13110"/>
                </a:cubicBezTo>
                <a:cubicBezTo>
                  <a:pt x="7108" y="13363"/>
                  <a:pt x="6780" y="13561"/>
                  <a:pt x="6421" y="13712"/>
                </a:cubicBezTo>
                <a:cubicBezTo>
                  <a:pt x="6051" y="13868"/>
                  <a:pt x="5664" y="13952"/>
                  <a:pt x="5265" y="13977"/>
                </a:cubicBezTo>
                <a:cubicBezTo>
                  <a:pt x="5200" y="13981"/>
                  <a:pt x="5134" y="13983"/>
                  <a:pt x="5068" y="13983"/>
                </a:cubicBezTo>
                <a:cubicBezTo>
                  <a:pt x="4830" y="13983"/>
                  <a:pt x="4593" y="13956"/>
                  <a:pt x="4355" y="13910"/>
                </a:cubicBezTo>
                <a:cubicBezTo>
                  <a:pt x="3730" y="13785"/>
                  <a:pt x="3176" y="13514"/>
                  <a:pt x="2698" y="13100"/>
                </a:cubicBezTo>
                <a:cubicBezTo>
                  <a:pt x="2300" y="12754"/>
                  <a:pt x="1980" y="12344"/>
                  <a:pt x="1764" y="11857"/>
                </a:cubicBezTo>
                <a:cubicBezTo>
                  <a:pt x="1554" y="11386"/>
                  <a:pt x="1433" y="10897"/>
                  <a:pt x="1440" y="10381"/>
                </a:cubicBezTo>
                <a:cubicBezTo>
                  <a:pt x="1442" y="10287"/>
                  <a:pt x="1363" y="10159"/>
                  <a:pt x="1288" y="10138"/>
                </a:cubicBezTo>
                <a:cubicBezTo>
                  <a:pt x="1258" y="10130"/>
                  <a:pt x="1227" y="10129"/>
                  <a:pt x="1195" y="10129"/>
                </a:cubicBezTo>
                <a:cubicBezTo>
                  <a:pt x="1168" y="10129"/>
                  <a:pt x="1141" y="10130"/>
                  <a:pt x="1115" y="10130"/>
                </a:cubicBezTo>
                <a:cubicBezTo>
                  <a:pt x="1109" y="10130"/>
                  <a:pt x="1104" y="10130"/>
                  <a:pt x="1099" y="10130"/>
                </a:cubicBezTo>
                <a:cubicBezTo>
                  <a:pt x="873" y="10122"/>
                  <a:pt x="690" y="10026"/>
                  <a:pt x="569" y="9843"/>
                </a:cubicBezTo>
                <a:cubicBezTo>
                  <a:pt x="367" y="9532"/>
                  <a:pt x="484" y="9128"/>
                  <a:pt x="818" y="8972"/>
                </a:cubicBezTo>
                <a:cubicBezTo>
                  <a:pt x="920" y="8924"/>
                  <a:pt x="1040" y="8920"/>
                  <a:pt x="1154" y="8895"/>
                </a:cubicBezTo>
                <a:cubicBezTo>
                  <a:pt x="1247" y="8873"/>
                  <a:pt x="1290" y="8804"/>
                  <a:pt x="1309" y="8719"/>
                </a:cubicBezTo>
                <a:cubicBezTo>
                  <a:pt x="1333" y="8612"/>
                  <a:pt x="1290" y="8507"/>
                  <a:pt x="1208" y="8477"/>
                </a:cubicBezTo>
                <a:cubicBezTo>
                  <a:pt x="1129" y="8449"/>
                  <a:pt x="1042" y="8443"/>
                  <a:pt x="947" y="8426"/>
                </a:cubicBezTo>
                <a:cubicBezTo>
                  <a:pt x="966" y="7925"/>
                  <a:pt x="917" y="7418"/>
                  <a:pt x="1000" y="6911"/>
                </a:cubicBezTo>
                <a:cubicBezTo>
                  <a:pt x="1058" y="6560"/>
                  <a:pt x="1163" y="6227"/>
                  <a:pt x="1311" y="5906"/>
                </a:cubicBezTo>
                <a:cubicBezTo>
                  <a:pt x="1432" y="5649"/>
                  <a:pt x="1577" y="5404"/>
                  <a:pt x="1762" y="5194"/>
                </a:cubicBezTo>
                <a:cubicBezTo>
                  <a:pt x="1942" y="4989"/>
                  <a:pt x="2137" y="4794"/>
                  <a:pt x="2349" y="4625"/>
                </a:cubicBezTo>
                <a:cubicBezTo>
                  <a:pt x="2552" y="4465"/>
                  <a:pt x="2784" y="4337"/>
                  <a:pt x="3005" y="4202"/>
                </a:cubicBezTo>
                <a:cubicBezTo>
                  <a:pt x="3111" y="4138"/>
                  <a:pt x="3157" y="4017"/>
                  <a:pt x="3111" y="3903"/>
                </a:cubicBezTo>
                <a:cubicBezTo>
                  <a:pt x="3074" y="3817"/>
                  <a:pt x="2992" y="3759"/>
                  <a:pt x="2907" y="375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7"/>
          <p:cNvSpPr/>
          <p:nvPr/>
        </p:nvSpPr>
        <p:spPr>
          <a:xfrm>
            <a:off x="713225" y="1630783"/>
            <a:ext cx="346210" cy="443402"/>
          </a:xfrm>
          <a:custGeom>
            <a:avLst/>
            <a:gdLst/>
            <a:ahLst/>
            <a:cxnLst/>
            <a:rect l="l" t="t" r="r" b="b"/>
            <a:pathLst>
              <a:path w="12040" h="15420" extrusionOk="0">
                <a:moveTo>
                  <a:pt x="6865" y="1"/>
                </a:moveTo>
                <a:cubicBezTo>
                  <a:pt x="6856" y="6"/>
                  <a:pt x="6847" y="17"/>
                  <a:pt x="6839" y="17"/>
                </a:cubicBezTo>
                <a:cubicBezTo>
                  <a:pt x="6529" y="31"/>
                  <a:pt x="6245" y="127"/>
                  <a:pt x="5982" y="290"/>
                </a:cubicBezTo>
                <a:cubicBezTo>
                  <a:pt x="5693" y="466"/>
                  <a:pt x="5469" y="706"/>
                  <a:pt x="5302" y="999"/>
                </a:cubicBezTo>
                <a:cubicBezTo>
                  <a:pt x="5183" y="1213"/>
                  <a:pt x="5113" y="1446"/>
                  <a:pt x="5077" y="1686"/>
                </a:cubicBezTo>
                <a:cubicBezTo>
                  <a:pt x="4985" y="1694"/>
                  <a:pt x="4898" y="1693"/>
                  <a:pt x="4812" y="1710"/>
                </a:cubicBezTo>
                <a:cubicBezTo>
                  <a:pt x="4472" y="1783"/>
                  <a:pt x="4179" y="1934"/>
                  <a:pt x="3953" y="2209"/>
                </a:cubicBezTo>
                <a:cubicBezTo>
                  <a:pt x="3643" y="2583"/>
                  <a:pt x="3543" y="3010"/>
                  <a:pt x="3655" y="3470"/>
                </a:cubicBezTo>
                <a:cubicBezTo>
                  <a:pt x="3810" y="4109"/>
                  <a:pt x="4294" y="4511"/>
                  <a:pt x="4944" y="4572"/>
                </a:cubicBezTo>
                <a:cubicBezTo>
                  <a:pt x="5055" y="4582"/>
                  <a:pt x="5166" y="4585"/>
                  <a:pt x="5277" y="4585"/>
                </a:cubicBezTo>
                <a:cubicBezTo>
                  <a:pt x="5450" y="4585"/>
                  <a:pt x="5624" y="4577"/>
                  <a:pt x="5796" y="4575"/>
                </a:cubicBezTo>
                <a:cubicBezTo>
                  <a:pt x="5915" y="4573"/>
                  <a:pt x="5997" y="4471"/>
                  <a:pt x="6009" y="4354"/>
                </a:cubicBezTo>
                <a:cubicBezTo>
                  <a:pt x="6026" y="4202"/>
                  <a:pt x="5890" y="4102"/>
                  <a:pt x="5764" y="4102"/>
                </a:cubicBezTo>
                <a:cubicBezTo>
                  <a:pt x="5763" y="4102"/>
                  <a:pt x="5762" y="4102"/>
                  <a:pt x="5761" y="4102"/>
                </a:cubicBezTo>
                <a:cubicBezTo>
                  <a:pt x="5656" y="4103"/>
                  <a:pt x="5550" y="4104"/>
                  <a:pt x="5444" y="4104"/>
                </a:cubicBezTo>
                <a:cubicBezTo>
                  <a:pt x="5263" y="4104"/>
                  <a:pt x="5082" y="4100"/>
                  <a:pt x="4904" y="4082"/>
                </a:cubicBezTo>
                <a:cubicBezTo>
                  <a:pt x="4428" y="4034"/>
                  <a:pt x="4094" y="3602"/>
                  <a:pt x="4085" y="3150"/>
                </a:cubicBezTo>
                <a:cubicBezTo>
                  <a:pt x="4078" y="2821"/>
                  <a:pt x="4220" y="2546"/>
                  <a:pt x="4486" y="2354"/>
                </a:cubicBezTo>
                <a:cubicBezTo>
                  <a:pt x="4655" y="2233"/>
                  <a:pt x="4842" y="2163"/>
                  <a:pt x="5047" y="2163"/>
                </a:cubicBezTo>
                <a:cubicBezTo>
                  <a:pt x="5097" y="2163"/>
                  <a:pt x="5148" y="2167"/>
                  <a:pt x="5200" y="2176"/>
                </a:cubicBezTo>
                <a:cubicBezTo>
                  <a:pt x="5236" y="2182"/>
                  <a:pt x="5270" y="2185"/>
                  <a:pt x="5302" y="2185"/>
                </a:cubicBezTo>
                <a:cubicBezTo>
                  <a:pt x="5444" y="2185"/>
                  <a:pt x="5541" y="2115"/>
                  <a:pt x="5536" y="1886"/>
                </a:cubicBezTo>
                <a:cubicBezTo>
                  <a:pt x="5535" y="1802"/>
                  <a:pt x="5548" y="1715"/>
                  <a:pt x="5567" y="1630"/>
                </a:cubicBezTo>
                <a:cubicBezTo>
                  <a:pt x="5655" y="1223"/>
                  <a:pt x="5881" y="909"/>
                  <a:pt x="6235" y="693"/>
                </a:cubicBezTo>
                <a:cubicBezTo>
                  <a:pt x="6470" y="550"/>
                  <a:pt x="6718" y="474"/>
                  <a:pt x="6978" y="474"/>
                </a:cubicBezTo>
                <a:cubicBezTo>
                  <a:pt x="7093" y="474"/>
                  <a:pt x="7211" y="489"/>
                  <a:pt x="7330" y="520"/>
                </a:cubicBezTo>
                <a:cubicBezTo>
                  <a:pt x="7714" y="618"/>
                  <a:pt x="8009" y="842"/>
                  <a:pt x="8221" y="1174"/>
                </a:cubicBezTo>
                <a:cubicBezTo>
                  <a:pt x="8277" y="1263"/>
                  <a:pt x="8339" y="1302"/>
                  <a:pt x="8419" y="1302"/>
                </a:cubicBezTo>
                <a:cubicBezTo>
                  <a:pt x="8453" y="1302"/>
                  <a:pt x="8490" y="1295"/>
                  <a:pt x="8532" y="1281"/>
                </a:cubicBezTo>
                <a:cubicBezTo>
                  <a:pt x="8627" y="1251"/>
                  <a:pt x="8723" y="1209"/>
                  <a:pt x="8820" y="1203"/>
                </a:cubicBezTo>
                <a:cubicBezTo>
                  <a:pt x="8847" y="1201"/>
                  <a:pt x="8873" y="1200"/>
                  <a:pt x="8899" y="1200"/>
                </a:cubicBezTo>
                <a:cubicBezTo>
                  <a:pt x="9227" y="1200"/>
                  <a:pt x="9496" y="1337"/>
                  <a:pt x="9696" y="1610"/>
                </a:cubicBezTo>
                <a:cubicBezTo>
                  <a:pt x="9763" y="1703"/>
                  <a:pt x="9829" y="1746"/>
                  <a:pt x="9923" y="1746"/>
                </a:cubicBezTo>
                <a:cubicBezTo>
                  <a:pt x="9954" y="1746"/>
                  <a:pt x="9988" y="1742"/>
                  <a:pt x="10026" y="1732"/>
                </a:cubicBezTo>
                <a:cubicBezTo>
                  <a:pt x="10144" y="1702"/>
                  <a:pt x="10261" y="1686"/>
                  <a:pt x="10375" y="1686"/>
                </a:cubicBezTo>
                <a:cubicBezTo>
                  <a:pt x="10597" y="1686"/>
                  <a:pt x="10810" y="1746"/>
                  <a:pt x="11011" y="1878"/>
                </a:cubicBezTo>
                <a:cubicBezTo>
                  <a:pt x="11320" y="2078"/>
                  <a:pt x="11514" y="2365"/>
                  <a:pt x="11558" y="2727"/>
                </a:cubicBezTo>
                <a:cubicBezTo>
                  <a:pt x="11610" y="3150"/>
                  <a:pt x="11480" y="3519"/>
                  <a:pt x="11147" y="3804"/>
                </a:cubicBezTo>
                <a:cubicBezTo>
                  <a:pt x="10920" y="4000"/>
                  <a:pt x="10658" y="4103"/>
                  <a:pt x="10359" y="4103"/>
                </a:cubicBezTo>
                <a:cubicBezTo>
                  <a:pt x="10247" y="4103"/>
                  <a:pt x="10136" y="4103"/>
                  <a:pt x="10025" y="4103"/>
                </a:cubicBezTo>
                <a:cubicBezTo>
                  <a:pt x="9970" y="4103"/>
                  <a:pt x="9914" y="4103"/>
                  <a:pt x="9858" y="4103"/>
                </a:cubicBezTo>
                <a:cubicBezTo>
                  <a:pt x="9735" y="4105"/>
                  <a:pt x="9639" y="4212"/>
                  <a:pt x="9637" y="4339"/>
                </a:cubicBezTo>
                <a:cubicBezTo>
                  <a:pt x="9637" y="4463"/>
                  <a:pt x="9732" y="4573"/>
                  <a:pt x="9848" y="4573"/>
                </a:cubicBezTo>
                <a:cubicBezTo>
                  <a:pt x="10085" y="4572"/>
                  <a:pt x="10324" y="4573"/>
                  <a:pt x="10562" y="4554"/>
                </a:cubicBezTo>
                <a:cubicBezTo>
                  <a:pt x="10962" y="4525"/>
                  <a:pt x="11295" y="4348"/>
                  <a:pt x="11571" y="4070"/>
                </a:cubicBezTo>
                <a:cubicBezTo>
                  <a:pt x="11767" y="3871"/>
                  <a:pt x="11906" y="3631"/>
                  <a:pt x="11983" y="3361"/>
                </a:cubicBezTo>
                <a:cubicBezTo>
                  <a:pt x="12004" y="3282"/>
                  <a:pt x="12022" y="3202"/>
                  <a:pt x="12039" y="3125"/>
                </a:cubicBezTo>
                <a:lnTo>
                  <a:pt x="12039" y="2670"/>
                </a:lnTo>
                <a:cubicBezTo>
                  <a:pt x="12016" y="2577"/>
                  <a:pt x="11994" y="2482"/>
                  <a:pt x="11967" y="2392"/>
                </a:cubicBezTo>
                <a:cubicBezTo>
                  <a:pt x="11869" y="2071"/>
                  <a:pt x="11690" y="1805"/>
                  <a:pt x="11429" y="1593"/>
                </a:cubicBezTo>
                <a:cubicBezTo>
                  <a:pt x="11211" y="1414"/>
                  <a:pt x="10965" y="1289"/>
                  <a:pt x="10692" y="1247"/>
                </a:cubicBezTo>
                <a:cubicBezTo>
                  <a:pt x="10608" y="1234"/>
                  <a:pt x="10523" y="1231"/>
                  <a:pt x="10437" y="1231"/>
                </a:cubicBezTo>
                <a:cubicBezTo>
                  <a:pt x="10337" y="1231"/>
                  <a:pt x="10237" y="1236"/>
                  <a:pt x="10139" y="1236"/>
                </a:cubicBezTo>
                <a:cubicBezTo>
                  <a:pt x="10126" y="1236"/>
                  <a:pt x="10114" y="1237"/>
                  <a:pt x="10101" y="1237"/>
                </a:cubicBezTo>
                <a:cubicBezTo>
                  <a:pt x="10048" y="1237"/>
                  <a:pt x="10001" y="1232"/>
                  <a:pt x="9957" y="1181"/>
                </a:cubicBezTo>
                <a:cubicBezTo>
                  <a:pt x="9794" y="996"/>
                  <a:pt x="9591" y="873"/>
                  <a:pt x="9355" y="799"/>
                </a:cubicBezTo>
                <a:cubicBezTo>
                  <a:pt x="9206" y="753"/>
                  <a:pt x="9058" y="730"/>
                  <a:pt x="8909" y="730"/>
                </a:cubicBezTo>
                <a:cubicBezTo>
                  <a:pt x="8800" y="730"/>
                  <a:pt x="8691" y="742"/>
                  <a:pt x="8580" y="767"/>
                </a:cubicBezTo>
                <a:cubicBezTo>
                  <a:pt x="8577" y="768"/>
                  <a:pt x="8573" y="768"/>
                  <a:pt x="8569" y="768"/>
                </a:cubicBezTo>
                <a:cubicBezTo>
                  <a:pt x="8547" y="768"/>
                  <a:pt x="8519" y="757"/>
                  <a:pt x="8508" y="742"/>
                </a:cubicBezTo>
                <a:cubicBezTo>
                  <a:pt x="8338" y="525"/>
                  <a:pt x="8130" y="349"/>
                  <a:pt x="7887" y="222"/>
                </a:cubicBezTo>
                <a:cubicBezTo>
                  <a:pt x="7663" y="105"/>
                  <a:pt x="7423" y="28"/>
                  <a:pt x="7166" y="18"/>
                </a:cubicBezTo>
                <a:cubicBezTo>
                  <a:pt x="7144" y="18"/>
                  <a:pt x="7124" y="8"/>
                  <a:pt x="7102" y="1"/>
                </a:cubicBezTo>
                <a:close/>
                <a:moveTo>
                  <a:pt x="9151" y="3381"/>
                </a:moveTo>
                <a:cubicBezTo>
                  <a:pt x="9068" y="3381"/>
                  <a:pt x="8987" y="3433"/>
                  <a:pt x="8944" y="3525"/>
                </a:cubicBezTo>
                <a:cubicBezTo>
                  <a:pt x="8902" y="3612"/>
                  <a:pt x="8864" y="3702"/>
                  <a:pt x="8826" y="3791"/>
                </a:cubicBezTo>
                <a:cubicBezTo>
                  <a:pt x="8628" y="4253"/>
                  <a:pt x="8432" y="4717"/>
                  <a:pt x="8233" y="5178"/>
                </a:cubicBezTo>
                <a:cubicBezTo>
                  <a:pt x="8146" y="5381"/>
                  <a:pt x="8248" y="5546"/>
                  <a:pt x="8463" y="5546"/>
                </a:cubicBezTo>
                <a:cubicBezTo>
                  <a:pt x="8469" y="5546"/>
                  <a:pt x="8475" y="5546"/>
                  <a:pt x="8480" y="5546"/>
                </a:cubicBezTo>
                <a:cubicBezTo>
                  <a:pt x="8570" y="5542"/>
                  <a:pt x="8660" y="5540"/>
                  <a:pt x="8752" y="5540"/>
                </a:cubicBezTo>
                <a:cubicBezTo>
                  <a:pt x="8882" y="5540"/>
                  <a:pt x="9015" y="5543"/>
                  <a:pt x="9152" y="5543"/>
                </a:cubicBezTo>
                <a:cubicBezTo>
                  <a:pt x="8563" y="6294"/>
                  <a:pt x="7983" y="7032"/>
                  <a:pt x="7388" y="7786"/>
                </a:cubicBezTo>
                <a:cubicBezTo>
                  <a:pt x="7416" y="7650"/>
                  <a:pt x="7441" y="7539"/>
                  <a:pt x="7461" y="7426"/>
                </a:cubicBezTo>
                <a:cubicBezTo>
                  <a:pt x="7541" y="6992"/>
                  <a:pt x="7621" y="6559"/>
                  <a:pt x="7695" y="6123"/>
                </a:cubicBezTo>
                <a:cubicBezTo>
                  <a:pt x="7729" y="5923"/>
                  <a:pt x="7642" y="5796"/>
                  <a:pt x="7440" y="5796"/>
                </a:cubicBezTo>
                <a:cubicBezTo>
                  <a:pt x="7434" y="5796"/>
                  <a:pt x="7429" y="5796"/>
                  <a:pt x="7423" y="5796"/>
                </a:cubicBezTo>
                <a:cubicBezTo>
                  <a:pt x="7340" y="5799"/>
                  <a:pt x="7258" y="5799"/>
                  <a:pt x="7175" y="5799"/>
                </a:cubicBezTo>
                <a:cubicBezTo>
                  <a:pt x="7042" y="5799"/>
                  <a:pt x="6908" y="5797"/>
                  <a:pt x="6770" y="5797"/>
                </a:cubicBezTo>
                <a:cubicBezTo>
                  <a:pt x="6778" y="5681"/>
                  <a:pt x="6782" y="5575"/>
                  <a:pt x="6792" y="5469"/>
                </a:cubicBezTo>
                <a:cubicBezTo>
                  <a:pt x="6814" y="5252"/>
                  <a:pt x="6840" y="5037"/>
                  <a:pt x="6863" y="4820"/>
                </a:cubicBezTo>
                <a:cubicBezTo>
                  <a:pt x="6878" y="4675"/>
                  <a:pt x="6888" y="4529"/>
                  <a:pt x="6901" y="4383"/>
                </a:cubicBezTo>
                <a:cubicBezTo>
                  <a:pt x="6924" y="4125"/>
                  <a:pt x="6952" y="3871"/>
                  <a:pt x="6971" y="3615"/>
                </a:cubicBezTo>
                <a:cubicBezTo>
                  <a:pt x="6980" y="3488"/>
                  <a:pt x="6884" y="3390"/>
                  <a:pt x="6763" y="3382"/>
                </a:cubicBezTo>
                <a:cubicBezTo>
                  <a:pt x="6758" y="3382"/>
                  <a:pt x="6754" y="3382"/>
                  <a:pt x="6749" y="3382"/>
                </a:cubicBezTo>
                <a:cubicBezTo>
                  <a:pt x="6637" y="3382"/>
                  <a:pt x="6536" y="3467"/>
                  <a:pt x="6520" y="3583"/>
                </a:cubicBezTo>
                <a:cubicBezTo>
                  <a:pt x="6512" y="3648"/>
                  <a:pt x="6507" y="3714"/>
                  <a:pt x="6500" y="3779"/>
                </a:cubicBezTo>
                <a:cubicBezTo>
                  <a:pt x="6477" y="4007"/>
                  <a:pt x="6450" y="4234"/>
                  <a:pt x="6429" y="4464"/>
                </a:cubicBezTo>
                <a:cubicBezTo>
                  <a:pt x="6414" y="4601"/>
                  <a:pt x="6405" y="4739"/>
                  <a:pt x="6391" y="4874"/>
                </a:cubicBezTo>
                <a:cubicBezTo>
                  <a:pt x="6369" y="5095"/>
                  <a:pt x="6341" y="5313"/>
                  <a:pt x="6320" y="5533"/>
                </a:cubicBezTo>
                <a:cubicBezTo>
                  <a:pt x="6305" y="5674"/>
                  <a:pt x="6302" y="5819"/>
                  <a:pt x="6280" y="5962"/>
                </a:cubicBezTo>
                <a:cubicBezTo>
                  <a:pt x="6251" y="6156"/>
                  <a:pt x="6341" y="6273"/>
                  <a:pt x="6536" y="6273"/>
                </a:cubicBezTo>
                <a:lnTo>
                  <a:pt x="7191" y="6273"/>
                </a:lnTo>
                <a:cubicBezTo>
                  <a:pt x="7148" y="6494"/>
                  <a:pt x="7108" y="6706"/>
                  <a:pt x="7068" y="6917"/>
                </a:cubicBezTo>
                <a:cubicBezTo>
                  <a:pt x="7022" y="7148"/>
                  <a:pt x="6978" y="7388"/>
                  <a:pt x="6936" y="7628"/>
                </a:cubicBezTo>
                <a:cubicBezTo>
                  <a:pt x="6878" y="7948"/>
                  <a:pt x="6824" y="8269"/>
                  <a:pt x="6762" y="8589"/>
                </a:cubicBezTo>
                <a:cubicBezTo>
                  <a:pt x="6734" y="8725"/>
                  <a:pt x="6781" y="8840"/>
                  <a:pt x="6898" y="8897"/>
                </a:cubicBezTo>
                <a:cubicBezTo>
                  <a:pt x="6927" y="8910"/>
                  <a:pt x="6957" y="8917"/>
                  <a:pt x="6986" y="8917"/>
                </a:cubicBezTo>
                <a:cubicBezTo>
                  <a:pt x="7061" y="8917"/>
                  <a:pt x="7136" y="8874"/>
                  <a:pt x="7198" y="8795"/>
                </a:cubicBezTo>
                <a:cubicBezTo>
                  <a:pt x="7318" y="8640"/>
                  <a:pt x="7444" y="8487"/>
                  <a:pt x="7566" y="8333"/>
                </a:cubicBezTo>
                <a:cubicBezTo>
                  <a:pt x="7733" y="8121"/>
                  <a:pt x="7897" y="7905"/>
                  <a:pt x="8064" y="7693"/>
                </a:cubicBezTo>
                <a:cubicBezTo>
                  <a:pt x="8249" y="7459"/>
                  <a:pt x="8432" y="7225"/>
                  <a:pt x="8615" y="6992"/>
                </a:cubicBezTo>
                <a:cubicBezTo>
                  <a:pt x="8806" y="6752"/>
                  <a:pt x="8998" y="6513"/>
                  <a:pt x="9187" y="6273"/>
                </a:cubicBezTo>
                <a:lnTo>
                  <a:pt x="9764" y="5536"/>
                </a:lnTo>
                <a:cubicBezTo>
                  <a:pt x="9792" y="5502"/>
                  <a:pt x="9821" y="5467"/>
                  <a:pt x="9842" y="5429"/>
                </a:cubicBezTo>
                <a:cubicBezTo>
                  <a:pt x="9935" y="5267"/>
                  <a:pt x="9839" y="5069"/>
                  <a:pt x="9630" y="5069"/>
                </a:cubicBezTo>
                <a:cubicBezTo>
                  <a:pt x="9629" y="5069"/>
                  <a:pt x="9628" y="5069"/>
                  <a:pt x="9627" y="5069"/>
                </a:cubicBezTo>
                <a:lnTo>
                  <a:pt x="8810" y="5069"/>
                </a:lnTo>
                <a:cubicBezTo>
                  <a:pt x="8810" y="5048"/>
                  <a:pt x="8806" y="5037"/>
                  <a:pt x="8810" y="5027"/>
                </a:cubicBezTo>
                <a:cubicBezTo>
                  <a:pt x="8871" y="4884"/>
                  <a:pt x="8935" y="4740"/>
                  <a:pt x="8998" y="4596"/>
                </a:cubicBezTo>
                <a:cubicBezTo>
                  <a:pt x="9124" y="4300"/>
                  <a:pt x="9254" y="4005"/>
                  <a:pt x="9377" y="3708"/>
                </a:cubicBezTo>
                <a:cubicBezTo>
                  <a:pt x="9431" y="3577"/>
                  <a:pt x="9370" y="3455"/>
                  <a:pt x="9227" y="3397"/>
                </a:cubicBezTo>
                <a:cubicBezTo>
                  <a:pt x="9203" y="3386"/>
                  <a:pt x="9177" y="3381"/>
                  <a:pt x="9151" y="3381"/>
                </a:cubicBezTo>
                <a:close/>
                <a:moveTo>
                  <a:pt x="2880" y="3777"/>
                </a:moveTo>
                <a:cubicBezTo>
                  <a:pt x="2841" y="3777"/>
                  <a:pt x="2804" y="3784"/>
                  <a:pt x="2775" y="3801"/>
                </a:cubicBezTo>
                <a:cubicBezTo>
                  <a:pt x="2596" y="3898"/>
                  <a:pt x="2414" y="3997"/>
                  <a:pt x="2246" y="4109"/>
                </a:cubicBezTo>
                <a:cubicBezTo>
                  <a:pt x="1939" y="4314"/>
                  <a:pt x="1664" y="4561"/>
                  <a:pt x="1430" y="4848"/>
                </a:cubicBezTo>
                <a:cubicBezTo>
                  <a:pt x="1155" y="5179"/>
                  <a:pt x="933" y="5547"/>
                  <a:pt x="773" y="5950"/>
                </a:cubicBezTo>
                <a:cubicBezTo>
                  <a:pt x="599" y="6396"/>
                  <a:pt x="495" y="6857"/>
                  <a:pt x="489" y="7337"/>
                </a:cubicBezTo>
                <a:cubicBezTo>
                  <a:pt x="487" y="7738"/>
                  <a:pt x="489" y="8142"/>
                  <a:pt x="489" y="8544"/>
                </a:cubicBezTo>
                <a:cubicBezTo>
                  <a:pt x="489" y="8592"/>
                  <a:pt x="485" y="8622"/>
                  <a:pt x="437" y="8654"/>
                </a:cubicBezTo>
                <a:cubicBezTo>
                  <a:pt x="270" y="8768"/>
                  <a:pt x="152" y="8923"/>
                  <a:pt x="82" y="9112"/>
                </a:cubicBezTo>
                <a:cubicBezTo>
                  <a:pt x="49" y="9207"/>
                  <a:pt x="27" y="9307"/>
                  <a:pt x="1" y="9410"/>
                </a:cubicBezTo>
                <a:lnTo>
                  <a:pt x="1" y="9647"/>
                </a:lnTo>
                <a:cubicBezTo>
                  <a:pt x="49" y="9785"/>
                  <a:pt x="82" y="9929"/>
                  <a:pt x="148" y="10057"/>
                </a:cubicBezTo>
                <a:cubicBezTo>
                  <a:pt x="306" y="10367"/>
                  <a:pt x="575" y="10533"/>
                  <a:pt x="914" y="10588"/>
                </a:cubicBezTo>
                <a:cubicBezTo>
                  <a:pt x="962" y="10595"/>
                  <a:pt x="981" y="10610"/>
                  <a:pt x="982" y="10659"/>
                </a:cubicBezTo>
                <a:cubicBezTo>
                  <a:pt x="1006" y="11132"/>
                  <a:pt x="1125" y="11582"/>
                  <a:pt x="1311" y="12016"/>
                </a:cubicBezTo>
                <a:cubicBezTo>
                  <a:pt x="1462" y="12362"/>
                  <a:pt x="1663" y="12680"/>
                  <a:pt x="1903" y="12972"/>
                </a:cubicBezTo>
                <a:cubicBezTo>
                  <a:pt x="1920" y="12997"/>
                  <a:pt x="1924" y="13038"/>
                  <a:pt x="1924" y="13073"/>
                </a:cubicBezTo>
                <a:cubicBezTo>
                  <a:pt x="1926" y="13756"/>
                  <a:pt x="1927" y="14439"/>
                  <a:pt x="1924" y="15123"/>
                </a:cubicBezTo>
                <a:cubicBezTo>
                  <a:pt x="1924" y="15252"/>
                  <a:pt x="1968" y="15346"/>
                  <a:pt x="2071" y="15418"/>
                </a:cubicBezTo>
                <a:lnTo>
                  <a:pt x="2253" y="15418"/>
                </a:lnTo>
                <a:cubicBezTo>
                  <a:pt x="2371" y="15357"/>
                  <a:pt x="2401" y="15261"/>
                  <a:pt x="2400" y="15131"/>
                </a:cubicBezTo>
                <a:cubicBezTo>
                  <a:pt x="2394" y="14621"/>
                  <a:pt x="2398" y="14111"/>
                  <a:pt x="2398" y="13600"/>
                </a:cubicBezTo>
                <a:lnTo>
                  <a:pt x="2398" y="13484"/>
                </a:lnTo>
                <a:cubicBezTo>
                  <a:pt x="3179" y="14121"/>
                  <a:pt x="4056" y="14458"/>
                  <a:pt x="5058" y="14458"/>
                </a:cubicBezTo>
                <a:cubicBezTo>
                  <a:pt x="6056" y="14458"/>
                  <a:pt x="6936" y="14128"/>
                  <a:pt x="7718" y="13485"/>
                </a:cubicBezTo>
                <a:lnTo>
                  <a:pt x="7718" y="13485"/>
                </a:lnTo>
                <a:cubicBezTo>
                  <a:pt x="7718" y="14047"/>
                  <a:pt x="7721" y="14585"/>
                  <a:pt x="7715" y="15123"/>
                </a:cubicBezTo>
                <a:cubicBezTo>
                  <a:pt x="7714" y="15253"/>
                  <a:pt x="7750" y="15352"/>
                  <a:pt x="7864" y="15419"/>
                </a:cubicBezTo>
                <a:lnTo>
                  <a:pt x="8045" y="15419"/>
                </a:lnTo>
                <a:cubicBezTo>
                  <a:pt x="8152" y="15346"/>
                  <a:pt x="8194" y="15252"/>
                  <a:pt x="8192" y="15117"/>
                </a:cubicBezTo>
                <a:cubicBezTo>
                  <a:pt x="8186" y="14441"/>
                  <a:pt x="8188" y="13768"/>
                  <a:pt x="8192" y="13093"/>
                </a:cubicBezTo>
                <a:cubicBezTo>
                  <a:pt x="8192" y="13038"/>
                  <a:pt x="8221" y="12980"/>
                  <a:pt x="8252" y="12933"/>
                </a:cubicBezTo>
                <a:cubicBezTo>
                  <a:pt x="8323" y="12825"/>
                  <a:pt x="8416" y="12732"/>
                  <a:pt x="8476" y="12622"/>
                </a:cubicBezTo>
                <a:cubicBezTo>
                  <a:pt x="8620" y="12360"/>
                  <a:pt x="8765" y="12097"/>
                  <a:pt x="8881" y="11822"/>
                </a:cubicBezTo>
                <a:cubicBezTo>
                  <a:pt x="9008" y="11524"/>
                  <a:pt x="9085" y="11210"/>
                  <a:pt x="9115" y="10886"/>
                </a:cubicBezTo>
                <a:cubicBezTo>
                  <a:pt x="9124" y="10787"/>
                  <a:pt x="9140" y="10687"/>
                  <a:pt x="9152" y="10594"/>
                </a:cubicBezTo>
                <a:cubicBezTo>
                  <a:pt x="9492" y="10556"/>
                  <a:pt x="9748" y="10397"/>
                  <a:pt x="9931" y="10128"/>
                </a:cubicBezTo>
                <a:cubicBezTo>
                  <a:pt x="10095" y="9890"/>
                  <a:pt x="10146" y="9625"/>
                  <a:pt x="10098" y="9337"/>
                </a:cubicBezTo>
                <a:cubicBezTo>
                  <a:pt x="10056" y="9079"/>
                  <a:pt x="9937" y="8865"/>
                  <a:pt x="9739" y="8701"/>
                </a:cubicBezTo>
                <a:cubicBezTo>
                  <a:pt x="9667" y="8638"/>
                  <a:pt x="9639" y="8581"/>
                  <a:pt x="9640" y="8490"/>
                </a:cubicBezTo>
                <a:cubicBezTo>
                  <a:pt x="9646" y="8164"/>
                  <a:pt x="9646" y="7837"/>
                  <a:pt x="9642" y="7510"/>
                </a:cubicBezTo>
                <a:cubicBezTo>
                  <a:pt x="9640" y="7352"/>
                  <a:pt x="9554" y="7241"/>
                  <a:pt x="9414" y="7241"/>
                </a:cubicBezTo>
                <a:cubicBezTo>
                  <a:pt x="9406" y="7241"/>
                  <a:pt x="9398" y="7242"/>
                  <a:pt x="9390" y="7242"/>
                </a:cubicBezTo>
                <a:cubicBezTo>
                  <a:pt x="9241" y="7256"/>
                  <a:pt x="9169" y="7331"/>
                  <a:pt x="9169" y="7508"/>
                </a:cubicBezTo>
                <a:lnTo>
                  <a:pt x="9169" y="8342"/>
                </a:lnTo>
                <a:lnTo>
                  <a:pt x="9169" y="8443"/>
                </a:lnTo>
                <a:cubicBezTo>
                  <a:pt x="9132" y="8443"/>
                  <a:pt x="9099" y="8443"/>
                  <a:pt x="9068" y="8443"/>
                </a:cubicBezTo>
                <a:cubicBezTo>
                  <a:pt x="9053" y="8443"/>
                  <a:pt x="9037" y="8443"/>
                  <a:pt x="9022" y="8443"/>
                </a:cubicBezTo>
                <a:cubicBezTo>
                  <a:pt x="8896" y="8449"/>
                  <a:pt x="8806" y="8548"/>
                  <a:pt x="8806" y="8680"/>
                </a:cubicBezTo>
                <a:cubicBezTo>
                  <a:pt x="8806" y="8807"/>
                  <a:pt x="8903" y="8913"/>
                  <a:pt x="9024" y="8916"/>
                </a:cubicBezTo>
                <a:cubicBezTo>
                  <a:pt x="9312" y="8923"/>
                  <a:pt x="9502" y="9064"/>
                  <a:pt x="9610" y="9327"/>
                </a:cubicBezTo>
                <a:cubicBezTo>
                  <a:pt x="9699" y="9548"/>
                  <a:pt x="9605" y="9849"/>
                  <a:pt x="9419" y="9992"/>
                </a:cubicBezTo>
                <a:cubicBezTo>
                  <a:pt x="9291" y="10090"/>
                  <a:pt x="9153" y="10136"/>
                  <a:pt x="9003" y="10136"/>
                </a:cubicBezTo>
                <a:cubicBezTo>
                  <a:pt x="8981" y="10136"/>
                  <a:pt x="8957" y="10135"/>
                  <a:pt x="8934" y="10133"/>
                </a:cubicBezTo>
                <a:cubicBezTo>
                  <a:pt x="8928" y="10132"/>
                  <a:pt x="8921" y="10132"/>
                  <a:pt x="8915" y="10132"/>
                </a:cubicBezTo>
                <a:cubicBezTo>
                  <a:pt x="8789" y="10132"/>
                  <a:pt x="8667" y="10257"/>
                  <a:pt x="8678" y="10390"/>
                </a:cubicBezTo>
                <a:cubicBezTo>
                  <a:pt x="8687" y="10485"/>
                  <a:pt x="8668" y="10581"/>
                  <a:pt x="8663" y="10678"/>
                </a:cubicBezTo>
                <a:cubicBezTo>
                  <a:pt x="8644" y="11012"/>
                  <a:pt x="8563" y="11332"/>
                  <a:pt x="8447" y="11645"/>
                </a:cubicBezTo>
                <a:cubicBezTo>
                  <a:pt x="8271" y="12113"/>
                  <a:pt x="8003" y="12524"/>
                  <a:pt x="7660" y="12884"/>
                </a:cubicBezTo>
                <a:cubicBezTo>
                  <a:pt x="7420" y="13135"/>
                  <a:pt x="7144" y="13340"/>
                  <a:pt x="6842" y="13515"/>
                </a:cubicBezTo>
                <a:cubicBezTo>
                  <a:pt x="6375" y="13784"/>
                  <a:pt x="5873" y="13936"/>
                  <a:pt x="5343" y="13978"/>
                </a:cubicBezTo>
                <a:cubicBezTo>
                  <a:pt x="5246" y="13986"/>
                  <a:pt x="5150" y="13990"/>
                  <a:pt x="5053" y="13990"/>
                </a:cubicBezTo>
                <a:cubicBezTo>
                  <a:pt x="4777" y="13990"/>
                  <a:pt x="4500" y="13958"/>
                  <a:pt x="4226" y="13893"/>
                </a:cubicBezTo>
                <a:cubicBezTo>
                  <a:pt x="3647" y="13750"/>
                  <a:pt x="3131" y="13487"/>
                  <a:pt x="2685" y="13096"/>
                </a:cubicBezTo>
                <a:cubicBezTo>
                  <a:pt x="2255" y="12716"/>
                  <a:pt x="1922" y="12263"/>
                  <a:pt x="1703" y="11726"/>
                </a:cubicBezTo>
                <a:cubicBezTo>
                  <a:pt x="1535" y="11308"/>
                  <a:pt x="1442" y="10876"/>
                  <a:pt x="1439" y="10426"/>
                </a:cubicBezTo>
                <a:cubicBezTo>
                  <a:pt x="1438" y="10247"/>
                  <a:pt x="1348" y="10131"/>
                  <a:pt x="1176" y="10131"/>
                </a:cubicBezTo>
                <a:cubicBezTo>
                  <a:pt x="1164" y="10131"/>
                  <a:pt x="1152" y="10132"/>
                  <a:pt x="1139" y="10133"/>
                </a:cubicBezTo>
                <a:cubicBezTo>
                  <a:pt x="1121" y="10134"/>
                  <a:pt x="1103" y="10135"/>
                  <a:pt x="1085" y="10135"/>
                </a:cubicBezTo>
                <a:cubicBezTo>
                  <a:pt x="896" y="10135"/>
                  <a:pt x="738" y="10051"/>
                  <a:pt x="612" y="9902"/>
                </a:cubicBezTo>
                <a:cubicBezTo>
                  <a:pt x="497" y="9765"/>
                  <a:pt x="444" y="9609"/>
                  <a:pt x="478" y="9436"/>
                </a:cubicBezTo>
                <a:cubicBezTo>
                  <a:pt x="537" y="9127"/>
                  <a:pt x="764" y="8923"/>
                  <a:pt x="1096" y="8916"/>
                </a:cubicBezTo>
                <a:cubicBezTo>
                  <a:pt x="1209" y="8913"/>
                  <a:pt x="1325" y="8797"/>
                  <a:pt x="1323" y="8695"/>
                </a:cubicBezTo>
                <a:cubicBezTo>
                  <a:pt x="1317" y="8541"/>
                  <a:pt x="1224" y="8443"/>
                  <a:pt x="1078" y="8443"/>
                </a:cubicBezTo>
                <a:lnTo>
                  <a:pt x="961" y="8443"/>
                </a:lnTo>
                <a:cubicBezTo>
                  <a:pt x="961" y="8304"/>
                  <a:pt x="958" y="8177"/>
                  <a:pt x="961" y="8049"/>
                </a:cubicBezTo>
                <a:cubicBezTo>
                  <a:pt x="969" y="7673"/>
                  <a:pt x="936" y="7298"/>
                  <a:pt x="995" y="6923"/>
                </a:cubicBezTo>
                <a:cubicBezTo>
                  <a:pt x="1046" y="6600"/>
                  <a:pt x="1135" y="6287"/>
                  <a:pt x="1272" y="5991"/>
                </a:cubicBezTo>
                <a:cubicBezTo>
                  <a:pt x="1484" y="5531"/>
                  <a:pt x="1772" y="5120"/>
                  <a:pt x="2159" y="4784"/>
                </a:cubicBezTo>
                <a:cubicBezTo>
                  <a:pt x="2377" y="4596"/>
                  <a:pt x="2603" y="4428"/>
                  <a:pt x="2856" y="4291"/>
                </a:cubicBezTo>
                <a:cubicBezTo>
                  <a:pt x="2932" y="4249"/>
                  <a:pt x="3019" y="4211"/>
                  <a:pt x="3077" y="4150"/>
                </a:cubicBezTo>
                <a:cubicBezTo>
                  <a:pt x="3153" y="4071"/>
                  <a:pt x="3134" y="3919"/>
                  <a:pt x="3067" y="3845"/>
                </a:cubicBezTo>
                <a:cubicBezTo>
                  <a:pt x="3029" y="3803"/>
                  <a:pt x="2952" y="3777"/>
                  <a:pt x="2880" y="377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868" name="Google Shape;868;p47"/>
          <p:cNvSpPr/>
          <p:nvPr/>
        </p:nvSpPr>
        <p:spPr>
          <a:xfrm>
            <a:off x="6932241" y="1428288"/>
            <a:ext cx="375368" cy="443143"/>
          </a:xfrm>
          <a:custGeom>
            <a:avLst/>
            <a:gdLst/>
            <a:ahLst/>
            <a:cxnLst/>
            <a:rect l="l" t="t" r="r" b="b"/>
            <a:pathLst>
              <a:path w="13054" h="15411" extrusionOk="0">
                <a:moveTo>
                  <a:pt x="6562" y="1687"/>
                </a:moveTo>
                <a:cubicBezTo>
                  <a:pt x="6561" y="1687"/>
                  <a:pt x="6560" y="1687"/>
                  <a:pt x="6559" y="1687"/>
                </a:cubicBezTo>
                <a:cubicBezTo>
                  <a:pt x="6412" y="1690"/>
                  <a:pt x="6326" y="1792"/>
                  <a:pt x="6326" y="1963"/>
                </a:cubicBezTo>
                <a:lnTo>
                  <a:pt x="6326" y="3506"/>
                </a:lnTo>
                <a:cubicBezTo>
                  <a:pt x="6319" y="3512"/>
                  <a:pt x="6312" y="3515"/>
                  <a:pt x="6305" y="3520"/>
                </a:cubicBezTo>
                <a:cubicBezTo>
                  <a:pt x="6204" y="3417"/>
                  <a:pt x="6107" y="3311"/>
                  <a:pt x="6002" y="3209"/>
                </a:cubicBezTo>
                <a:cubicBezTo>
                  <a:pt x="5954" y="3162"/>
                  <a:pt x="5895" y="3139"/>
                  <a:pt x="5835" y="3139"/>
                </a:cubicBezTo>
                <a:cubicBezTo>
                  <a:pt x="5775" y="3139"/>
                  <a:pt x="5715" y="3163"/>
                  <a:pt x="5668" y="3209"/>
                </a:cubicBezTo>
                <a:cubicBezTo>
                  <a:pt x="5576" y="3304"/>
                  <a:pt x="5573" y="3448"/>
                  <a:pt x="5671" y="3547"/>
                </a:cubicBezTo>
                <a:cubicBezTo>
                  <a:pt x="5911" y="3788"/>
                  <a:pt x="6152" y="4031"/>
                  <a:pt x="6393" y="4268"/>
                </a:cubicBezTo>
                <a:cubicBezTo>
                  <a:pt x="6439" y="4313"/>
                  <a:pt x="6495" y="4335"/>
                  <a:pt x="6552" y="4335"/>
                </a:cubicBezTo>
                <a:cubicBezTo>
                  <a:pt x="6609" y="4335"/>
                  <a:pt x="6665" y="4313"/>
                  <a:pt x="6712" y="4268"/>
                </a:cubicBezTo>
                <a:cubicBezTo>
                  <a:pt x="6960" y="4021"/>
                  <a:pt x="7209" y="3771"/>
                  <a:pt x="7455" y="3522"/>
                </a:cubicBezTo>
                <a:cubicBezTo>
                  <a:pt x="7551" y="3426"/>
                  <a:pt x="7517" y="3231"/>
                  <a:pt x="7397" y="3169"/>
                </a:cubicBezTo>
                <a:cubicBezTo>
                  <a:pt x="7358" y="3147"/>
                  <a:pt x="7317" y="3137"/>
                  <a:pt x="7276" y="3137"/>
                </a:cubicBezTo>
                <a:cubicBezTo>
                  <a:pt x="7210" y="3137"/>
                  <a:pt x="7146" y="3164"/>
                  <a:pt x="7093" y="3215"/>
                </a:cubicBezTo>
                <a:lnTo>
                  <a:pt x="6798" y="3512"/>
                </a:lnTo>
                <a:lnTo>
                  <a:pt x="6798" y="3388"/>
                </a:lnTo>
                <a:lnTo>
                  <a:pt x="6798" y="1972"/>
                </a:lnTo>
                <a:cubicBezTo>
                  <a:pt x="6798" y="1804"/>
                  <a:pt x="6698" y="1687"/>
                  <a:pt x="6562" y="1687"/>
                </a:cubicBezTo>
                <a:close/>
                <a:moveTo>
                  <a:pt x="8734" y="3384"/>
                </a:moveTo>
                <a:cubicBezTo>
                  <a:pt x="8708" y="3384"/>
                  <a:pt x="8681" y="3388"/>
                  <a:pt x="8654" y="3397"/>
                </a:cubicBezTo>
                <a:cubicBezTo>
                  <a:pt x="8616" y="3410"/>
                  <a:pt x="8574" y="3427"/>
                  <a:pt x="8547" y="3455"/>
                </a:cubicBezTo>
                <a:cubicBezTo>
                  <a:pt x="8230" y="3769"/>
                  <a:pt x="7913" y="4086"/>
                  <a:pt x="7599" y="4401"/>
                </a:cubicBezTo>
                <a:cubicBezTo>
                  <a:pt x="7500" y="4500"/>
                  <a:pt x="7485" y="4678"/>
                  <a:pt x="7575" y="4758"/>
                </a:cubicBezTo>
                <a:cubicBezTo>
                  <a:pt x="7621" y="4800"/>
                  <a:pt x="7679" y="4832"/>
                  <a:pt x="7744" y="4832"/>
                </a:cubicBezTo>
                <a:cubicBezTo>
                  <a:pt x="7803" y="4832"/>
                  <a:pt x="7868" y="4805"/>
                  <a:pt x="7936" y="4736"/>
                </a:cubicBezTo>
                <a:cubicBezTo>
                  <a:pt x="8249" y="4419"/>
                  <a:pt x="8568" y="4103"/>
                  <a:pt x="8881" y="3786"/>
                </a:cubicBezTo>
                <a:cubicBezTo>
                  <a:pt x="8923" y="3744"/>
                  <a:pt x="8945" y="3680"/>
                  <a:pt x="8975" y="3627"/>
                </a:cubicBezTo>
                <a:cubicBezTo>
                  <a:pt x="8961" y="3482"/>
                  <a:pt x="8858" y="3384"/>
                  <a:pt x="8734" y="3384"/>
                </a:cubicBezTo>
                <a:close/>
                <a:moveTo>
                  <a:pt x="4388" y="3374"/>
                </a:moveTo>
                <a:cubicBezTo>
                  <a:pt x="4329" y="3374"/>
                  <a:pt x="4273" y="3399"/>
                  <a:pt x="4228" y="3439"/>
                </a:cubicBezTo>
                <a:cubicBezTo>
                  <a:pt x="4125" y="3529"/>
                  <a:pt x="4122" y="3685"/>
                  <a:pt x="4218" y="3781"/>
                </a:cubicBezTo>
                <a:cubicBezTo>
                  <a:pt x="4544" y="4108"/>
                  <a:pt x="4871" y="4435"/>
                  <a:pt x="5198" y="4762"/>
                </a:cubicBezTo>
                <a:cubicBezTo>
                  <a:pt x="5244" y="4810"/>
                  <a:pt x="5297" y="4832"/>
                  <a:pt x="5356" y="4832"/>
                </a:cubicBezTo>
                <a:cubicBezTo>
                  <a:pt x="5394" y="4832"/>
                  <a:pt x="5434" y="4823"/>
                  <a:pt x="5476" y="4804"/>
                </a:cubicBezTo>
                <a:cubicBezTo>
                  <a:pt x="5570" y="4761"/>
                  <a:pt x="5591" y="4676"/>
                  <a:pt x="5607" y="4560"/>
                </a:cubicBezTo>
                <a:cubicBezTo>
                  <a:pt x="5588" y="4528"/>
                  <a:pt x="5572" y="4471"/>
                  <a:pt x="5536" y="4433"/>
                </a:cubicBezTo>
                <a:cubicBezTo>
                  <a:pt x="5210" y="4101"/>
                  <a:pt x="4883" y="3772"/>
                  <a:pt x="4551" y="3446"/>
                </a:cubicBezTo>
                <a:cubicBezTo>
                  <a:pt x="4500" y="3395"/>
                  <a:pt x="4443" y="3374"/>
                  <a:pt x="4388" y="3374"/>
                </a:cubicBezTo>
                <a:close/>
                <a:moveTo>
                  <a:pt x="8971" y="4824"/>
                </a:moveTo>
                <a:cubicBezTo>
                  <a:pt x="8907" y="4824"/>
                  <a:pt x="8842" y="4846"/>
                  <a:pt x="8797" y="4891"/>
                </a:cubicBezTo>
                <a:cubicBezTo>
                  <a:pt x="8554" y="5128"/>
                  <a:pt x="8314" y="5368"/>
                  <a:pt x="8078" y="5611"/>
                </a:cubicBezTo>
                <a:cubicBezTo>
                  <a:pt x="7985" y="5706"/>
                  <a:pt x="7991" y="5866"/>
                  <a:pt x="8084" y="5957"/>
                </a:cubicBezTo>
                <a:cubicBezTo>
                  <a:pt x="8320" y="6194"/>
                  <a:pt x="8564" y="6428"/>
                  <a:pt x="8792" y="6672"/>
                </a:cubicBezTo>
                <a:cubicBezTo>
                  <a:pt x="8830" y="6712"/>
                  <a:pt x="8896" y="6731"/>
                  <a:pt x="8962" y="6731"/>
                </a:cubicBezTo>
                <a:cubicBezTo>
                  <a:pt x="9030" y="6731"/>
                  <a:pt x="9098" y="6711"/>
                  <a:pt x="9135" y="6674"/>
                </a:cubicBezTo>
                <a:cubicBezTo>
                  <a:pt x="9208" y="6601"/>
                  <a:pt x="9220" y="6404"/>
                  <a:pt x="9132" y="6331"/>
                </a:cubicBezTo>
                <a:cubicBezTo>
                  <a:pt x="9026" y="6244"/>
                  <a:pt x="8936" y="6137"/>
                  <a:pt x="8821" y="6026"/>
                </a:cubicBezTo>
                <a:lnTo>
                  <a:pt x="8930" y="6026"/>
                </a:lnTo>
                <a:cubicBezTo>
                  <a:pt x="9226" y="6026"/>
                  <a:pt x="9522" y="6026"/>
                  <a:pt x="9818" y="6026"/>
                </a:cubicBezTo>
                <a:cubicBezTo>
                  <a:pt x="9966" y="6026"/>
                  <a:pt x="10114" y="6026"/>
                  <a:pt x="10262" y="6026"/>
                </a:cubicBezTo>
                <a:cubicBezTo>
                  <a:pt x="10326" y="6026"/>
                  <a:pt x="10392" y="6014"/>
                  <a:pt x="10457" y="6008"/>
                </a:cubicBezTo>
                <a:cubicBezTo>
                  <a:pt x="10579" y="5998"/>
                  <a:pt x="10658" y="5887"/>
                  <a:pt x="10645" y="5761"/>
                </a:cubicBezTo>
                <a:cubicBezTo>
                  <a:pt x="10631" y="5642"/>
                  <a:pt x="10543" y="5556"/>
                  <a:pt x="10421" y="5553"/>
                </a:cubicBezTo>
                <a:lnTo>
                  <a:pt x="8827" y="5553"/>
                </a:lnTo>
                <a:cubicBezTo>
                  <a:pt x="8823" y="5547"/>
                  <a:pt x="8820" y="5540"/>
                  <a:pt x="8816" y="5533"/>
                </a:cubicBezTo>
                <a:cubicBezTo>
                  <a:pt x="8917" y="5432"/>
                  <a:pt x="9012" y="5325"/>
                  <a:pt x="9124" y="5237"/>
                </a:cubicBezTo>
                <a:cubicBezTo>
                  <a:pt x="9223" y="5158"/>
                  <a:pt x="9208" y="4961"/>
                  <a:pt x="9138" y="4887"/>
                </a:cubicBezTo>
                <a:cubicBezTo>
                  <a:pt x="9097" y="4846"/>
                  <a:pt x="9035" y="4824"/>
                  <a:pt x="8971" y="4824"/>
                </a:cubicBezTo>
                <a:close/>
                <a:moveTo>
                  <a:pt x="6531" y="4833"/>
                </a:moveTo>
                <a:cubicBezTo>
                  <a:pt x="6476" y="4833"/>
                  <a:pt x="6421" y="4840"/>
                  <a:pt x="6370" y="4849"/>
                </a:cubicBezTo>
                <a:cubicBezTo>
                  <a:pt x="5857" y="4944"/>
                  <a:pt x="5541" y="5409"/>
                  <a:pt x="5607" y="5911"/>
                </a:cubicBezTo>
                <a:cubicBezTo>
                  <a:pt x="5668" y="6380"/>
                  <a:pt x="6059" y="6736"/>
                  <a:pt x="6512" y="6736"/>
                </a:cubicBezTo>
                <a:cubicBezTo>
                  <a:pt x="6528" y="6736"/>
                  <a:pt x="6545" y="6736"/>
                  <a:pt x="6562" y="6735"/>
                </a:cubicBezTo>
                <a:cubicBezTo>
                  <a:pt x="6577" y="6736"/>
                  <a:pt x="6593" y="6736"/>
                  <a:pt x="6608" y="6736"/>
                </a:cubicBezTo>
                <a:cubicBezTo>
                  <a:pt x="6862" y="6736"/>
                  <a:pt x="7074" y="6633"/>
                  <a:pt x="7245" y="6456"/>
                </a:cubicBezTo>
                <a:cubicBezTo>
                  <a:pt x="7424" y="6273"/>
                  <a:pt x="7510" y="6044"/>
                  <a:pt x="7513" y="5778"/>
                </a:cubicBezTo>
                <a:cubicBezTo>
                  <a:pt x="7514" y="5649"/>
                  <a:pt x="7397" y="5556"/>
                  <a:pt x="7270" y="5556"/>
                </a:cubicBezTo>
                <a:cubicBezTo>
                  <a:pt x="7240" y="5556"/>
                  <a:pt x="7210" y="5561"/>
                  <a:pt x="7180" y="5572"/>
                </a:cubicBezTo>
                <a:cubicBezTo>
                  <a:pt x="7052" y="5621"/>
                  <a:pt x="7055" y="5735"/>
                  <a:pt x="7037" y="5837"/>
                </a:cubicBezTo>
                <a:cubicBezTo>
                  <a:pt x="6987" y="6111"/>
                  <a:pt x="6819" y="6267"/>
                  <a:pt x="6563" y="6267"/>
                </a:cubicBezTo>
                <a:cubicBezTo>
                  <a:pt x="6538" y="6267"/>
                  <a:pt x="6513" y="6265"/>
                  <a:pt x="6486" y="6262"/>
                </a:cubicBezTo>
                <a:cubicBezTo>
                  <a:pt x="6267" y="6238"/>
                  <a:pt x="6095" y="6050"/>
                  <a:pt x="6073" y="5834"/>
                </a:cubicBezTo>
                <a:cubicBezTo>
                  <a:pt x="6046" y="5547"/>
                  <a:pt x="6271" y="5301"/>
                  <a:pt x="6546" y="5299"/>
                </a:cubicBezTo>
                <a:cubicBezTo>
                  <a:pt x="6671" y="5299"/>
                  <a:pt x="6780" y="5198"/>
                  <a:pt x="6798" y="5078"/>
                </a:cubicBezTo>
                <a:cubicBezTo>
                  <a:pt x="6809" y="4983"/>
                  <a:pt x="6741" y="4864"/>
                  <a:pt x="6633" y="4842"/>
                </a:cubicBezTo>
                <a:cubicBezTo>
                  <a:pt x="6600" y="4836"/>
                  <a:pt x="6566" y="4833"/>
                  <a:pt x="6531" y="4833"/>
                </a:cubicBezTo>
                <a:close/>
                <a:moveTo>
                  <a:pt x="4156" y="4828"/>
                </a:moveTo>
                <a:cubicBezTo>
                  <a:pt x="4099" y="4828"/>
                  <a:pt x="4042" y="4847"/>
                  <a:pt x="4000" y="4880"/>
                </a:cubicBezTo>
                <a:cubicBezTo>
                  <a:pt x="3885" y="4970"/>
                  <a:pt x="3890" y="5149"/>
                  <a:pt x="3991" y="5243"/>
                </a:cubicBezTo>
                <a:cubicBezTo>
                  <a:pt x="4093" y="5341"/>
                  <a:pt x="4191" y="5441"/>
                  <a:pt x="4308" y="5557"/>
                </a:cubicBezTo>
                <a:lnTo>
                  <a:pt x="2684" y="5557"/>
                </a:lnTo>
                <a:cubicBezTo>
                  <a:pt x="2539" y="5557"/>
                  <a:pt x="2436" y="5703"/>
                  <a:pt x="2481" y="5841"/>
                </a:cubicBezTo>
                <a:cubicBezTo>
                  <a:pt x="2520" y="5967"/>
                  <a:pt x="2604" y="6028"/>
                  <a:pt x="2738" y="6028"/>
                </a:cubicBezTo>
                <a:lnTo>
                  <a:pt x="4292" y="6028"/>
                </a:lnTo>
                <a:cubicBezTo>
                  <a:pt x="4226" y="6095"/>
                  <a:pt x="4176" y="6143"/>
                  <a:pt x="4127" y="6190"/>
                </a:cubicBezTo>
                <a:cubicBezTo>
                  <a:pt x="4077" y="6239"/>
                  <a:pt x="4028" y="6286"/>
                  <a:pt x="3980" y="6338"/>
                </a:cubicBezTo>
                <a:cubicBezTo>
                  <a:pt x="3893" y="6430"/>
                  <a:pt x="3893" y="6597"/>
                  <a:pt x="3977" y="6680"/>
                </a:cubicBezTo>
                <a:cubicBezTo>
                  <a:pt x="4017" y="6718"/>
                  <a:pt x="4084" y="6739"/>
                  <a:pt x="4149" y="6739"/>
                </a:cubicBezTo>
                <a:cubicBezTo>
                  <a:pt x="4207" y="6739"/>
                  <a:pt x="4263" y="6723"/>
                  <a:pt x="4297" y="6688"/>
                </a:cubicBezTo>
                <a:cubicBezTo>
                  <a:pt x="4548" y="6440"/>
                  <a:pt x="4798" y="6190"/>
                  <a:pt x="5047" y="5940"/>
                </a:cubicBezTo>
                <a:cubicBezTo>
                  <a:pt x="5134" y="5850"/>
                  <a:pt x="5134" y="5716"/>
                  <a:pt x="5046" y="5627"/>
                </a:cubicBezTo>
                <a:cubicBezTo>
                  <a:pt x="4798" y="5377"/>
                  <a:pt x="4551" y="5130"/>
                  <a:pt x="4301" y="4883"/>
                </a:cubicBezTo>
                <a:cubicBezTo>
                  <a:pt x="4265" y="4846"/>
                  <a:pt x="4211" y="4828"/>
                  <a:pt x="4156" y="4828"/>
                </a:cubicBezTo>
                <a:close/>
                <a:moveTo>
                  <a:pt x="5356" y="6740"/>
                </a:moveTo>
                <a:cubicBezTo>
                  <a:pt x="5299" y="6740"/>
                  <a:pt x="5244" y="6759"/>
                  <a:pt x="5206" y="6798"/>
                </a:cubicBezTo>
                <a:cubicBezTo>
                  <a:pt x="4875" y="7123"/>
                  <a:pt x="4548" y="7450"/>
                  <a:pt x="4226" y="7779"/>
                </a:cubicBezTo>
                <a:cubicBezTo>
                  <a:pt x="4147" y="7859"/>
                  <a:pt x="4122" y="7956"/>
                  <a:pt x="4178" y="8064"/>
                </a:cubicBezTo>
                <a:cubicBezTo>
                  <a:pt x="4224" y="8150"/>
                  <a:pt x="4297" y="8185"/>
                  <a:pt x="4423" y="8193"/>
                </a:cubicBezTo>
                <a:cubicBezTo>
                  <a:pt x="4451" y="8177"/>
                  <a:pt x="4511" y="8157"/>
                  <a:pt x="4553" y="8116"/>
                </a:cubicBezTo>
                <a:cubicBezTo>
                  <a:pt x="4881" y="7795"/>
                  <a:pt x="5203" y="7469"/>
                  <a:pt x="5528" y="7145"/>
                </a:cubicBezTo>
                <a:cubicBezTo>
                  <a:pt x="5621" y="7052"/>
                  <a:pt x="5627" y="6901"/>
                  <a:pt x="5543" y="6815"/>
                </a:cubicBezTo>
                <a:cubicBezTo>
                  <a:pt x="5495" y="6767"/>
                  <a:pt x="5424" y="6740"/>
                  <a:pt x="5356" y="6740"/>
                </a:cubicBezTo>
                <a:close/>
                <a:moveTo>
                  <a:pt x="7753" y="6738"/>
                </a:moveTo>
                <a:cubicBezTo>
                  <a:pt x="7697" y="6738"/>
                  <a:pt x="7639" y="6761"/>
                  <a:pt x="7587" y="6808"/>
                </a:cubicBezTo>
                <a:cubicBezTo>
                  <a:pt x="7497" y="6891"/>
                  <a:pt x="7485" y="7048"/>
                  <a:pt x="7564" y="7128"/>
                </a:cubicBezTo>
                <a:cubicBezTo>
                  <a:pt x="7895" y="7465"/>
                  <a:pt x="8230" y="7799"/>
                  <a:pt x="8564" y="8129"/>
                </a:cubicBezTo>
                <a:cubicBezTo>
                  <a:pt x="8609" y="8173"/>
                  <a:pt x="8663" y="8194"/>
                  <a:pt x="8718" y="8194"/>
                </a:cubicBezTo>
                <a:cubicBezTo>
                  <a:pt x="8755" y="8194"/>
                  <a:pt x="8793" y="8185"/>
                  <a:pt x="8829" y="8167"/>
                </a:cubicBezTo>
                <a:cubicBezTo>
                  <a:pt x="8913" y="8128"/>
                  <a:pt x="8964" y="8054"/>
                  <a:pt x="8968" y="7946"/>
                </a:cubicBezTo>
                <a:cubicBezTo>
                  <a:pt x="8951" y="7901"/>
                  <a:pt x="8943" y="7844"/>
                  <a:pt x="8913" y="7811"/>
                </a:cubicBezTo>
                <a:cubicBezTo>
                  <a:pt x="8579" y="7469"/>
                  <a:pt x="8241" y="7130"/>
                  <a:pt x="7900" y="6799"/>
                </a:cubicBezTo>
                <a:cubicBezTo>
                  <a:pt x="7857" y="6759"/>
                  <a:pt x="7806" y="6738"/>
                  <a:pt x="7753" y="6738"/>
                </a:cubicBezTo>
                <a:close/>
                <a:moveTo>
                  <a:pt x="6549" y="7240"/>
                </a:moveTo>
                <a:cubicBezTo>
                  <a:pt x="6489" y="7240"/>
                  <a:pt x="6430" y="7262"/>
                  <a:pt x="6385" y="7306"/>
                </a:cubicBezTo>
                <a:cubicBezTo>
                  <a:pt x="6140" y="7546"/>
                  <a:pt x="5899" y="7788"/>
                  <a:pt x="5661" y="8032"/>
                </a:cubicBezTo>
                <a:cubicBezTo>
                  <a:pt x="5575" y="8119"/>
                  <a:pt x="5581" y="8286"/>
                  <a:pt x="5661" y="8366"/>
                </a:cubicBezTo>
                <a:cubicBezTo>
                  <a:pt x="5702" y="8406"/>
                  <a:pt x="5762" y="8426"/>
                  <a:pt x="5823" y="8426"/>
                </a:cubicBezTo>
                <a:cubicBezTo>
                  <a:pt x="5890" y="8426"/>
                  <a:pt x="5959" y="8402"/>
                  <a:pt x="6008" y="8353"/>
                </a:cubicBezTo>
                <a:cubicBezTo>
                  <a:pt x="6108" y="8253"/>
                  <a:pt x="6207" y="8151"/>
                  <a:pt x="6328" y="8028"/>
                </a:cubicBezTo>
                <a:lnTo>
                  <a:pt x="6328" y="8153"/>
                </a:lnTo>
                <a:lnTo>
                  <a:pt x="6328" y="9650"/>
                </a:lnTo>
                <a:cubicBezTo>
                  <a:pt x="6328" y="9747"/>
                  <a:pt x="6382" y="9829"/>
                  <a:pt x="6466" y="9859"/>
                </a:cubicBezTo>
                <a:cubicBezTo>
                  <a:pt x="6501" y="9872"/>
                  <a:pt x="6535" y="9879"/>
                  <a:pt x="6567" y="9879"/>
                </a:cubicBezTo>
                <a:cubicBezTo>
                  <a:pt x="6700" y="9879"/>
                  <a:pt x="6799" y="9772"/>
                  <a:pt x="6799" y="9605"/>
                </a:cubicBezTo>
                <a:lnTo>
                  <a:pt x="6799" y="8163"/>
                </a:lnTo>
                <a:lnTo>
                  <a:pt x="6799" y="8071"/>
                </a:lnTo>
                <a:cubicBezTo>
                  <a:pt x="6867" y="8115"/>
                  <a:pt x="6914" y="8164"/>
                  <a:pt x="6959" y="8211"/>
                </a:cubicBezTo>
                <a:cubicBezTo>
                  <a:pt x="7008" y="8260"/>
                  <a:pt x="7055" y="8311"/>
                  <a:pt x="7106" y="8359"/>
                </a:cubicBezTo>
                <a:cubicBezTo>
                  <a:pt x="7155" y="8404"/>
                  <a:pt x="7218" y="8426"/>
                  <a:pt x="7281" y="8426"/>
                </a:cubicBezTo>
                <a:cubicBezTo>
                  <a:pt x="7348" y="8426"/>
                  <a:pt x="7413" y="8401"/>
                  <a:pt x="7461" y="8352"/>
                </a:cubicBezTo>
                <a:cubicBezTo>
                  <a:pt x="7536" y="8269"/>
                  <a:pt x="7526" y="8107"/>
                  <a:pt x="7437" y="8019"/>
                </a:cubicBezTo>
                <a:cubicBezTo>
                  <a:pt x="7202" y="7785"/>
                  <a:pt x="6966" y="7548"/>
                  <a:pt x="6729" y="7315"/>
                </a:cubicBezTo>
                <a:cubicBezTo>
                  <a:pt x="6681" y="7266"/>
                  <a:pt x="6615" y="7240"/>
                  <a:pt x="6549" y="7240"/>
                </a:cubicBezTo>
                <a:close/>
                <a:moveTo>
                  <a:pt x="6858" y="475"/>
                </a:moveTo>
                <a:cubicBezTo>
                  <a:pt x="7045" y="475"/>
                  <a:pt x="7233" y="476"/>
                  <a:pt x="7420" y="480"/>
                </a:cubicBezTo>
                <a:cubicBezTo>
                  <a:pt x="7706" y="486"/>
                  <a:pt x="7994" y="534"/>
                  <a:pt x="8276" y="591"/>
                </a:cubicBezTo>
                <a:cubicBezTo>
                  <a:pt x="8692" y="672"/>
                  <a:pt x="9090" y="823"/>
                  <a:pt x="9458" y="1040"/>
                </a:cubicBezTo>
                <a:cubicBezTo>
                  <a:pt x="9707" y="1187"/>
                  <a:pt x="9947" y="1354"/>
                  <a:pt x="10178" y="1527"/>
                </a:cubicBezTo>
                <a:cubicBezTo>
                  <a:pt x="10338" y="1646"/>
                  <a:pt x="10485" y="1789"/>
                  <a:pt x="10621" y="1934"/>
                </a:cubicBezTo>
                <a:cubicBezTo>
                  <a:pt x="10886" y="2216"/>
                  <a:pt x="11111" y="2529"/>
                  <a:pt x="11299" y="2871"/>
                </a:cubicBezTo>
                <a:cubicBezTo>
                  <a:pt x="11515" y="3263"/>
                  <a:pt x="11668" y="3677"/>
                  <a:pt x="11760" y="4111"/>
                </a:cubicBezTo>
                <a:cubicBezTo>
                  <a:pt x="11800" y="4300"/>
                  <a:pt x="11832" y="4493"/>
                  <a:pt x="11838" y="4684"/>
                </a:cubicBezTo>
                <a:cubicBezTo>
                  <a:pt x="11853" y="5281"/>
                  <a:pt x="11854" y="5880"/>
                  <a:pt x="11860" y="6478"/>
                </a:cubicBezTo>
                <a:cubicBezTo>
                  <a:pt x="11860" y="6495"/>
                  <a:pt x="11859" y="6513"/>
                  <a:pt x="11857" y="6529"/>
                </a:cubicBezTo>
                <a:cubicBezTo>
                  <a:pt x="11785" y="6529"/>
                  <a:pt x="11716" y="6522"/>
                  <a:pt x="11649" y="6522"/>
                </a:cubicBezTo>
                <a:cubicBezTo>
                  <a:pt x="11610" y="6522"/>
                  <a:pt x="11572" y="6524"/>
                  <a:pt x="11534" y="6531"/>
                </a:cubicBezTo>
                <a:cubicBezTo>
                  <a:pt x="11411" y="6559"/>
                  <a:pt x="11364" y="6672"/>
                  <a:pt x="11387" y="6818"/>
                </a:cubicBezTo>
                <a:cubicBezTo>
                  <a:pt x="11402" y="6899"/>
                  <a:pt x="11508" y="6988"/>
                  <a:pt x="11612" y="6988"/>
                </a:cubicBezTo>
                <a:cubicBezTo>
                  <a:pt x="11613" y="6988"/>
                  <a:pt x="11613" y="6988"/>
                  <a:pt x="11614" y="6988"/>
                </a:cubicBezTo>
                <a:cubicBezTo>
                  <a:pt x="11616" y="6988"/>
                  <a:pt x="11618" y="6988"/>
                  <a:pt x="11620" y="6988"/>
                </a:cubicBezTo>
                <a:cubicBezTo>
                  <a:pt x="11912" y="6988"/>
                  <a:pt x="12149" y="7104"/>
                  <a:pt x="12340" y="7317"/>
                </a:cubicBezTo>
                <a:cubicBezTo>
                  <a:pt x="12586" y="7596"/>
                  <a:pt x="12660" y="7981"/>
                  <a:pt x="12507" y="8323"/>
                </a:cubicBezTo>
                <a:cubicBezTo>
                  <a:pt x="12370" y="8628"/>
                  <a:pt x="12141" y="8832"/>
                  <a:pt x="11808" y="8901"/>
                </a:cubicBezTo>
                <a:cubicBezTo>
                  <a:pt x="11734" y="8919"/>
                  <a:pt x="11655" y="8927"/>
                  <a:pt x="11578" y="8930"/>
                </a:cubicBezTo>
                <a:cubicBezTo>
                  <a:pt x="11459" y="8938"/>
                  <a:pt x="11374" y="9022"/>
                  <a:pt x="11367" y="9140"/>
                </a:cubicBezTo>
                <a:cubicBezTo>
                  <a:pt x="11342" y="9547"/>
                  <a:pt x="11278" y="9947"/>
                  <a:pt x="11156" y="10338"/>
                </a:cubicBezTo>
                <a:cubicBezTo>
                  <a:pt x="11005" y="10819"/>
                  <a:pt x="10787" y="11267"/>
                  <a:pt x="10502" y="11681"/>
                </a:cubicBezTo>
                <a:cubicBezTo>
                  <a:pt x="10293" y="11984"/>
                  <a:pt x="10053" y="12258"/>
                  <a:pt x="9782" y="12504"/>
                </a:cubicBezTo>
                <a:cubicBezTo>
                  <a:pt x="9410" y="12840"/>
                  <a:pt x="8994" y="13113"/>
                  <a:pt x="8533" y="13318"/>
                </a:cubicBezTo>
                <a:cubicBezTo>
                  <a:pt x="8163" y="13484"/>
                  <a:pt x="7780" y="13616"/>
                  <a:pt x="7376" y="13667"/>
                </a:cubicBezTo>
                <a:cubicBezTo>
                  <a:pt x="7098" y="13701"/>
                  <a:pt x="6818" y="13728"/>
                  <a:pt x="6539" y="13740"/>
                </a:cubicBezTo>
                <a:cubicBezTo>
                  <a:pt x="6502" y="13741"/>
                  <a:pt x="6464" y="13742"/>
                  <a:pt x="6427" y="13742"/>
                </a:cubicBezTo>
                <a:cubicBezTo>
                  <a:pt x="6037" y="13742"/>
                  <a:pt x="5654" y="13674"/>
                  <a:pt x="5280" y="13571"/>
                </a:cubicBezTo>
                <a:cubicBezTo>
                  <a:pt x="4654" y="13400"/>
                  <a:pt x="4087" y="13113"/>
                  <a:pt x="3581" y="12708"/>
                </a:cubicBezTo>
                <a:cubicBezTo>
                  <a:pt x="3401" y="12564"/>
                  <a:pt x="3225" y="12411"/>
                  <a:pt x="3067" y="12245"/>
                </a:cubicBezTo>
                <a:cubicBezTo>
                  <a:pt x="2783" y="11947"/>
                  <a:pt x="2546" y="11616"/>
                  <a:pt x="2344" y="11255"/>
                </a:cubicBezTo>
                <a:cubicBezTo>
                  <a:pt x="2115" y="10847"/>
                  <a:pt x="1955" y="10412"/>
                  <a:pt x="1856" y="9955"/>
                </a:cubicBezTo>
                <a:cubicBezTo>
                  <a:pt x="1802" y="9720"/>
                  <a:pt x="1790" y="9474"/>
                  <a:pt x="1757" y="9233"/>
                </a:cubicBezTo>
                <a:cubicBezTo>
                  <a:pt x="1745" y="9131"/>
                  <a:pt x="1750" y="9010"/>
                  <a:pt x="1641" y="8959"/>
                </a:cubicBezTo>
                <a:cubicBezTo>
                  <a:pt x="1572" y="8927"/>
                  <a:pt x="1486" y="8926"/>
                  <a:pt x="1406" y="8916"/>
                </a:cubicBezTo>
                <a:cubicBezTo>
                  <a:pt x="1094" y="8880"/>
                  <a:pt x="855" y="8731"/>
                  <a:pt x="684" y="8470"/>
                </a:cubicBezTo>
                <a:cubicBezTo>
                  <a:pt x="579" y="8312"/>
                  <a:pt x="528" y="8138"/>
                  <a:pt x="528" y="7959"/>
                </a:cubicBezTo>
                <a:cubicBezTo>
                  <a:pt x="528" y="7751"/>
                  <a:pt x="594" y="7555"/>
                  <a:pt x="722" y="7386"/>
                </a:cubicBezTo>
                <a:cubicBezTo>
                  <a:pt x="912" y="7133"/>
                  <a:pt x="1164" y="7000"/>
                  <a:pt x="1484" y="6989"/>
                </a:cubicBezTo>
                <a:cubicBezTo>
                  <a:pt x="1630" y="6987"/>
                  <a:pt x="1687" y="6934"/>
                  <a:pt x="1723" y="6822"/>
                </a:cubicBezTo>
                <a:cubicBezTo>
                  <a:pt x="1755" y="6726"/>
                  <a:pt x="1728" y="6630"/>
                  <a:pt x="1643" y="6561"/>
                </a:cubicBezTo>
                <a:cubicBezTo>
                  <a:pt x="1614" y="6539"/>
                  <a:pt x="1574" y="6523"/>
                  <a:pt x="1539" y="6521"/>
                </a:cubicBezTo>
                <a:cubicBezTo>
                  <a:pt x="1502" y="6519"/>
                  <a:pt x="1465" y="6518"/>
                  <a:pt x="1428" y="6518"/>
                </a:cubicBezTo>
                <a:cubicBezTo>
                  <a:pt x="1372" y="6518"/>
                  <a:pt x="1314" y="6520"/>
                  <a:pt x="1251" y="6520"/>
                </a:cubicBezTo>
                <a:lnTo>
                  <a:pt x="1251" y="6437"/>
                </a:lnTo>
                <a:cubicBezTo>
                  <a:pt x="1251" y="5956"/>
                  <a:pt x="1241" y="5476"/>
                  <a:pt x="1252" y="4995"/>
                </a:cubicBezTo>
                <a:cubicBezTo>
                  <a:pt x="1261" y="4575"/>
                  <a:pt x="1312" y="4157"/>
                  <a:pt x="1450" y="3759"/>
                </a:cubicBezTo>
                <a:cubicBezTo>
                  <a:pt x="1543" y="3493"/>
                  <a:pt x="1639" y="3230"/>
                  <a:pt x="1761" y="2977"/>
                </a:cubicBezTo>
                <a:cubicBezTo>
                  <a:pt x="1912" y="2667"/>
                  <a:pt x="2101" y="2379"/>
                  <a:pt x="2334" y="2122"/>
                </a:cubicBezTo>
                <a:cubicBezTo>
                  <a:pt x="2436" y="2008"/>
                  <a:pt x="2530" y="1885"/>
                  <a:pt x="2641" y="1782"/>
                </a:cubicBezTo>
                <a:cubicBezTo>
                  <a:pt x="2927" y="1513"/>
                  <a:pt x="3235" y="1271"/>
                  <a:pt x="3580" y="1076"/>
                </a:cubicBezTo>
                <a:cubicBezTo>
                  <a:pt x="3974" y="853"/>
                  <a:pt x="4391" y="687"/>
                  <a:pt x="4832" y="591"/>
                </a:cubicBezTo>
                <a:cubicBezTo>
                  <a:pt x="5063" y="541"/>
                  <a:pt x="5301" y="504"/>
                  <a:pt x="5537" y="496"/>
                </a:cubicBezTo>
                <a:cubicBezTo>
                  <a:pt x="5977" y="484"/>
                  <a:pt x="6418" y="475"/>
                  <a:pt x="6858" y="475"/>
                </a:cubicBezTo>
                <a:close/>
                <a:moveTo>
                  <a:pt x="5637" y="1"/>
                </a:moveTo>
                <a:cubicBezTo>
                  <a:pt x="5530" y="12"/>
                  <a:pt x="5421" y="22"/>
                  <a:pt x="5313" y="37"/>
                </a:cubicBezTo>
                <a:cubicBezTo>
                  <a:pt x="5102" y="67"/>
                  <a:pt x="4889" y="88"/>
                  <a:pt x="4681" y="136"/>
                </a:cubicBezTo>
                <a:cubicBezTo>
                  <a:pt x="4262" y="236"/>
                  <a:pt x="3858" y="386"/>
                  <a:pt x="3474" y="591"/>
                </a:cubicBezTo>
                <a:cubicBezTo>
                  <a:pt x="2959" y="869"/>
                  <a:pt x="2503" y="1216"/>
                  <a:pt x="2106" y="1651"/>
                </a:cubicBezTo>
                <a:cubicBezTo>
                  <a:pt x="1846" y="1936"/>
                  <a:pt x="1619" y="2242"/>
                  <a:pt x="1430" y="2577"/>
                </a:cubicBezTo>
                <a:cubicBezTo>
                  <a:pt x="1100" y="3164"/>
                  <a:pt x="892" y="3795"/>
                  <a:pt x="815" y="4464"/>
                </a:cubicBezTo>
                <a:cubicBezTo>
                  <a:pt x="787" y="4692"/>
                  <a:pt x="780" y="4923"/>
                  <a:pt x="778" y="5155"/>
                </a:cubicBezTo>
                <a:cubicBezTo>
                  <a:pt x="773" y="5645"/>
                  <a:pt x="775" y="6135"/>
                  <a:pt x="778" y="6625"/>
                </a:cubicBezTo>
                <a:cubicBezTo>
                  <a:pt x="778" y="6681"/>
                  <a:pt x="767" y="6720"/>
                  <a:pt x="716" y="6748"/>
                </a:cubicBezTo>
                <a:cubicBezTo>
                  <a:pt x="576" y="6827"/>
                  <a:pt x="466" y="6937"/>
                  <a:pt x="365" y="7062"/>
                </a:cubicBezTo>
                <a:cubicBezTo>
                  <a:pt x="82" y="7423"/>
                  <a:pt x="1" y="7836"/>
                  <a:pt x="96" y="8267"/>
                </a:cubicBezTo>
                <a:cubicBezTo>
                  <a:pt x="216" y="8811"/>
                  <a:pt x="562" y="9175"/>
                  <a:pt x="1100" y="9333"/>
                </a:cubicBezTo>
                <a:cubicBezTo>
                  <a:pt x="1231" y="9371"/>
                  <a:pt x="1342" y="9393"/>
                  <a:pt x="1305" y="9567"/>
                </a:cubicBezTo>
                <a:cubicBezTo>
                  <a:pt x="1302" y="9582"/>
                  <a:pt x="1316" y="9599"/>
                  <a:pt x="1319" y="9618"/>
                </a:cubicBezTo>
                <a:cubicBezTo>
                  <a:pt x="1376" y="9896"/>
                  <a:pt x="1414" y="10179"/>
                  <a:pt x="1494" y="10450"/>
                </a:cubicBezTo>
                <a:cubicBezTo>
                  <a:pt x="1675" y="11066"/>
                  <a:pt x="1959" y="11635"/>
                  <a:pt x="2360" y="12139"/>
                </a:cubicBezTo>
                <a:cubicBezTo>
                  <a:pt x="2436" y="12234"/>
                  <a:pt x="2466" y="12328"/>
                  <a:pt x="2465" y="12447"/>
                </a:cubicBezTo>
                <a:cubicBezTo>
                  <a:pt x="2459" y="13336"/>
                  <a:pt x="2462" y="14226"/>
                  <a:pt x="2461" y="15115"/>
                </a:cubicBezTo>
                <a:cubicBezTo>
                  <a:pt x="2461" y="15245"/>
                  <a:pt x="2504" y="15339"/>
                  <a:pt x="2607" y="15410"/>
                </a:cubicBezTo>
                <a:lnTo>
                  <a:pt x="2789" y="15410"/>
                </a:lnTo>
                <a:cubicBezTo>
                  <a:pt x="2908" y="15349"/>
                  <a:pt x="2937" y="15252"/>
                  <a:pt x="2937" y="15124"/>
                </a:cubicBezTo>
                <a:cubicBezTo>
                  <a:pt x="2933" y="14353"/>
                  <a:pt x="2935" y="13583"/>
                  <a:pt x="2935" y="12786"/>
                </a:cubicBezTo>
                <a:lnTo>
                  <a:pt x="2935" y="12786"/>
                </a:lnTo>
                <a:cubicBezTo>
                  <a:pt x="3970" y="13724"/>
                  <a:pt x="5169" y="14208"/>
                  <a:pt x="6547" y="14208"/>
                </a:cubicBezTo>
                <a:cubicBezTo>
                  <a:pt x="6552" y="14208"/>
                  <a:pt x="6556" y="14208"/>
                  <a:pt x="6560" y="14208"/>
                </a:cubicBezTo>
                <a:cubicBezTo>
                  <a:pt x="7936" y="14208"/>
                  <a:pt x="9136" y="13725"/>
                  <a:pt x="10171" y="12793"/>
                </a:cubicBezTo>
                <a:lnTo>
                  <a:pt x="10171" y="12902"/>
                </a:lnTo>
                <a:cubicBezTo>
                  <a:pt x="10171" y="13640"/>
                  <a:pt x="10172" y="14378"/>
                  <a:pt x="10168" y="15115"/>
                </a:cubicBezTo>
                <a:cubicBezTo>
                  <a:pt x="10166" y="15246"/>
                  <a:pt x="10214" y="15338"/>
                  <a:pt x="10316" y="15410"/>
                </a:cubicBezTo>
                <a:lnTo>
                  <a:pt x="10498" y="15410"/>
                </a:lnTo>
                <a:cubicBezTo>
                  <a:pt x="10614" y="15348"/>
                  <a:pt x="10645" y="15252"/>
                  <a:pt x="10645" y="15124"/>
                </a:cubicBezTo>
                <a:cubicBezTo>
                  <a:pt x="10640" y="14214"/>
                  <a:pt x="10645" y="13304"/>
                  <a:pt x="10640" y="12395"/>
                </a:cubicBezTo>
                <a:cubicBezTo>
                  <a:pt x="10640" y="12314"/>
                  <a:pt x="10668" y="12255"/>
                  <a:pt x="10711" y="12193"/>
                </a:cubicBezTo>
                <a:cubicBezTo>
                  <a:pt x="10854" y="11989"/>
                  <a:pt x="11002" y="11790"/>
                  <a:pt x="11132" y="11577"/>
                </a:cubicBezTo>
                <a:cubicBezTo>
                  <a:pt x="11341" y="11233"/>
                  <a:pt x="11502" y="10868"/>
                  <a:pt x="11606" y="10482"/>
                </a:cubicBezTo>
                <a:cubicBezTo>
                  <a:pt x="11678" y="10210"/>
                  <a:pt x="11728" y="9934"/>
                  <a:pt x="11786" y="9660"/>
                </a:cubicBezTo>
                <a:cubicBezTo>
                  <a:pt x="11796" y="9611"/>
                  <a:pt x="11802" y="9560"/>
                  <a:pt x="11803" y="9509"/>
                </a:cubicBezTo>
                <a:cubicBezTo>
                  <a:pt x="11808" y="9409"/>
                  <a:pt x="11857" y="9369"/>
                  <a:pt x="11955" y="9348"/>
                </a:cubicBezTo>
                <a:cubicBezTo>
                  <a:pt x="12389" y="9250"/>
                  <a:pt x="12697" y="8986"/>
                  <a:pt x="12901" y="8599"/>
                </a:cubicBezTo>
                <a:cubicBezTo>
                  <a:pt x="12981" y="8448"/>
                  <a:pt x="13039" y="8283"/>
                  <a:pt x="13038" y="8106"/>
                </a:cubicBezTo>
                <a:cubicBezTo>
                  <a:pt x="13038" y="8097"/>
                  <a:pt x="13049" y="8087"/>
                  <a:pt x="13054" y="8078"/>
                </a:cubicBezTo>
                <a:lnTo>
                  <a:pt x="13054" y="7824"/>
                </a:lnTo>
                <a:cubicBezTo>
                  <a:pt x="13030" y="7716"/>
                  <a:pt x="13014" y="7606"/>
                  <a:pt x="12980" y="7501"/>
                </a:cubicBezTo>
                <a:cubicBezTo>
                  <a:pt x="12878" y="7183"/>
                  <a:pt x="12679" y="6930"/>
                  <a:pt x="12399" y="6747"/>
                </a:cubicBezTo>
                <a:cubicBezTo>
                  <a:pt x="12347" y="6712"/>
                  <a:pt x="12330" y="6677"/>
                  <a:pt x="12330" y="6617"/>
                </a:cubicBezTo>
                <a:cubicBezTo>
                  <a:pt x="12331" y="6094"/>
                  <a:pt x="12331" y="5570"/>
                  <a:pt x="12330" y="5047"/>
                </a:cubicBezTo>
                <a:cubicBezTo>
                  <a:pt x="12327" y="4349"/>
                  <a:pt x="12187" y="3680"/>
                  <a:pt x="11908" y="3039"/>
                </a:cubicBezTo>
                <a:cubicBezTo>
                  <a:pt x="11720" y="2612"/>
                  <a:pt x="11479" y="2221"/>
                  <a:pt x="11185" y="1860"/>
                </a:cubicBezTo>
                <a:cubicBezTo>
                  <a:pt x="10777" y="1358"/>
                  <a:pt x="10290" y="954"/>
                  <a:pt x="9727" y="639"/>
                </a:cubicBezTo>
                <a:cubicBezTo>
                  <a:pt x="9314" y="406"/>
                  <a:pt x="8877" y="240"/>
                  <a:pt x="8416" y="133"/>
                </a:cubicBezTo>
                <a:cubicBezTo>
                  <a:pt x="8135" y="69"/>
                  <a:pt x="7850" y="18"/>
                  <a:pt x="7560" y="18"/>
                </a:cubicBezTo>
                <a:cubicBezTo>
                  <a:pt x="7548" y="18"/>
                  <a:pt x="7536" y="18"/>
                  <a:pt x="7524" y="18"/>
                </a:cubicBezTo>
                <a:cubicBezTo>
                  <a:pt x="7506" y="18"/>
                  <a:pt x="7488" y="8"/>
                  <a:pt x="74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9" name="Google Shape;869;p47"/>
          <p:cNvGrpSpPr/>
          <p:nvPr/>
        </p:nvGrpSpPr>
        <p:grpSpPr>
          <a:xfrm flipH="1">
            <a:off x="3853520" y="3146250"/>
            <a:ext cx="1171074" cy="1910130"/>
            <a:chOff x="7043246" y="2354500"/>
            <a:chExt cx="1387529" cy="2263187"/>
          </a:xfrm>
        </p:grpSpPr>
        <p:sp>
          <p:nvSpPr>
            <p:cNvPr id="870" name="Google Shape;870;p47"/>
            <p:cNvSpPr/>
            <p:nvPr/>
          </p:nvSpPr>
          <p:spPr>
            <a:xfrm>
              <a:off x="7275672" y="2937590"/>
              <a:ext cx="1119742" cy="642275"/>
            </a:xfrm>
            <a:custGeom>
              <a:avLst/>
              <a:gdLst/>
              <a:ahLst/>
              <a:cxnLst/>
              <a:rect l="l" t="t" r="r" b="b"/>
              <a:pathLst>
                <a:path w="26613" h="15265" extrusionOk="0">
                  <a:moveTo>
                    <a:pt x="3468" y="1"/>
                  </a:moveTo>
                  <a:cubicBezTo>
                    <a:pt x="2428" y="1"/>
                    <a:pt x="1635" y="193"/>
                    <a:pt x="1166" y="594"/>
                  </a:cubicBezTo>
                  <a:cubicBezTo>
                    <a:pt x="1094" y="666"/>
                    <a:pt x="1027" y="739"/>
                    <a:pt x="958" y="815"/>
                  </a:cubicBezTo>
                  <a:cubicBezTo>
                    <a:pt x="915" y="871"/>
                    <a:pt x="874" y="930"/>
                    <a:pt x="844" y="994"/>
                  </a:cubicBezTo>
                  <a:cubicBezTo>
                    <a:pt x="0" y="2620"/>
                    <a:pt x="2790" y="5821"/>
                    <a:pt x="7433" y="8894"/>
                  </a:cubicBezTo>
                  <a:cubicBezTo>
                    <a:pt x="8725" y="9748"/>
                    <a:pt x="10163" y="10597"/>
                    <a:pt x="11706" y="11395"/>
                  </a:cubicBezTo>
                  <a:cubicBezTo>
                    <a:pt x="12832" y="11979"/>
                    <a:pt x="13949" y="12503"/>
                    <a:pt x="15032" y="12962"/>
                  </a:cubicBezTo>
                  <a:cubicBezTo>
                    <a:pt x="15505" y="12417"/>
                    <a:pt x="16102" y="11957"/>
                    <a:pt x="16774" y="11715"/>
                  </a:cubicBezTo>
                  <a:cubicBezTo>
                    <a:pt x="16999" y="11633"/>
                    <a:pt x="17231" y="11575"/>
                    <a:pt x="17472" y="11547"/>
                  </a:cubicBezTo>
                  <a:cubicBezTo>
                    <a:pt x="17586" y="11534"/>
                    <a:pt x="17700" y="11527"/>
                    <a:pt x="17814" y="11527"/>
                  </a:cubicBezTo>
                  <a:cubicBezTo>
                    <a:pt x="18851" y="11527"/>
                    <a:pt x="19849" y="12084"/>
                    <a:pt x="20513" y="12907"/>
                  </a:cubicBezTo>
                  <a:cubicBezTo>
                    <a:pt x="20714" y="13154"/>
                    <a:pt x="20886" y="13430"/>
                    <a:pt x="21017" y="13720"/>
                  </a:cubicBezTo>
                  <a:cubicBezTo>
                    <a:pt x="21201" y="14125"/>
                    <a:pt x="21316" y="14557"/>
                    <a:pt x="21368" y="14995"/>
                  </a:cubicBezTo>
                  <a:cubicBezTo>
                    <a:pt x="22292" y="15173"/>
                    <a:pt x="23125" y="15265"/>
                    <a:pt x="23842" y="15265"/>
                  </a:cubicBezTo>
                  <a:cubicBezTo>
                    <a:pt x="25182" y="15265"/>
                    <a:pt x="26113" y="14944"/>
                    <a:pt x="26463" y="14269"/>
                  </a:cubicBezTo>
                  <a:cubicBezTo>
                    <a:pt x="26527" y="14146"/>
                    <a:pt x="26570" y="14012"/>
                    <a:pt x="26591" y="13868"/>
                  </a:cubicBezTo>
                  <a:cubicBezTo>
                    <a:pt x="26599" y="13772"/>
                    <a:pt x="26605" y="13673"/>
                    <a:pt x="26613" y="13579"/>
                  </a:cubicBezTo>
                  <a:lnTo>
                    <a:pt x="26613" y="13567"/>
                  </a:lnTo>
                  <a:cubicBezTo>
                    <a:pt x="26581" y="12602"/>
                    <a:pt x="25758" y="11318"/>
                    <a:pt x="24343" y="9912"/>
                  </a:cubicBezTo>
                  <a:cubicBezTo>
                    <a:pt x="23176" y="8749"/>
                    <a:pt x="21600" y="7501"/>
                    <a:pt x="19734" y="6277"/>
                  </a:cubicBezTo>
                  <a:cubicBezTo>
                    <a:pt x="18479" y="5451"/>
                    <a:pt x="17092" y="4637"/>
                    <a:pt x="15604" y="3868"/>
                  </a:cubicBezTo>
                  <a:cubicBezTo>
                    <a:pt x="14964" y="3538"/>
                    <a:pt x="14327" y="3224"/>
                    <a:pt x="13696" y="2930"/>
                  </a:cubicBezTo>
                  <a:cubicBezTo>
                    <a:pt x="12478" y="2366"/>
                    <a:pt x="11293" y="1876"/>
                    <a:pt x="10162" y="1468"/>
                  </a:cubicBezTo>
                  <a:cubicBezTo>
                    <a:pt x="7509" y="512"/>
                    <a:pt x="5162" y="1"/>
                    <a:pt x="3468" y="1"/>
                  </a:cubicBezTo>
                  <a:close/>
                </a:path>
              </a:pathLst>
            </a:custGeom>
            <a:gradFill>
              <a:gsLst>
                <a:gs pos="0">
                  <a:schemeClr val="accent2"/>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7"/>
            <p:cNvSpPr/>
            <p:nvPr/>
          </p:nvSpPr>
          <p:spPr>
            <a:xfrm>
              <a:off x="7515210" y="2841909"/>
              <a:ext cx="804179" cy="664280"/>
            </a:xfrm>
            <a:custGeom>
              <a:avLst/>
              <a:gdLst/>
              <a:ahLst/>
              <a:cxnLst/>
              <a:rect l="l" t="t" r="r" b="b"/>
              <a:pathLst>
                <a:path w="19113" h="15788" extrusionOk="0">
                  <a:moveTo>
                    <a:pt x="9550" y="4939"/>
                  </a:moveTo>
                  <a:cubicBezTo>
                    <a:pt x="10778" y="4939"/>
                    <a:pt x="12005" y="5430"/>
                    <a:pt x="12910" y="6399"/>
                  </a:cubicBezTo>
                  <a:cubicBezTo>
                    <a:pt x="13496" y="7024"/>
                    <a:pt x="13871" y="7773"/>
                    <a:pt x="14041" y="8554"/>
                  </a:cubicBezTo>
                  <a:cubicBezTo>
                    <a:pt x="14374" y="10081"/>
                    <a:pt x="13919" y="11741"/>
                    <a:pt x="12689" y="12887"/>
                  </a:cubicBezTo>
                  <a:cubicBezTo>
                    <a:pt x="12201" y="13345"/>
                    <a:pt x="11635" y="13675"/>
                    <a:pt x="11040" y="13875"/>
                  </a:cubicBezTo>
                  <a:cubicBezTo>
                    <a:pt x="10559" y="14039"/>
                    <a:pt x="10056" y="14121"/>
                    <a:pt x="9554" y="14121"/>
                  </a:cubicBezTo>
                  <a:cubicBezTo>
                    <a:pt x="8328" y="14121"/>
                    <a:pt x="7106" y="13633"/>
                    <a:pt x="6202" y="12669"/>
                  </a:cubicBezTo>
                  <a:cubicBezTo>
                    <a:pt x="4472" y="10813"/>
                    <a:pt x="4568" y="7907"/>
                    <a:pt x="6418" y="6175"/>
                  </a:cubicBezTo>
                  <a:cubicBezTo>
                    <a:pt x="6891" y="5738"/>
                    <a:pt x="7429" y="5414"/>
                    <a:pt x="8000" y="5209"/>
                  </a:cubicBezTo>
                  <a:cubicBezTo>
                    <a:pt x="8500" y="5028"/>
                    <a:pt x="9025" y="4939"/>
                    <a:pt x="9550" y="4939"/>
                  </a:cubicBezTo>
                  <a:close/>
                  <a:moveTo>
                    <a:pt x="7741" y="1"/>
                  </a:moveTo>
                  <a:lnTo>
                    <a:pt x="7584" y="2062"/>
                  </a:lnTo>
                  <a:cubicBezTo>
                    <a:pt x="6937" y="2234"/>
                    <a:pt x="6303" y="2498"/>
                    <a:pt x="5699" y="2853"/>
                  </a:cubicBezTo>
                  <a:cubicBezTo>
                    <a:pt x="5254" y="3112"/>
                    <a:pt x="4841" y="3412"/>
                    <a:pt x="4469" y="3744"/>
                  </a:cubicBezTo>
                  <a:cubicBezTo>
                    <a:pt x="4317" y="3875"/>
                    <a:pt x="4174" y="4015"/>
                    <a:pt x="4035" y="4157"/>
                  </a:cubicBezTo>
                  <a:lnTo>
                    <a:pt x="2145" y="3276"/>
                  </a:lnTo>
                  <a:lnTo>
                    <a:pt x="1" y="7858"/>
                  </a:lnTo>
                  <a:lnTo>
                    <a:pt x="1914" y="8752"/>
                  </a:lnTo>
                  <a:cubicBezTo>
                    <a:pt x="1837" y="9498"/>
                    <a:pt x="1871" y="10259"/>
                    <a:pt x="2022" y="11008"/>
                  </a:cubicBezTo>
                  <a:lnTo>
                    <a:pt x="1743" y="11171"/>
                  </a:lnTo>
                  <a:cubicBezTo>
                    <a:pt x="3034" y="12026"/>
                    <a:pt x="4472" y="12872"/>
                    <a:pt x="6014" y="13672"/>
                  </a:cubicBezTo>
                  <a:cubicBezTo>
                    <a:pt x="7141" y="14258"/>
                    <a:pt x="8258" y="14781"/>
                    <a:pt x="9341" y="15240"/>
                  </a:cubicBezTo>
                  <a:cubicBezTo>
                    <a:pt x="9813" y="14695"/>
                    <a:pt x="10411" y="14236"/>
                    <a:pt x="11084" y="13992"/>
                  </a:cubicBezTo>
                  <a:cubicBezTo>
                    <a:pt x="11311" y="13909"/>
                    <a:pt x="11542" y="13851"/>
                    <a:pt x="11780" y="13824"/>
                  </a:cubicBezTo>
                  <a:cubicBezTo>
                    <a:pt x="11896" y="13810"/>
                    <a:pt x="12011" y="13804"/>
                    <a:pt x="12125" y="13804"/>
                  </a:cubicBezTo>
                  <a:cubicBezTo>
                    <a:pt x="13162" y="13804"/>
                    <a:pt x="14161" y="14362"/>
                    <a:pt x="14822" y="15184"/>
                  </a:cubicBezTo>
                  <a:cubicBezTo>
                    <a:pt x="14919" y="15097"/>
                    <a:pt x="15011" y="15006"/>
                    <a:pt x="15101" y="14913"/>
                  </a:cubicBezTo>
                  <a:lnTo>
                    <a:pt x="16969" y="15787"/>
                  </a:lnTo>
                  <a:lnTo>
                    <a:pt x="18653" y="12192"/>
                  </a:lnTo>
                  <a:lnTo>
                    <a:pt x="19112" y="11204"/>
                  </a:lnTo>
                  <a:lnTo>
                    <a:pt x="17259" y="10335"/>
                  </a:lnTo>
                  <a:cubicBezTo>
                    <a:pt x="17344" y="9570"/>
                    <a:pt x="17310" y="8787"/>
                    <a:pt x="17157" y="8015"/>
                  </a:cubicBezTo>
                  <a:lnTo>
                    <a:pt x="18918" y="6988"/>
                  </a:lnTo>
                  <a:lnTo>
                    <a:pt x="16364" y="2622"/>
                  </a:lnTo>
                  <a:lnTo>
                    <a:pt x="14604" y="3649"/>
                  </a:lnTo>
                  <a:cubicBezTo>
                    <a:pt x="14008" y="3140"/>
                    <a:pt x="13342" y="2727"/>
                    <a:pt x="12629" y="2423"/>
                  </a:cubicBezTo>
                  <a:lnTo>
                    <a:pt x="12789" y="386"/>
                  </a:lnTo>
                  <a:lnTo>
                    <a:pt x="774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7"/>
            <p:cNvSpPr/>
            <p:nvPr/>
          </p:nvSpPr>
          <p:spPr>
            <a:xfrm>
              <a:off x="7043246" y="2971840"/>
              <a:ext cx="1351239" cy="1645848"/>
            </a:xfrm>
            <a:custGeom>
              <a:avLst/>
              <a:gdLst/>
              <a:ahLst/>
              <a:cxnLst/>
              <a:rect l="l" t="t" r="r" b="b"/>
              <a:pathLst>
                <a:path w="32115" h="39117" extrusionOk="0">
                  <a:moveTo>
                    <a:pt x="6480" y="1"/>
                  </a:moveTo>
                  <a:lnTo>
                    <a:pt x="6480" y="1"/>
                  </a:lnTo>
                  <a:cubicBezTo>
                    <a:pt x="5344" y="1263"/>
                    <a:pt x="4557" y="2847"/>
                    <a:pt x="4338" y="4508"/>
                  </a:cubicBezTo>
                  <a:cubicBezTo>
                    <a:pt x="4111" y="6202"/>
                    <a:pt x="4399" y="7946"/>
                    <a:pt x="4024" y="9608"/>
                  </a:cubicBezTo>
                  <a:cubicBezTo>
                    <a:pt x="3562" y="11664"/>
                    <a:pt x="2148" y="13365"/>
                    <a:pt x="651" y="14842"/>
                  </a:cubicBezTo>
                  <a:cubicBezTo>
                    <a:pt x="357" y="15133"/>
                    <a:pt x="39" y="15462"/>
                    <a:pt x="20" y="15874"/>
                  </a:cubicBezTo>
                  <a:cubicBezTo>
                    <a:pt x="1" y="16251"/>
                    <a:pt x="232" y="16583"/>
                    <a:pt x="481" y="16859"/>
                  </a:cubicBezTo>
                  <a:cubicBezTo>
                    <a:pt x="1084" y="17539"/>
                    <a:pt x="1846" y="18077"/>
                    <a:pt x="2689" y="18425"/>
                  </a:cubicBezTo>
                  <a:cubicBezTo>
                    <a:pt x="2464" y="18931"/>
                    <a:pt x="2239" y="19438"/>
                    <a:pt x="2013" y="19944"/>
                  </a:cubicBezTo>
                  <a:cubicBezTo>
                    <a:pt x="1930" y="20133"/>
                    <a:pt x="1843" y="20329"/>
                    <a:pt x="1863" y="20533"/>
                  </a:cubicBezTo>
                  <a:cubicBezTo>
                    <a:pt x="1897" y="20840"/>
                    <a:pt x="2156" y="21065"/>
                    <a:pt x="2401" y="21248"/>
                  </a:cubicBezTo>
                  <a:cubicBezTo>
                    <a:pt x="2625" y="21412"/>
                    <a:pt x="2851" y="21561"/>
                    <a:pt x="3085" y="21703"/>
                  </a:cubicBezTo>
                  <a:cubicBezTo>
                    <a:pt x="2955" y="21965"/>
                    <a:pt x="2736" y="22190"/>
                    <a:pt x="2541" y="22413"/>
                  </a:cubicBezTo>
                  <a:cubicBezTo>
                    <a:pt x="2271" y="22725"/>
                    <a:pt x="2007" y="23124"/>
                    <a:pt x="2097" y="23529"/>
                  </a:cubicBezTo>
                  <a:cubicBezTo>
                    <a:pt x="2161" y="23819"/>
                    <a:pt x="2396" y="24038"/>
                    <a:pt x="2601" y="24262"/>
                  </a:cubicBezTo>
                  <a:cubicBezTo>
                    <a:pt x="3322" y="25056"/>
                    <a:pt x="3752" y="26111"/>
                    <a:pt x="3797" y="27186"/>
                  </a:cubicBezTo>
                  <a:cubicBezTo>
                    <a:pt x="3836" y="28131"/>
                    <a:pt x="3607" y="29179"/>
                    <a:pt x="4153" y="29950"/>
                  </a:cubicBezTo>
                  <a:cubicBezTo>
                    <a:pt x="4456" y="30373"/>
                    <a:pt x="4952" y="30627"/>
                    <a:pt x="5459" y="30732"/>
                  </a:cubicBezTo>
                  <a:cubicBezTo>
                    <a:pt x="5690" y="30778"/>
                    <a:pt x="5924" y="30796"/>
                    <a:pt x="6158" y="30796"/>
                  </a:cubicBezTo>
                  <a:cubicBezTo>
                    <a:pt x="6442" y="30796"/>
                    <a:pt x="6726" y="30770"/>
                    <a:pt x="7007" y="30736"/>
                  </a:cubicBezTo>
                  <a:cubicBezTo>
                    <a:pt x="8188" y="30602"/>
                    <a:pt x="9341" y="30341"/>
                    <a:pt x="10463" y="29985"/>
                  </a:cubicBezTo>
                  <a:lnTo>
                    <a:pt x="10463" y="29985"/>
                  </a:lnTo>
                  <a:cubicBezTo>
                    <a:pt x="10475" y="31265"/>
                    <a:pt x="10433" y="32543"/>
                    <a:pt x="10337" y="33817"/>
                  </a:cubicBezTo>
                  <a:cubicBezTo>
                    <a:pt x="10213" y="35489"/>
                    <a:pt x="9989" y="37152"/>
                    <a:pt x="9677" y="38797"/>
                  </a:cubicBezTo>
                  <a:lnTo>
                    <a:pt x="9655" y="38949"/>
                  </a:lnTo>
                  <a:cubicBezTo>
                    <a:pt x="10449" y="39061"/>
                    <a:pt x="11250" y="39116"/>
                    <a:pt x="12052" y="39116"/>
                  </a:cubicBezTo>
                  <a:cubicBezTo>
                    <a:pt x="15577" y="39116"/>
                    <a:pt x="19104" y="38051"/>
                    <a:pt x="22015" y="36056"/>
                  </a:cubicBezTo>
                  <a:cubicBezTo>
                    <a:pt x="24413" y="34419"/>
                    <a:pt x="26427" y="32167"/>
                    <a:pt x="29079" y="30980"/>
                  </a:cubicBezTo>
                  <a:cubicBezTo>
                    <a:pt x="28445" y="29261"/>
                    <a:pt x="27938" y="27493"/>
                    <a:pt x="27560" y="25698"/>
                  </a:cubicBezTo>
                  <a:cubicBezTo>
                    <a:pt x="27616" y="24704"/>
                    <a:pt x="27944" y="23715"/>
                    <a:pt x="28383" y="22807"/>
                  </a:cubicBezTo>
                  <a:cubicBezTo>
                    <a:pt x="28974" y="21575"/>
                    <a:pt x="29754" y="20447"/>
                    <a:pt x="30380" y="19234"/>
                  </a:cubicBezTo>
                  <a:cubicBezTo>
                    <a:pt x="31325" y="17392"/>
                    <a:pt x="31950" y="15140"/>
                    <a:pt x="32115" y="13054"/>
                  </a:cubicBezTo>
                  <a:lnTo>
                    <a:pt x="32115" y="13054"/>
                  </a:lnTo>
                  <a:cubicBezTo>
                    <a:pt x="32094" y="13198"/>
                    <a:pt x="32052" y="13330"/>
                    <a:pt x="31987" y="13454"/>
                  </a:cubicBezTo>
                  <a:cubicBezTo>
                    <a:pt x="31638" y="14128"/>
                    <a:pt x="30705" y="14449"/>
                    <a:pt x="29363" y="14449"/>
                  </a:cubicBezTo>
                  <a:cubicBezTo>
                    <a:pt x="28647" y="14449"/>
                    <a:pt x="27816" y="14358"/>
                    <a:pt x="26894" y="14181"/>
                  </a:cubicBezTo>
                  <a:cubicBezTo>
                    <a:pt x="26840" y="13740"/>
                    <a:pt x="26728" y="13308"/>
                    <a:pt x="26542" y="12903"/>
                  </a:cubicBezTo>
                  <a:cubicBezTo>
                    <a:pt x="25978" y="11657"/>
                    <a:pt x="24691" y="10710"/>
                    <a:pt x="23340" y="10710"/>
                  </a:cubicBezTo>
                  <a:cubicBezTo>
                    <a:pt x="23225" y="10710"/>
                    <a:pt x="23111" y="10717"/>
                    <a:pt x="22996" y="10731"/>
                  </a:cubicBezTo>
                  <a:cubicBezTo>
                    <a:pt x="22041" y="10847"/>
                    <a:pt x="21186" y="11420"/>
                    <a:pt x="20553" y="12151"/>
                  </a:cubicBezTo>
                  <a:cubicBezTo>
                    <a:pt x="19472" y="11687"/>
                    <a:pt x="18355" y="11165"/>
                    <a:pt x="17230" y="10582"/>
                  </a:cubicBezTo>
                  <a:cubicBezTo>
                    <a:pt x="10151" y="6914"/>
                    <a:pt x="5290" y="2260"/>
                    <a:pt x="6368" y="180"/>
                  </a:cubicBezTo>
                  <a:cubicBezTo>
                    <a:pt x="6398" y="117"/>
                    <a:pt x="6439" y="57"/>
                    <a:pt x="6480" y="1"/>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7"/>
            <p:cNvSpPr/>
            <p:nvPr/>
          </p:nvSpPr>
          <p:spPr>
            <a:xfrm>
              <a:off x="7295574" y="2967884"/>
              <a:ext cx="1031679" cy="1426847"/>
            </a:xfrm>
            <a:custGeom>
              <a:avLst/>
              <a:gdLst/>
              <a:ahLst/>
              <a:cxnLst/>
              <a:rect l="l" t="t" r="r" b="b"/>
              <a:pathLst>
                <a:path w="24520" h="33912" extrusionOk="0">
                  <a:moveTo>
                    <a:pt x="241" y="1"/>
                  </a:moveTo>
                  <a:cubicBezTo>
                    <a:pt x="120" y="1"/>
                    <a:pt x="1" y="79"/>
                    <a:pt x="6" y="236"/>
                  </a:cubicBezTo>
                  <a:cubicBezTo>
                    <a:pt x="86" y="2757"/>
                    <a:pt x="2005" y="4560"/>
                    <a:pt x="3768" y="6115"/>
                  </a:cubicBezTo>
                  <a:cubicBezTo>
                    <a:pt x="3819" y="6160"/>
                    <a:pt x="3875" y="6178"/>
                    <a:pt x="3929" y="6178"/>
                  </a:cubicBezTo>
                  <a:cubicBezTo>
                    <a:pt x="4126" y="6178"/>
                    <a:pt x="4298" y="5932"/>
                    <a:pt x="4113" y="5769"/>
                  </a:cubicBezTo>
                  <a:cubicBezTo>
                    <a:pt x="2457" y="4313"/>
                    <a:pt x="568" y="2611"/>
                    <a:pt x="493" y="236"/>
                  </a:cubicBezTo>
                  <a:cubicBezTo>
                    <a:pt x="488" y="79"/>
                    <a:pt x="363" y="1"/>
                    <a:pt x="241" y="1"/>
                  </a:cubicBezTo>
                  <a:close/>
                  <a:moveTo>
                    <a:pt x="5798" y="7144"/>
                  </a:moveTo>
                  <a:cubicBezTo>
                    <a:pt x="5598" y="7144"/>
                    <a:pt x="5466" y="7461"/>
                    <a:pt x="5679" y="7607"/>
                  </a:cubicBezTo>
                  <a:cubicBezTo>
                    <a:pt x="8318" y="9432"/>
                    <a:pt x="11124" y="11006"/>
                    <a:pt x="14053" y="12313"/>
                  </a:cubicBezTo>
                  <a:cubicBezTo>
                    <a:pt x="14090" y="12330"/>
                    <a:pt x="14125" y="12337"/>
                    <a:pt x="14159" y="12337"/>
                  </a:cubicBezTo>
                  <a:cubicBezTo>
                    <a:pt x="14208" y="12337"/>
                    <a:pt x="14254" y="12322"/>
                    <a:pt x="14293" y="12297"/>
                  </a:cubicBezTo>
                  <a:lnTo>
                    <a:pt x="14293" y="12297"/>
                  </a:lnTo>
                  <a:cubicBezTo>
                    <a:pt x="14206" y="12463"/>
                    <a:pt x="14130" y="12635"/>
                    <a:pt x="14069" y="12815"/>
                  </a:cubicBezTo>
                  <a:cubicBezTo>
                    <a:pt x="14008" y="12995"/>
                    <a:pt x="14155" y="13113"/>
                    <a:pt x="14304" y="13113"/>
                  </a:cubicBezTo>
                  <a:cubicBezTo>
                    <a:pt x="14401" y="13113"/>
                    <a:pt x="14499" y="13062"/>
                    <a:pt x="14539" y="12944"/>
                  </a:cubicBezTo>
                  <a:cubicBezTo>
                    <a:pt x="14917" y="11834"/>
                    <a:pt x="15959" y="10973"/>
                    <a:pt x="17143" y="10889"/>
                  </a:cubicBezTo>
                  <a:cubicBezTo>
                    <a:pt x="17216" y="10883"/>
                    <a:pt x="17288" y="10881"/>
                    <a:pt x="17360" y="10881"/>
                  </a:cubicBezTo>
                  <a:cubicBezTo>
                    <a:pt x="18555" y="10881"/>
                    <a:pt x="19631" y="11577"/>
                    <a:pt x="20152" y="12661"/>
                  </a:cubicBezTo>
                  <a:cubicBezTo>
                    <a:pt x="20703" y="13805"/>
                    <a:pt x="20705" y="15208"/>
                    <a:pt x="20436" y="16428"/>
                  </a:cubicBezTo>
                  <a:cubicBezTo>
                    <a:pt x="20158" y="17686"/>
                    <a:pt x="19553" y="18876"/>
                    <a:pt x="18667" y="19814"/>
                  </a:cubicBezTo>
                  <a:cubicBezTo>
                    <a:pt x="18168" y="20339"/>
                    <a:pt x="17559" y="20808"/>
                    <a:pt x="16838" y="20960"/>
                  </a:cubicBezTo>
                  <a:cubicBezTo>
                    <a:pt x="16692" y="20990"/>
                    <a:pt x="16544" y="21005"/>
                    <a:pt x="16397" y="21005"/>
                  </a:cubicBezTo>
                  <a:cubicBezTo>
                    <a:pt x="15867" y="21005"/>
                    <a:pt x="15347" y="20807"/>
                    <a:pt x="14990" y="20397"/>
                  </a:cubicBezTo>
                  <a:cubicBezTo>
                    <a:pt x="14941" y="20341"/>
                    <a:pt x="14884" y="20318"/>
                    <a:pt x="14829" y="20318"/>
                  </a:cubicBezTo>
                  <a:cubicBezTo>
                    <a:pt x="14651" y="20318"/>
                    <a:pt x="14489" y="20562"/>
                    <a:pt x="14646" y="20742"/>
                  </a:cubicBezTo>
                  <a:cubicBezTo>
                    <a:pt x="15101" y="21263"/>
                    <a:pt x="15702" y="21479"/>
                    <a:pt x="16321" y="21479"/>
                  </a:cubicBezTo>
                  <a:cubicBezTo>
                    <a:pt x="17041" y="21479"/>
                    <a:pt x="17788" y="21187"/>
                    <a:pt x="18363" y="20746"/>
                  </a:cubicBezTo>
                  <a:cubicBezTo>
                    <a:pt x="19543" y="19840"/>
                    <a:pt x="20375" y="18453"/>
                    <a:pt x="20785" y="17034"/>
                  </a:cubicBezTo>
                  <a:cubicBezTo>
                    <a:pt x="21001" y="16285"/>
                    <a:pt x="21118" y="15476"/>
                    <a:pt x="21095" y="14676"/>
                  </a:cubicBezTo>
                  <a:lnTo>
                    <a:pt x="21095" y="14676"/>
                  </a:lnTo>
                  <a:cubicBezTo>
                    <a:pt x="21778" y="14853"/>
                    <a:pt x="22475" y="14940"/>
                    <a:pt x="23175" y="14940"/>
                  </a:cubicBezTo>
                  <a:cubicBezTo>
                    <a:pt x="23556" y="14940"/>
                    <a:pt x="23937" y="14915"/>
                    <a:pt x="24318" y="14863"/>
                  </a:cubicBezTo>
                  <a:cubicBezTo>
                    <a:pt x="24450" y="14849"/>
                    <a:pt x="24520" y="14682"/>
                    <a:pt x="24488" y="14567"/>
                  </a:cubicBezTo>
                  <a:cubicBezTo>
                    <a:pt x="24456" y="14445"/>
                    <a:pt x="24353" y="14393"/>
                    <a:pt x="24240" y="14393"/>
                  </a:cubicBezTo>
                  <a:cubicBezTo>
                    <a:pt x="24223" y="14393"/>
                    <a:pt x="24206" y="14394"/>
                    <a:pt x="24188" y="14397"/>
                  </a:cubicBezTo>
                  <a:cubicBezTo>
                    <a:pt x="23857" y="14441"/>
                    <a:pt x="23523" y="14463"/>
                    <a:pt x="23189" y="14463"/>
                  </a:cubicBezTo>
                  <a:cubicBezTo>
                    <a:pt x="22471" y="14463"/>
                    <a:pt x="21754" y="14362"/>
                    <a:pt x="21060" y="14167"/>
                  </a:cubicBezTo>
                  <a:cubicBezTo>
                    <a:pt x="21001" y="13647"/>
                    <a:pt x="20881" y="13133"/>
                    <a:pt x="20679" y="12654"/>
                  </a:cubicBezTo>
                  <a:cubicBezTo>
                    <a:pt x="20131" y="11338"/>
                    <a:pt x="18904" y="10439"/>
                    <a:pt x="17467" y="10396"/>
                  </a:cubicBezTo>
                  <a:cubicBezTo>
                    <a:pt x="17434" y="10395"/>
                    <a:pt x="17401" y="10394"/>
                    <a:pt x="17368" y="10394"/>
                  </a:cubicBezTo>
                  <a:cubicBezTo>
                    <a:pt x="16159" y="10394"/>
                    <a:pt x="15054" y="11068"/>
                    <a:pt x="14425" y="12071"/>
                  </a:cubicBezTo>
                  <a:cubicBezTo>
                    <a:pt x="14424" y="11999"/>
                    <a:pt x="14388" y="11934"/>
                    <a:pt x="14299" y="11895"/>
                  </a:cubicBezTo>
                  <a:cubicBezTo>
                    <a:pt x="11368" y="10588"/>
                    <a:pt x="8563" y="9012"/>
                    <a:pt x="5925" y="7187"/>
                  </a:cubicBezTo>
                  <a:cubicBezTo>
                    <a:pt x="5881" y="7157"/>
                    <a:pt x="5838" y="7144"/>
                    <a:pt x="5798" y="7144"/>
                  </a:cubicBezTo>
                  <a:close/>
                  <a:moveTo>
                    <a:pt x="13400" y="25717"/>
                  </a:moveTo>
                  <a:lnTo>
                    <a:pt x="13400" y="25717"/>
                  </a:lnTo>
                  <a:cubicBezTo>
                    <a:pt x="10546" y="27408"/>
                    <a:pt x="7605" y="29099"/>
                    <a:pt x="4466" y="30079"/>
                  </a:cubicBezTo>
                  <a:cubicBezTo>
                    <a:pt x="4478" y="31358"/>
                    <a:pt x="4437" y="32636"/>
                    <a:pt x="4340" y="33911"/>
                  </a:cubicBezTo>
                  <a:cubicBezTo>
                    <a:pt x="10277" y="32767"/>
                    <a:pt x="13400" y="25717"/>
                    <a:pt x="13400" y="25717"/>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7"/>
            <p:cNvSpPr/>
            <p:nvPr/>
          </p:nvSpPr>
          <p:spPr>
            <a:xfrm>
              <a:off x="7889600" y="2483127"/>
              <a:ext cx="346235" cy="340303"/>
            </a:xfrm>
            <a:custGeom>
              <a:avLst/>
              <a:gdLst/>
              <a:ahLst/>
              <a:cxnLst/>
              <a:rect l="l" t="t" r="r" b="b"/>
              <a:pathLst>
                <a:path w="8229" h="8088" extrusionOk="0">
                  <a:moveTo>
                    <a:pt x="4112" y="2303"/>
                  </a:moveTo>
                  <a:cubicBezTo>
                    <a:pt x="4579" y="2303"/>
                    <a:pt x="5045" y="2489"/>
                    <a:pt x="5387" y="2857"/>
                  </a:cubicBezTo>
                  <a:cubicBezTo>
                    <a:pt x="6043" y="3560"/>
                    <a:pt x="6011" y="4663"/>
                    <a:pt x="5305" y="5323"/>
                  </a:cubicBezTo>
                  <a:cubicBezTo>
                    <a:pt x="4969" y="5636"/>
                    <a:pt x="4543" y="5791"/>
                    <a:pt x="4117" y="5791"/>
                  </a:cubicBezTo>
                  <a:cubicBezTo>
                    <a:pt x="3650" y="5791"/>
                    <a:pt x="3185" y="5604"/>
                    <a:pt x="2842" y="5236"/>
                  </a:cubicBezTo>
                  <a:cubicBezTo>
                    <a:pt x="2186" y="4532"/>
                    <a:pt x="2218" y="3429"/>
                    <a:pt x="2922" y="2773"/>
                  </a:cubicBezTo>
                  <a:cubicBezTo>
                    <a:pt x="3259" y="2458"/>
                    <a:pt x="3686" y="2303"/>
                    <a:pt x="4112" y="2303"/>
                  </a:cubicBezTo>
                  <a:close/>
                  <a:moveTo>
                    <a:pt x="5225" y="1"/>
                  </a:moveTo>
                  <a:lnTo>
                    <a:pt x="4770" y="771"/>
                  </a:lnTo>
                  <a:cubicBezTo>
                    <a:pt x="4568" y="732"/>
                    <a:pt x="4358" y="709"/>
                    <a:pt x="4145" y="709"/>
                  </a:cubicBezTo>
                  <a:cubicBezTo>
                    <a:pt x="4060" y="709"/>
                    <a:pt x="3974" y="713"/>
                    <a:pt x="3888" y="720"/>
                  </a:cubicBezTo>
                  <a:cubicBezTo>
                    <a:pt x="3576" y="742"/>
                    <a:pt x="3278" y="809"/>
                    <a:pt x="2994" y="911"/>
                  </a:cubicBezTo>
                  <a:lnTo>
                    <a:pt x="2433" y="207"/>
                  </a:lnTo>
                  <a:lnTo>
                    <a:pt x="728" y="1578"/>
                  </a:lnTo>
                  <a:lnTo>
                    <a:pt x="1296" y="2290"/>
                  </a:lnTo>
                  <a:cubicBezTo>
                    <a:pt x="1126" y="2564"/>
                    <a:pt x="992" y="2866"/>
                    <a:pt x="911" y="3186"/>
                  </a:cubicBezTo>
                  <a:lnTo>
                    <a:pt x="1" y="3250"/>
                  </a:lnTo>
                  <a:lnTo>
                    <a:pt x="159" y="5428"/>
                  </a:lnTo>
                  <a:lnTo>
                    <a:pt x="1069" y="5365"/>
                  </a:lnTo>
                  <a:cubicBezTo>
                    <a:pt x="1197" y="5666"/>
                    <a:pt x="1373" y="5943"/>
                    <a:pt x="1583" y="6196"/>
                  </a:cubicBezTo>
                  <a:lnTo>
                    <a:pt x="1120" y="6979"/>
                  </a:lnTo>
                  <a:lnTo>
                    <a:pt x="3004" y="8087"/>
                  </a:lnTo>
                  <a:lnTo>
                    <a:pt x="3460" y="7309"/>
                  </a:lnTo>
                  <a:cubicBezTo>
                    <a:pt x="3675" y="7355"/>
                    <a:pt x="3897" y="7376"/>
                    <a:pt x="4122" y="7376"/>
                  </a:cubicBezTo>
                  <a:cubicBezTo>
                    <a:pt x="4206" y="7376"/>
                    <a:pt x="4291" y="7373"/>
                    <a:pt x="4377" y="7367"/>
                  </a:cubicBezTo>
                  <a:cubicBezTo>
                    <a:pt x="4675" y="7346"/>
                    <a:pt x="4970" y="7282"/>
                    <a:pt x="5239" y="7186"/>
                  </a:cubicBezTo>
                  <a:lnTo>
                    <a:pt x="5800" y="7882"/>
                  </a:lnTo>
                  <a:lnTo>
                    <a:pt x="7501" y="6508"/>
                  </a:lnTo>
                  <a:lnTo>
                    <a:pt x="6949" y="5823"/>
                  </a:lnTo>
                  <a:cubicBezTo>
                    <a:pt x="7126" y="5541"/>
                    <a:pt x="7263" y="5230"/>
                    <a:pt x="7352" y="4903"/>
                  </a:cubicBezTo>
                  <a:lnTo>
                    <a:pt x="8228" y="4838"/>
                  </a:lnTo>
                  <a:lnTo>
                    <a:pt x="8070" y="2658"/>
                  </a:lnTo>
                  <a:lnTo>
                    <a:pt x="7195" y="2724"/>
                  </a:lnTo>
                  <a:cubicBezTo>
                    <a:pt x="7058" y="2411"/>
                    <a:pt x="6878" y="2125"/>
                    <a:pt x="6661" y="1872"/>
                  </a:cubicBezTo>
                  <a:lnTo>
                    <a:pt x="7109" y="1108"/>
                  </a:lnTo>
                  <a:lnTo>
                    <a:pt x="522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7"/>
            <p:cNvSpPr/>
            <p:nvPr/>
          </p:nvSpPr>
          <p:spPr>
            <a:xfrm>
              <a:off x="7376402" y="2495160"/>
              <a:ext cx="464550" cy="452390"/>
            </a:xfrm>
            <a:custGeom>
              <a:avLst/>
              <a:gdLst/>
              <a:ahLst/>
              <a:cxnLst/>
              <a:rect l="l" t="t" r="r" b="b"/>
              <a:pathLst>
                <a:path w="11041" h="10752" extrusionOk="0">
                  <a:moveTo>
                    <a:pt x="5524" y="2920"/>
                  </a:moveTo>
                  <a:cubicBezTo>
                    <a:pt x="6179" y="2920"/>
                    <a:pt x="6832" y="3182"/>
                    <a:pt x="7317" y="3700"/>
                  </a:cubicBezTo>
                  <a:cubicBezTo>
                    <a:pt x="8242" y="4688"/>
                    <a:pt x="8192" y="6240"/>
                    <a:pt x="7201" y="7167"/>
                  </a:cubicBezTo>
                  <a:cubicBezTo>
                    <a:pt x="6728" y="7609"/>
                    <a:pt x="6126" y="7828"/>
                    <a:pt x="5525" y="7828"/>
                  </a:cubicBezTo>
                  <a:cubicBezTo>
                    <a:pt x="4869" y="7828"/>
                    <a:pt x="4215" y="7567"/>
                    <a:pt x="3733" y="7051"/>
                  </a:cubicBezTo>
                  <a:cubicBezTo>
                    <a:pt x="2805" y="6058"/>
                    <a:pt x="2861" y="4507"/>
                    <a:pt x="3849" y="3583"/>
                  </a:cubicBezTo>
                  <a:cubicBezTo>
                    <a:pt x="4323" y="3140"/>
                    <a:pt x="4924" y="2920"/>
                    <a:pt x="5524" y="2920"/>
                  </a:cubicBezTo>
                  <a:close/>
                  <a:moveTo>
                    <a:pt x="4140" y="1"/>
                  </a:moveTo>
                  <a:lnTo>
                    <a:pt x="4126" y="1182"/>
                  </a:lnTo>
                  <a:cubicBezTo>
                    <a:pt x="3764" y="1301"/>
                    <a:pt x="3410" y="1475"/>
                    <a:pt x="3076" y="1699"/>
                  </a:cubicBezTo>
                  <a:cubicBezTo>
                    <a:pt x="2731" y="1933"/>
                    <a:pt x="2427" y="2202"/>
                    <a:pt x="2172" y="2509"/>
                  </a:cubicBezTo>
                  <a:lnTo>
                    <a:pt x="1061" y="2067"/>
                  </a:lnTo>
                  <a:lnTo>
                    <a:pt x="1" y="4768"/>
                  </a:lnTo>
                  <a:lnTo>
                    <a:pt x="1126" y="5209"/>
                  </a:lnTo>
                  <a:cubicBezTo>
                    <a:pt x="1112" y="5636"/>
                    <a:pt x="1157" y="6070"/>
                    <a:pt x="1272" y="6491"/>
                  </a:cubicBezTo>
                  <a:lnTo>
                    <a:pt x="270" y="7169"/>
                  </a:lnTo>
                  <a:lnTo>
                    <a:pt x="1888" y="9566"/>
                  </a:lnTo>
                  <a:lnTo>
                    <a:pt x="2890" y="8896"/>
                  </a:lnTo>
                  <a:cubicBezTo>
                    <a:pt x="3234" y="9155"/>
                    <a:pt x="3620" y="9366"/>
                    <a:pt x="4025" y="9509"/>
                  </a:cubicBezTo>
                  <a:lnTo>
                    <a:pt x="4009" y="10719"/>
                  </a:lnTo>
                  <a:lnTo>
                    <a:pt x="6907" y="10751"/>
                  </a:lnTo>
                  <a:lnTo>
                    <a:pt x="6920" y="9559"/>
                  </a:lnTo>
                  <a:cubicBezTo>
                    <a:pt x="7300" y="9435"/>
                    <a:pt x="7663" y="9256"/>
                    <a:pt x="8009" y="9024"/>
                  </a:cubicBezTo>
                  <a:cubicBezTo>
                    <a:pt x="8343" y="8800"/>
                    <a:pt x="8636" y="8541"/>
                    <a:pt x="8883" y="8246"/>
                  </a:cubicBezTo>
                  <a:lnTo>
                    <a:pt x="9985" y="8678"/>
                  </a:lnTo>
                  <a:lnTo>
                    <a:pt x="11040" y="5979"/>
                  </a:lnTo>
                  <a:lnTo>
                    <a:pt x="9950" y="5555"/>
                  </a:lnTo>
                  <a:cubicBezTo>
                    <a:pt x="9972" y="5113"/>
                    <a:pt x="9924" y="4669"/>
                    <a:pt x="9807" y="4235"/>
                  </a:cubicBezTo>
                  <a:lnTo>
                    <a:pt x="10777" y="3580"/>
                  </a:lnTo>
                  <a:lnTo>
                    <a:pt x="9159" y="1184"/>
                  </a:lnTo>
                  <a:lnTo>
                    <a:pt x="8191" y="1831"/>
                  </a:lnTo>
                  <a:cubicBezTo>
                    <a:pt x="7830" y="1562"/>
                    <a:pt x="7435" y="1349"/>
                    <a:pt x="7020" y="1202"/>
                  </a:cubicBezTo>
                  <a:lnTo>
                    <a:pt x="7035" y="36"/>
                  </a:lnTo>
                  <a:lnTo>
                    <a:pt x="4140"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7"/>
            <p:cNvSpPr/>
            <p:nvPr/>
          </p:nvSpPr>
          <p:spPr>
            <a:xfrm>
              <a:off x="8220821" y="2868417"/>
              <a:ext cx="209954" cy="505195"/>
            </a:xfrm>
            <a:custGeom>
              <a:avLst/>
              <a:gdLst/>
              <a:ahLst/>
              <a:cxnLst/>
              <a:rect l="l" t="t" r="r" b="b"/>
              <a:pathLst>
                <a:path w="4990" h="12007" extrusionOk="0">
                  <a:moveTo>
                    <a:pt x="378" y="1"/>
                  </a:moveTo>
                  <a:cubicBezTo>
                    <a:pt x="231" y="1"/>
                    <a:pt x="91" y="51"/>
                    <a:pt x="42" y="214"/>
                  </a:cubicBezTo>
                  <a:cubicBezTo>
                    <a:pt x="0" y="352"/>
                    <a:pt x="68" y="512"/>
                    <a:pt x="103" y="646"/>
                  </a:cubicBezTo>
                  <a:cubicBezTo>
                    <a:pt x="141" y="795"/>
                    <a:pt x="180" y="942"/>
                    <a:pt x="218" y="1091"/>
                  </a:cubicBezTo>
                  <a:cubicBezTo>
                    <a:pt x="291" y="1377"/>
                    <a:pt x="365" y="1663"/>
                    <a:pt x="439" y="1948"/>
                  </a:cubicBezTo>
                  <a:cubicBezTo>
                    <a:pt x="467" y="2056"/>
                    <a:pt x="571" y="2128"/>
                    <a:pt x="678" y="2128"/>
                  </a:cubicBezTo>
                  <a:cubicBezTo>
                    <a:pt x="699" y="2128"/>
                    <a:pt x="720" y="2126"/>
                    <a:pt x="740" y="2120"/>
                  </a:cubicBezTo>
                  <a:cubicBezTo>
                    <a:pt x="868" y="2085"/>
                    <a:pt x="944" y="1948"/>
                    <a:pt x="910" y="1820"/>
                  </a:cubicBezTo>
                  <a:cubicBezTo>
                    <a:pt x="842" y="1554"/>
                    <a:pt x="774" y="1290"/>
                    <a:pt x="705" y="1025"/>
                  </a:cubicBezTo>
                  <a:lnTo>
                    <a:pt x="675" y="902"/>
                  </a:lnTo>
                  <a:lnTo>
                    <a:pt x="675" y="902"/>
                  </a:lnTo>
                  <a:cubicBezTo>
                    <a:pt x="3411" y="3750"/>
                    <a:pt x="4480" y="7872"/>
                    <a:pt x="3433" y="11704"/>
                  </a:cubicBezTo>
                  <a:cubicBezTo>
                    <a:pt x="3384" y="11887"/>
                    <a:pt x="3534" y="12007"/>
                    <a:pt x="3679" y="12007"/>
                  </a:cubicBezTo>
                  <a:cubicBezTo>
                    <a:pt x="3775" y="12007"/>
                    <a:pt x="3869" y="11954"/>
                    <a:pt x="3901" y="11834"/>
                  </a:cubicBezTo>
                  <a:cubicBezTo>
                    <a:pt x="4990" y="7840"/>
                    <a:pt x="3878" y="3523"/>
                    <a:pt x="1019" y="556"/>
                  </a:cubicBezTo>
                  <a:lnTo>
                    <a:pt x="1027" y="556"/>
                  </a:lnTo>
                  <a:cubicBezTo>
                    <a:pt x="1274" y="582"/>
                    <a:pt x="1521" y="609"/>
                    <a:pt x="1767" y="637"/>
                  </a:cubicBezTo>
                  <a:cubicBezTo>
                    <a:pt x="1773" y="638"/>
                    <a:pt x="1780" y="638"/>
                    <a:pt x="1786" y="638"/>
                  </a:cubicBezTo>
                  <a:cubicBezTo>
                    <a:pt x="1908" y="638"/>
                    <a:pt x="2009" y="509"/>
                    <a:pt x="2009" y="393"/>
                  </a:cubicBezTo>
                  <a:cubicBezTo>
                    <a:pt x="2009" y="249"/>
                    <a:pt x="1897" y="164"/>
                    <a:pt x="1767" y="150"/>
                  </a:cubicBezTo>
                  <a:cubicBezTo>
                    <a:pt x="1477" y="117"/>
                    <a:pt x="1187" y="86"/>
                    <a:pt x="897" y="53"/>
                  </a:cubicBezTo>
                  <a:cubicBezTo>
                    <a:pt x="752" y="37"/>
                    <a:pt x="609" y="21"/>
                    <a:pt x="464" y="6"/>
                  </a:cubicBezTo>
                  <a:cubicBezTo>
                    <a:pt x="436" y="3"/>
                    <a:pt x="407" y="1"/>
                    <a:pt x="37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7"/>
            <p:cNvSpPr/>
            <p:nvPr/>
          </p:nvSpPr>
          <p:spPr>
            <a:xfrm>
              <a:off x="7825308" y="2354500"/>
              <a:ext cx="364075" cy="174359"/>
            </a:xfrm>
            <a:custGeom>
              <a:avLst/>
              <a:gdLst/>
              <a:ahLst/>
              <a:cxnLst/>
              <a:rect l="l" t="t" r="r" b="b"/>
              <a:pathLst>
                <a:path w="8653" h="4144" extrusionOk="0">
                  <a:moveTo>
                    <a:pt x="7534" y="1"/>
                  </a:moveTo>
                  <a:cubicBezTo>
                    <a:pt x="7495" y="1"/>
                    <a:pt x="7456" y="11"/>
                    <a:pt x="7417" y="33"/>
                  </a:cubicBezTo>
                  <a:cubicBezTo>
                    <a:pt x="7312" y="94"/>
                    <a:pt x="7251" y="259"/>
                    <a:pt x="7330" y="365"/>
                  </a:cubicBezTo>
                  <a:cubicBezTo>
                    <a:pt x="7506" y="608"/>
                    <a:pt x="7666" y="858"/>
                    <a:pt x="7815" y="1117"/>
                  </a:cubicBezTo>
                  <a:cubicBezTo>
                    <a:pt x="7053" y="802"/>
                    <a:pt x="6232" y="637"/>
                    <a:pt x="5410" y="637"/>
                  </a:cubicBezTo>
                  <a:cubicBezTo>
                    <a:pt x="4776" y="637"/>
                    <a:pt x="4141" y="735"/>
                    <a:pt x="3534" y="938"/>
                  </a:cubicBezTo>
                  <a:cubicBezTo>
                    <a:pt x="2086" y="1422"/>
                    <a:pt x="854" y="2450"/>
                    <a:pt x="108" y="3779"/>
                  </a:cubicBezTo>
                  <a:cubicBezTo>
                    <a:pt x="1" y="3967"/>
                    <a:pt x="170" y="4143"/>
                    <a:pt x="334" y="4143"/>
                  </a:cubicBezTo>
                  <a:cubicBezTo>
                    <a:pt x="408" y="4143"/>
                    <a:pt x="480" y="4108"/>
                    <a:pt x="527" y="4024"/>
                  </a:cubicBezTo>
                  <a:cubicBezTo>
                    <a:pt x="1213" y="2806"/>
                    <a:pt x="2334" y="1851"/>
                    <a:pt x="3663" y="1407"/>
                  </a:cubicBezTo>
                  <a:cubicBezTo>
                    <a:pt x="4233" y="1216"/>
                    <a:pt x="4827" y="1123"/>
                    <a:pt x="5420" y="1123"/>
                  </a:cubicBezTo>
                  <a:cubicBezTo>
                    <a:pt x="6237" y="1123"/>
                    <a:pt x="7053" y="1300"/>
                    <a:pt x="7802" y="1640"/>
                  </a:cubicBezTo>
                  <a:cubicBezTo>
                    <a:pt x="7490" y="1768"/>
                    <a:pt x="7176" y="1899"/>
                    <a:pt x="6863" y="2028"/>
                  </a:cubicBezTo>
                  <a:cubicBezTo>
                    <a:pt x="6741" y="2079"/>
                    <a:pt x="6655" y="2190"/>
                    <a:pt x="6692" y="2328"/>
                  </a:cubicBezTo>
                  <a:cubicBezTo>
                    <a:pt x="6718" y="2423"/>
                    <a:pt x="6823" y="2512"/>
                    <a:pt x="6928" y="2512"/>
                  </a:cubicBezTo>
                  <a:cubicBezTo>
                    <a:pt x="6949" y="2512"/>
                    <a:pt x="6971" y="2508"/>
                    <a:pt x="6992" y="2499"/>
                  </a:cubicBezTo>
                  <a:cubicBezTo>
                    <a:pt x="7474" y="2299"/>
                    <a:pt x="7955" y="2099"/>
                    <a:pt x="8439" y="1902"/>
                  </a:cubicBezTo>
                  <a:cubicBezTo>
                    <a:pt x="8590" y="1839"/>
                    <a:pt x="8653" y="1701"/>
                    <a:pt x="8582" y="1545"/>
                  </a:cubicBezTo>
                  <a:cubicBezTo>
                    <a:pt x="8353" y="1044"/>
                    <a:pt x="8076" y="567"/>
                    <a:pt x="7750" y="121"/>
                  </a:cubicBezTo>
                  <a:cubicBezTo>
                    <a:pt x="7696" y="48"/>
                    <a:pt x="7618" y="1"/>
                    <a:pt x="75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1"/>
        <p:cNvGrpSpPr/>
        <p:nvPr/>
      </p:nvGrpSpPr>
      <p:grpSpPr>
        <a:xfrm>
          <a:off x="0" y="0"/>
          <a:ext cx="0" cy="0"/>
          <a:chOff x="0" y="0"/>
          <a:chExt cx="0" cy="0"/>
        </a:xfrm>
      </p:grpSpPr>
      <p:sp>
        <p:nvSpPr>
          <p:cNvPr id="882" name="Google Shape;882;p48"/>
          <p:cNvSpPr txBox="1">
            <a:spLocks noGrp="1"/>
          </p:cNvSpPr>
          <p:nvPr>
            <p:ph type="subTitle" idx="2"/>
          </p:nvPr>
        </p:nvSpPr>
        <p:spPr>
          <a:xfrm>
            <a:off x="1235506" y="1980101"/>
            <a:ext cx="1956900" cy="8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Los malos habitos envejecen las celulas del cuerpo</a:t>
            </a:r>
            <a:endParaRPr dirty="0"/>
          </a:p>
        </p:txBody>
      </p:sp>
      <p:sp>
        <p:nvSpPr>
          <p:cNvPr id="883" name="Google Shape;883;p48"/>
          <p:cNvSpPr txBox="1">
            <a:spLocks noGrp="1"/>
          </p:cNvSpPr>
          <p:nvPr>
            <p:ph type="title"/>
          </p:nvPr>
        </p:nvSpPr>
        <p:spPr>
          <a:xfrm>
            <a:off x="713225" y="365760"/>
            <a:ext cx="7717500" cy="640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BENEFICIOS</a:t>
            </a:r>
            <a:endParaRPr dirty="0"/>
          </a:p>
        </p:txBody>
      </p:sp>
      <p:sp>
        <p:nvSpPr>
          <p:cNvPr id="884" name="Google Shape;884;p48"/>
          <p:cNvSpPr txBox="1">
            <a:spLocks noGrp="1"/>
          </p:cNvSpPr>
          <p:nvPr>
            <p:ph type="subTitle" idx="1"/>
          </p:nvPr>
        </p:nvSpPr>
        <p:spPr>
          <a:xfrm>
            <a:off x="1235505" y="1693185"/>
            <a:ext cx="2369671"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ENVEJECIMIENTO</a:t>
            </a:r>
            <a:endParaRPr dirty="0"/>
          </a:p>
        </p:txBody>
      </p:sp>
      <p:sp>
        <p:nvSpPr>
          <p:cNvPr id="885" name="Google Shape;885;p48"/>
          <p:cNvSpPr txBox="1">
            <a:spLocks noGrp="1"/>
          </p:cNvSpPr>
          <p:nvPr>
            <p:ph type="subTitle" idx="5"/>
          </p:nvPr>
        </p:nvSpPr>
        <p:spPr>
          <a:xfrm>
            <a:off x="1235506" y="3378453"/>
            <a:ext cx="1956900"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AUTOESTIMA</a:t>
            </a:r>
            <a:endParaRPr dirty="0"/>
          </a:p>
        </p:txBody>
      </p:sp>
      <p:sp>
        <p:nvSpPr>
          <p:cNvPr id="886" name="Google Shape;886;p48"/>
          <p:cNvSpPr txBox="1">
            <a:spLocks noGrp="1"/>
          </p:cNvSpPr>
          <p:nvPr>
            <p:ph type="subTitle" idx="6"/>
          </p:nvPr>
        </p:nvSpPr>
        <p:spPr>
          <a:xfrm>
            <a:off x="1235506" y="3664194"/>
            <a:ext cx="1956900" cy="111354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Sentirse bien, nos hace disfrutar de la vida de una manera mas cómoda  </a:t>
            </a:r>
            <a:endParaRPr dirty="0"/>
          </a:p>
        </p:txBody>
      </p:sp>
      <p:sp>
        <p:nvSpPr>
          <p:cNvPr id="887" name="Google Shape;887;p48"/>
          <p:cNvSpPr txBox="1">
            <a:spLocks noGrp="1"/>
          </p:cNvSpPr>
          <p:nvPr>
            <p:ph type="subTitle" idx="3"/>
          </p:nvPr>
        </p:nvSpPr>
        <p:spPr>
          <a:xfrm>
            <a:off x="4211636" y="1998299"/>
            <a:ext cx="3392067" cy="36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MX" dirty="0"/>
              <a:t>PREVENCIÓN DE ENFERMEDADES</a:t>
            </a:r>
            <a:endParaRPr dirty="0"/>
          </a:p>
        </p:txBody>
      </p:sp>
      <p:sp>
        <p:nvSpPr>
          <p:cNvPr id="888" name="Google Shape;888;p48"/>
          <p:cNvSpPr txBox="1">
            <a:spLocks noGrp="1"/>
          </p:cNvSpPr>
          <p:nvPr>
            <p:ph type="subTitle" idx="4"/>
          </p:nvPr>
        </p:nvSpPr>
        <p:spPr>
          <a:xfrm>
            <a:off x="4211636" y="2344710"/>
            <a:ext cx="1956900" cy="802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dirty="0"/>
              <a:t>La mayoria de las enfermedades se previenen con hábitos saludables</a:t>
            </a:r>
            <a:endParaRPr dirty="0"/>
          </a:p>
        </p:txBody>
      </p:sp>
      <p:sp>
        <p:nvSpPr>
          <p:cNvPr id="891" name="Google Shape;891;p48"/>
          <p:cNvSpPr/>
          <p:nvPr/>
        </p:nvSpPr>
        <p:spPr>
          <a:xfrm rot="147442" flipH="1">
            <a:off x="7040214" y="3569512"/>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8"/>
          <p:cNvSpPr/>
          <p:nvPr/>
        </p:nvSpPr>
        <p:spPr>
          <a:xfrm rot="-468862" flipH="1">
            <a:off x="7058658" y="2696128"/>
            <a:ext cx="351945" cy="351888"/>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8"/>
          <p:cNvSpPr/>
          <p:nvPr/>
        </p:nvSpPr>
        <p:spPr>
          <a:xfrm rot="-468811" flipH="1">
            <a:off x="7137155" y="2774602"/>
            <a:ext cx="194938" cy="194983"/>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8"/>
          <p:cNvSpPr/>
          <p:nvPr/>
        </p:nvSpPr>
        <p:spPr>
          <a:xfrm rot="-147442">
            <a:off x="7607569" y="640950"/>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8"/>
          <p:cNvSpPr/>
          <p:nvPr/>
        </p:nvSpPr>
        <p:spPr>
          <a:xfrm rot="719841">
            <a:off x="7952223" y="4135344"/>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8"/>
          <p:cNvSpPr/>
          <p:nvPr/>
        </p:nvSpPr>
        <p:spPr>
          <a:xfrm>
            <a:off x="761797" y="1606944"/>
            <a:ext cx="346181" cy="443172"/>
          </a:xfrm>
          <a:custGeom>
            <a:avLst/>
            <a:gdLst/>
            <a:ahLst/>
            <a:cxnLst/>
            <a:rect l="l" t="t" r="r" b="b"/>
            <a:pathLst>
              <a:path w="12039" h="15412" extrusionOk="0">
                <a:moveTo>
                  <a:pt x="6043" y="461"/>
                </a:moveTo>
                <a:cubicBezTo>
                  <a:pt x="6300" y="461"/>
                  <a:pt x="6521" y="559"/>
                  <a:pt x="6700" y="738"/>
                </a:cubicBezTo>
                <a:cubicBezTo>
                  <a:pt x="7078" y="1113"/>
                  <a:pt x="7108" y="1693"/>
                  <a:pt x="6717" y="2097"/>
                </a:cubicBezTo>
                <a:cubicBezTo>
                  <a:pt x="6681" y="2133"/>
                  <a:pt x="6646" y="2171"/>
                  <a:pt x="6607" y="2215"/>
                </a:cubicBezTo>
                <a:cubicBezTo>
                  <a:pt x="6479" y="2027"/>
                  <a:pt x="6247" y="1917"/>
                  <a:pt x="6021" y="1917"/>
                </a:cubicBezTo>
                <a:cubicBezTo>
                  <a:pt x="5926" y="1917"/>
                  <a:pt x="5833" y="1936"/>
                  <a:pt x="5749" y="1976"/>
                </a:cubicBezTo>
                <a:cubicBezTo>
                  <a:pt x="5650" y="2024"/>
                  <a:pt x="5570" y="2106"/>
                  <a:pt x="5478" y="2167"/>
                </a:cubicBezTo>
                <a:cubicBezTo>
                  <a:pt x="5467" y="2174"/>
                  <a:pt x="5449" y="2179"/>
                  <a:pt x="5432" y="2179"/>
                </a:cubicBezTo>
                <a:cubicBezTo>
                  <a:pt x="5421" y="2179"/>
                  <a:pt x="5411" y="2177"/>
                  <a:pt x="5406" y="2171"/>
                </a:cubicBezTo>
                <a:cubicBezTo>
                  <a:pt x="5220" y="2011"/>
                  <a:pt x="5100" y="1814"/>
                  <a:pt x="5066" y="1563"/>
                </a:cubicBezTo>
                <a:cubicBezTo>
                  <a:pt x="5020" y="1228"/>
                  <a:pt x="5127" y="950"/>
                  <a:pt x="5369" y="720"/>
                </a:cubicBezTo>
                <a:cubicBezTo>
                  <a:pt x="5529" y="570"/>
                  <a:pt x="5718" y="486"/>
                  <a:pt x="5941" y="466"/>
                </a:cubicBezTo>
                <a:cubicBezTo>
                  <a:pt x="5975" y="462"/>
                  <a:pt x="6009" y="461"/>
                  <a:pt x="6043" y="461"/>
                </a:cubicBezTo>
                <a:close/>
                <a:moveTo>
                  <a:pt x="6034" y="2391"/>
                </a:moveTo>
                <a:cubicBezTo>
                  <a:pt x="6041" y="2391"/>
                  <a:pt x="6048" y="2392"/>
                  <a:pt x="6056" y="2392"/>
                </a:cubicBezTo>
                <a:cubicBezTo>
                  <a:pt x="6172" y="2402"/>
                  <a:pt x="6264" y="2506"/>
                  <a:pt x="6264" y="2631"/>
                </a:cubicBezTo>
                <a:cubicBezTo>
                  <a:pt x="6265" y="2875"/>
                  <a:pt x="6265" y="3119"/>
                  <a:pt x="6265" y="3363"/>
                </a:cubicBezTo>
                <a:lnTo>
                  <a:pt x="5774" y="3363"/>
                </a:lnTo>
                <a:cubicBezTo>
                  <a:pt x="5774" y="3110"/>
                  <a:pt x="5769" y="2856"/>
                  <a:pt x="5776" y="2606"/>
                </a:cubicBezTo>
                <a:cubicBezTo>
                  <a:pt x="5781" y="2479"/>
                  <a:pt x="5901" y="2391"/>
                  <a:pt x="6034" y="2391"/>
                </a:cubicBezTo>
                <a:close/>
                <a:moveTo>
                  <a:pt x="6021" y="9128"/>
                </a:moveTo>
                <a:cubicBezTo>
                  <a:pt x="6149" y="9128"/>
                  <a:pt x="6266" y="9252"/>
                  <a:pt x="6265" y="9384"/>
                </a:cubicBezTo>
                <a:cubicBezTo>
                  <a:pt x="6265" y="9508"/>
                  <a:pt x="6150" y="9631"/>
                  <a:pt x="6032" y="9637"/>
                </a:cubicBezTo>
                <a:cubicBezTo>
                  <a:pt x="6030" y="9637"/>
                  <a:pt x="6027" y="9637"/>
                  <a:pt x="6024" y="9637"/>
                </a:cubicBezTo>
                <a:cubicBezTo>
                  <a:pt x="5897" y="9637"/>
                  <a:pt x="5772" y="9511"/>
                  <a:pt x="5774" y="9381"/>
                </a:cubicBezTo>
                <a:cubicBezTo>
                  <a:pt x="5776" y="9262"/>
                  <a:pt x="5904" y="9130"/>
                  <a:pt x="6019" y="9128"/>
                </a:cubicBezTo>
                <a:cubicBezTo>
                  <a:pt x="6020" y="9128"/>
                  <a:pt x="6021" y="9128"/>
                  <a:pt x="6021" y="9128"/>
                </a:cubicBezTo>
                <a:close/>
                <a:moveTo>
                  <a:pt x="5044" y="7216"/>
                </a:moveTo>
                <a:cubicBezTo>
                  <a:pt x="4968" y="7216"/>
                  <a:pt x="4891" y="7222"/>
                  <a:pt x="4811" y="7234"/>
                </a:cubicBezTo>
                <a:cubicBezTo>
                  <a:pt x="4387" y="7296"/>
                  <a:pt x="4058" y="7510"/>
                  <a:pt x="3812" y="7849"/>
                </a:cubicBezTo>
                <a:cubicBezTo>
                  <a:pt x="3562" y="8193"/>
                  <a:pt x="3488" y="8593"/>
                  <a:pt x="3558" y="9012"/>
                </a:cubicBezTo>
                <a:cubicBezTo>
                  <a:pt x="3639" y="9465"/>
                  <a:pt x="3843" y="9862"/>
                  <a:pt x="4119" y="10221"/>
                </a:cubicBezTo>
                <a:cubicBezTo>
                  <a:pt x="4224" y="10358"/>
                  <a:pt x="4337" y="10489"/>
                  <a:pt x="4453" y="10629"/>
                </a:cubicBezTo>
                <a:cubicBezTo>
                  <a:pt x="4355" y="10726"/>
                  <a:pt x="4254" y="10822"/>
                  <a:pt x="4155" y="10919"/>
                </a:cubicBezTo>
                <a:cubicBezTo>
                  <a:pt x="4135" y="10940"/>
                  <a:pt x="4115" y="10966"/>
                  <a:pt x="4104" y="10991"/>
                </a:cubicBezTo>
                <a:cubicBezTo>
                  <a:pt x="4058" y="11107"/>
                  <a:pt x="4091" y="11223"/>
                  <a:pt x="4184" y="11283"/>
                </a:cubicBezTo>
                <a:cubicBezTo>
                  <a:pt x="4227" y="11311"/>
                  <a:pt x="4272" y="11325"/>
                  <a:pt x="4318" y="11325"/>
                </a:cubicBezTo>
                <a:cubicBezTo>
                  <a:pt x="4383" y="11325"/>
                  <a:pt x="4447" y="11297"/>
                  <a:pt x="4500" y="11244"/>
                </a:cubicBezTo>
                <a:cubicBezTo>
                  <a:pt x="4594" y="11148"/>
                  <a:pt x="4687" y="11049"/>
                  <a:pt x="4779" y="10951"/>
                </a:cubicBezTo>
                <a:cubicBezTo>
                  <a:pt x="4833" y="10992"/>
                  <a:pt x="4872" y="11024"/>
                  <a:pt x="4913" y="11055"/>
                </a:cubicBezTo>
                <a:cubicBezTo>
                  <a:pt x="5209" y="11278"/>
                  <a:pt x="5502" y="11507"/>
                  <a:pt x="5803" y="11720"/>
                </a:cubicBezTo>
                <a:cubicBezTo>
                  <a:pt x="5869" y="11768"/>
                  <a:pt x="5943" y="11790"/>
                  <a:pt x="6016" y="11790"/>
                </a:cubicBezTo>
                <a:cubicBezTo>
                  <a:pt x="6089" y="11790"/>
                  <a:pt x="6161" y="11769"/>
                  <a:pt x="6227" y="11726"/>
                </a:cubicBezTo>
                <a:cubicBezTo>
                  <a:pt x="6729" y="11402"/>
                  <a:pt x="7209" y="11044"/>
                  <a:pt x="7601" y="10591"/>
                </a:cubicBezTo>
                <a:cubicBezTo>
                  <a:pt x="7783" y="10380"/>
                  <a:pt x="7965" y="10163"/>
                  <a:pt x="8113" y="9929"/>
                </a:cubicBezTo>
                <a:cubicBezTo>
                  <a:pt x="8388" y="9500"/>
                  <a:pt x="8548" y="9034"/>
                  <a:pt x="8481" y="8510"/>
                </a:cubicBezTo>
                <a:cubicBezTo>
                  <a:pt x="8469" y="8426"/>
                  <a:pt x="8376" y="8323"/>
                  <a:pt x="8303" y="8310"/>
                </a:cubicBezTo>
                <a:cubicBezTo>
                  <a:pt x="8285" y="8307"/>
                  <a:pt x="8267" y="8305"/>
                  <a:pt x="8250" y="8305"/>
                </a:cubicBezTo>
                <a:cubicBezTo>
                  <a:pt x="8147" y="8305"/>
                  <a:pt x="8056" y="8355"/>
                  <a:pt x="8031" y="8445"/>
                </a:cubicBezTo>
                <a:cubicBezTo>
                  <a:pt x="8013" y="8510"/>
                  <a:pt x="8020" y="8583"/>
                  <a:pt x="8024" y="8651"/>
                </a:cubicBezTo>
                <a:cubicBezTo>
                  <a:pt x="8039" y="8946"/>
                  <a:pt x="7957" y="9217"/>
                  <a:pt x="7828" y="9474"/>
                </a:cubicBezTo>
                <a:cubicBezTo>
                  <a:pt x="7656" y="9820"/>
                  <a:pt x="7414" y="10114"/>
                  <a:pt x="7146" y="10387"/>
                </a:cubicBezTo>
                <a:cubicBezTo>
                  <a:pt x="7001" y="10536"/>
                  <a:pt x="6839" y="10672"/>
                  <a:pt x="6675" y="10803"/>
                </a:cubicBezTo>
                <a:cubicBezTo>
                  <a:pt x="6479" y="10962"/>
                  <a:pt x="6274" y="11110"/>
                  <a:pt x="6072" y="11261"/>
                </a:cubicBezTo>
                <a:cubicBezTo>
                  <a:pt x="6054" y="11274"/>
                  <a:pt x="6038" y="11281"/>
                  <a:pt x="6022" y="11281"/>
                </a:cubicBezTo>
                <a:cubicBezTo>
                  <a:pt x="6003" y="11281"/>
                  <a:pt x="5984" y="11273"/>
                  <a:pt x="5961" y="11255"/>
                </a:cubicBezTo>
                <a:cubicBezTo>
                  <a:pt x="5803" y="11136"/>
                  <a:pt x="5635" y="11028"/>
                  <a:pt x="5478" y="10909"/>
                </a:cubicBezTo>
                <a:cubicBezTo>
                  <a:pt x="5358" y="10818"/>
                  <a:pt x="5246" y="10716"/>
                  <a:pt x="5124" y="10613"/>
                </a:cubicBezTo>
                <a:cubicBezTo>
                  <a:pt x="5227" y="10511"/>
                  <a:pt x="5326" y="10415"/>
                  <a:pt x="5420" y="10320"/>
                </a:cubicBezTo>
                <a:cubicBezTo>
                  <a:pt x="5516" y="10223"/>
                  <a:pt x="5609" y="10126"/>
                  <a:pt x="5704" y="10030"/>
                </a:cubicBezTo>
                <a:cubicBezTo>
                  <a:pt x="5809" y="10077"/>
                  <a:pt x="5914" y="10101"/>
                  <a:pt x="6018" y="10101"/>
                </a:cubicBezTo>
                <a:cubicBezTo>
                  <a:pt x="6072" y="10101"/>
                  <a:pt x="6126" y="10095"/>
                  <a:pt x="6179" y="10082"/>
                </a:cubicBezTo>
                <a:cubicBezTo>
                  <a:pt x="6591" y="9980"/>
                  <a:pt x="6838" y="9582"/>
                  <a:pt x="6695" y="9150"/>
                </a:cubicBezTo>
                <a:cubicBezTo>
                  <a:pt x="6674" y="9082"/>
                  <a:pt x="6692" y="9048"/>
                  <a:pt x="6737" y="9002"/>
                </a:cubicBezTo>
                <a:cubicBezTo>
                  <a:pt x="7116" y="8628"/>
                  <a:pt x="7492" y="8250"/>
                  <a:pt x="7867" y="7873"/>
                </a:cubicBezTo>
                <a:cubicBezTo>
                  <a:pt x="7973" y="7769"/>
                  <a:pt x="7983" y="7616"/>
                  <a:pt x="7896" y="7522"/>
                </a:cubicBezTo>
                <a:cubicBezTo>
                  <a:pt x="7845" y="7465"/>
                  <a:pt x="7785" y="7437"/>
                  <a:pt x="7724" y="7437"/>
                </a:cubicBezTo>
                <a:cubicBezTo>
                  <a:pt x="7665" y="7437"/>
                  <a:pt x="7605" y="7464"/>
                  <a:pt x="7552" y="7517"/>
                </a:cubicBezTo>
                <a:cubicBezTo>
                  <a:pt x="7162" y="7904"/>
                  <a:pt x="6777" y="8292"/>
                  <a:pt x="6389" y="8677"/>
                </a:cubicBezTo>
                <a:cubicBezTo>
                  <a:pt x="6369" y="8697"/>
                  <a:pt x="6332" y="8711"/>
                  <a:pt x="6301" y="8711"/>
                </a:cubicBezTo>
                <a:cubicBezTo>
                  <a:pt x="6298" y="8711"/>
                  <a:pt x="6295" y="8711"/>
                  <a:pt x="6293" y="8711"/>
                </a:cubicBezTo>
                <a:cubicBezTo>
                  <a:pt x="6186" y="8702"/>
                  <a:pt x="6082" y="8673"/>
                  <a:pt x="5976" y="8673"/>
                </a:cubicBezTo>
                <a:cubicBezTo>
                  <a:pt x="5974" y="8673"/>
                  <a:pt x="5973" y="8673"/>
                  <a:pt x="5971" y="8673"/>
                </a:cubicBezTo>
                <a:cubicBezTo>
                  <a:pt x="5709" y="8673"/>
                  <a:pt x="5516" y="8805"/>
                  <a:pt x="5391" y="9031"/>
                </a:cubicBezTo>
                <a:cubicBezTo>
                  <a:pt x="5271" y="9246"/>
                  <a:pt x="5263" y="9471"/>
                  <a:pt x="5362" y="9676"/>
                </a:cubicBezTo>
                <a:lnTo>
                  <a:pt x="4776" y="10262"/>
                </a:lnTo>
                <a:cubicBezTo>
                  <a:pt x="4770" y="10256"/>
                  <a:pt x="4756" y="10245"/>
                  <a:pt x="4744" y="10230"/>
                </a:cubicBezTo>
                <a:cubicBezTo>
                  <a:pt x="4469" y="9938"/>
                  <a:pt x="4243" y="9612"/>
                  <a:pt x="4102" y="9234"/>
                </a:cubicBezTo>
                <a:cubicBezTo>
                  <a:pt x="4014" y="8999"/>
                  <a:pt x="3971" y="8750"/>
                  <a:pt x="4033" y="8499"/>
                </a:cubicBezTo>
                <a:cubicBezTo>
                  <a:pt x="4097" y="8241"/>
                  <a:pt x="4235" y="8020"/>
                  <a:pt x="4458" y="7871"/>
                </a:cubicBezTo>
                <a:cubicBezTo>
                  <a:pt x="4636" y="7750"/>
                  <a:pt x="4824" y="7687"/>
                  <a:pt x="5024" y="7687"/>
                </a:cubicBezTo>
                <a:cubicBezTo>
                  <a:pt x="5114" y="7687"/>
                  <a:pt x="5205" y="7700"/>
                  <a:pt x="5300" y="7725"/>
                </a:cubicBezTo>
                <a:cubicBezTo>
                  <a:pt x="5489" y="7776"/>
                  <a:pt x="5651" y="7871"/>
                  <a:pt x="5779" y="8017"/>
                </a:cubicBezTo>
                <a:cubicBezTo>
                  <a:pt x="5862" y="8111"/>
                  <a:pt x="5936" y="8157"/>
                  <a:pt x="6012" y="8157"/>
                </a:cubicBezTo>
                <a:cubicBezTo>
                  <a:pt x="6089" y="8157"/>
                  <a:pt x="6168" y="8110"/>
                  <a:pt x="6258" y="8017"/>
                </a:cubicBezTo>
                <a:cubicBezTo>
                  <a:pt x="6354" y="7916"/>
                  <a:pt x="6479" y="7839"/>
                  <a:pt x="6601" y="7766"/>
                </a:cubicBezTo>
                <a:cubicBezTo>
                  <a:pt x="6719" y="7693"/>
                  <a:pt x="6768" y="7581"/>
                  <a:pt x="6717" y="7459"/>
                </a:cubicBezTo>
                <a:cubicBezTo>
                  <a:pt x="6674" y="7359"/>
                  <a:pt x="6600" y="7318"/>
                  <a:pt x="6519" y="7318"/>
                </a:cubicBezTo>
                <a:cubicBezTo>
                  <a:pt x="6481" y="7318"/>
                  <a:pt x="6442" y="7327"/>
                  <a:pt x="6405" y="7343"/>
                </a:cubicBezTo>
                <a:cubicBezTo>
                  <a:pt x="6266" y="7399"/>
                  <a:pt x="6141" y="7488"/>
                  <a:pt x="6005" y="7565"/>
                </a:cubicBezTo>
                <a:cubicBezTo>
                  <a:pt x="5722" y="7343"/>
                  <a:pt x="5403" y="7216"/>
                  <a:pt x="5044" y="7216"/>
                </a:cubicBezTo>
                <a:close/>
                <a:moveTo>
                  <a:pt x="6049" y="4319"/>
                </a:moveTo>
                <a:cubicBezTo>
                  <a:pt x="6042" y="4319"/>
                  <a:pt x="6034" y="4319"/>
                  <a:pt x="6027" y="4319"/>
                </a:cubicBezTo>
                <a:cubicBezTo>
                  <a:pt x="5814" y="4336"/>
                  <a:pt x="5603" y="4352"/>
                  <a:pt x="5391" y="4370"/>
                </a:cubicBezTo>
                <a:cubicBezTo>
                  <a:pt x="5079" y="4399"/>
                  <a:pt x="4773" y="4474"/>
                  <a:pt x="4472" y="4569"/>
                </a:cubicBezTo>
                <a:cubicBezTo>
                  <a:pt x="4119" y="4681"/>
                  <a:pt x="3782" y="4835"/>
                  <a:pt x="3460" y="5021"/>
                </a:cubicBezTo>
                <a:cubicBezTo>
                  <a:pt x="3119" y="5217"/>
                  <a:pt x="2808" y="5456"/>
                  <a:pt x="2523" y="5727"/>
                </a:cubicBezTo>
                <a:cubicBezTo>
                  <a:pt x="2386" y="5858"/>
                  <a:pt x="2265" y="6004"/>
                  <a:pt x="2139" y="6146"/>
                </a:cubicBezTo>
                <a:cubicBezTo>
                  <a:pt x="1896" y="6418"/>
                  <a:pt x="1700" y="6723"/>
                  <a:pt x="1534" y="7045"/>
                </a:cubicBezTo>
                <a:cubicBezTo>
                  <a:pt x="1301" y="7494"/>
                  <a:pt x="1136" y="7966"/>
                  <a:pt x="1054" y="8467"/>
                </a:cubicBezTo>
                <a:cubicBezTo>
                  <a:pt x="987" y="8865"/>
                  <a:pt x="938" y="9265"/>
                  <a:pt x="983" y="9669"/>
                </a:cubicBezTo>
                <a:cubicBezTo>
                  <a:pt x="1008" y="9878"/>
                  <a:pt x="1025" y="10089"/>
                  <a:pt x="1056" y="10299"/>
                </a:cubicBezTo>
                <a:cubicBezTo>
                  <a:pt x="1124" y="10748"/>
                  <a:pt x="1274" y="11169"/>
                  <a:pt x="1467" y="11578"/>
                </a:cubicBezTo>
                <a:cubicBezTo>
                  <a:pt x="1634" y="11930"/>
                  <a:pt x="1847" y="12255"/>
                  <a:pt x="2088" y="12561"/>
                </a:cubicBezTo>
                <a:cubicBezTo>
                  <a:pt x="2143" y="12630"/>
                  <a:pt x="2218" y="12666"/>
                  <a:pt x="2294" y="12666"/>
                </a:cubicBezTo>
                <a:cubicBezTo>
                  <a:pt x="2346" y="12666"/>
                  <a:pt x="2399" y="12648"/>
                  <a:pt x="2444" y="12612"/>
                </a:cubicBezTo>
                <a:cubicBezTo>
                  <a:pt x="2552" y="12526"/>
                  <a:pt x="2552" y="12391"/>
                  <a:pt x="2463" y="12263"/>
                </a:cubicBezTo>
                <a:cubicBezTo>
                  <a:pt x="2303" y="12034"/>
                  <a:pt x="2142" y="11806"/>
                  <a:pt x="2001" y="11566"/>
                </a:cubicBezTo>
                <a:cubicBezTo>
                  <a:pt x="1787" y="11200"/>
                  <a:pt x="1637" y="10802"/>
                  <a:pt x="1553" y="10386"/>
                </a:cubicBezTo>
                <a:cubicBezTo>
                  <a:pt x="1499" y="10120"/>
                  <a:pt x="1460" y="9851"/>
                  <a:pt x="1441" y="9582"/>
                </a:cubicBezTo>
                <a:cubicBezTo>
                  <a:pt x="1419" y="9258"/>
                  <a:pt x="1453" y="8932"/>
                  <a:pt x="1506" y="8608"/>
                </a:cubicBezTo>
                <a:cubicBezTo>
                  <a:pt x="1570" y="8227"/>
                  <a:pt x="1679" y="7859"/>
                  <a:pt x="1839" y="7508"/>
                </a:cubicBezTo>
                <a:cubicBezTo>
                  <a:pt x="2136" y="6862"/>
                  <a:pt x="2550" y="6306"/>
                  <a:pt x="3103" y="5852"/>
                </a:cubicBezTo>
                <a:cubicBezTo>
                  <a:pt x="3356" y="5645"/>
                  <a:pt x="3626" y="5464"/>
                  <a:pt x="3915" y="5312"/>
                </a:cubicBezTo>
                <a:cubicBezTo>
                  <a:pt x="4302" y="5107"/>
                  <a:pt x="4712" y="4963"/>
                  <a:pt x="5141" y="4884"/>
                </a:cubicBezTo>
                <a:cubicBezTo>
                  <a:pt x="5435" y="4832"/>
                  <a:pt x="5733" y="4804"/>
                  <a:pt x="6031" y="4794"/>
                </a:cubicBezTo>
                <a:cubicBezTo>
                  <a:pt x="6053" y="4793"/>
                  <a:pt x="6075" y="4792"/>
                  <a:pt x="6097" y="4792"/>
                </a:cubicBezTo>
                <a:cubicBezTo>
                  <a:pt x="6274" y="4792"/>
                  <a:pt x="6453" y="4825"/>
                  <a:pt x="6628" y="4842"/>
                </a:cubicBezTo>
                <a:cubicBezTo>
                  <a:pt x="6941" y="4874"/>
                  <a:pt x="7242" y="4957"/>
                  <a:pt x="7540" y="5059"/>
                </a:cubicBezTo>
                <a:cubicBezTo>
                  <a:pt x="8042" y="5232"/>
                  <a:pt x="8497" y="5488"/>
                  <a:pt x="8907" y="5822"/>
                </a:cubicBezTo>
                <a:cubicBezTo>
                  <a:pt x="8951" y="5858"/>
                  <a:pt x="9019" y="5878"/>
                  <a:pt x="9084" y="5878"/>
                </a:cubicBezTo>
                <a:cubicBezTo>
                  <a:pt x="9150" y="5878"/>
                  <a:pt x="9215" y="5857"/>
                  <a:pt x="9251" y="5812"/>
                </a:cubicBezTo>
                <a:cubicBezTo>
                  <a:pt x="9336" y="5704"/>
                  <a:pt x="9336" y="5581"/>
                  <a:pt x="9232" y="5477"/>
                </a:cubicBezTo>
                <a:cubicBezTo>
                  <a:pt x="9200" y="5442"/>
                  <a:pt x="9161" y="5413"/>
                  <a:pt x="9123" y="5384"/>
                </a:cubicBezTo>
                <a:cubicBezTo>
                  <a:pt x="8708" y="5056"/>
                  <a:pt x="8250" y="4803"/>
                  <a:pt x="7751" y="4627"/>
                </a:cubicBezTo>
                <a:cubicBezTo>
                  <a:pt x="7203" y="4430"/>
                  <a:pt x="6637" y="4319"/>
                  <a:pt x="6049" y="4319"/>
                </a:cubicBezTo>
                <a:close/>
                <a:moveTo>
                  <a:pt x="5791" y="5765"/>
                </a:moveTo>
                <a:cubicBezTo>
                  <a:pt x="5791" y="5928"/>
                  <a:pt x="5797" y="6082"/>
                  <a:pt x="5788" y="6235"/>
                </a:cubicBezTo>
                <a:cubicBezTo>
                  <a:pt x="5781" y="6380"/>
                  <a:pt x="5888" y="6475"/>
                  <a:pt x="5996" y="6476"/>
                </a:cubicBezTo>
                <a:cubicBezTo>
                  <a:pt x="5997" y="6476"/>
                  <a:pt x="5999" y="6476"/>
                  <a:pt x="6000" y="6476"/>
                </a:cubicBezTo>
                <a:cubicBezTo>
                  <a:pt x="6158" y="6476"/>
                  <a:pt x="6258" y="6392"/>
                  <a:pt x="6261" y="6242"/>
                </a:cubicBezTo>
                <a:cubicBezTo>
                  <a:pt x="6265" y="6088"/>
                  <a:pt x="6261" y="5935"/>
                  <a:pt x="6261" y="5765"/>
                </a:cubicBezTo>
                <a:lnTo>
                  <a:pt x="6261" y="5765"/>
                </a:lnTo>
                <a:cubicBezTo>
                  <a:pt x="7163" y="5844"/>
                  <a:pt x="7940" y="6187"/>
                  <a:pt x="8577" y="6824"/>
                </a:cubicBezTo>
                <a:cubicBezTo>
                  <a:pt x="9211" y="7458"/>
                  <a:pt x="9561" y="8233"/>
                  <a:pt x="9634" y="9144"/>
                </a:cubicBezTo>
                <a:cubicBezTo>
                  <a:pt x="9540" y="9144"/>
                  <a:pt x="9445" y="9143"/>
                  <a:pt x="9350" y="9143"/>
                </a:cubicBezTo>
                <a:cubicBezTo>
                  <a:pt x="9302" y="9143"/>
                  <a:pt x="9254" y="9144"/>
                  <a:pt x="9206" y="9144"/>
                </a:cubicBezTo>
                <a:cubicBezTo>
                  <a:pt x="9163" y="9144"/>
                  <a:pt x="9118" y="9150"/>
                  <a:pt x="9075" y="9160"/>
                </a:cubicBezTo>
                <a:cubicBezTo>
                  <a:pt x="8977" y="9189"/>
                  <a:pt x="8897" y="9306"/>
                  <a:pt x="8913" y="9396"/>
                </a:cubicBezTo>
                <a:cubicBezTo>
                  <a:pt x="8937" y="9538"/>
                  <a:pt x="9017" y="9614"/>
                  <a:pt x="9148" y="9615"/>
                </a:cubicBezTo>
                <a:lnTo>
                  <a:pt x="9628" y="9615"/>
                </a:lnTo>
                <a:cubicBezTo>
                  <a:pt x="9507" y="11530"/>
                  <a:pt x="7920" y="12901"/>
                  <a:pt x="6259" y="12988"/>
                </a:cubicBezTo>
                <a:cubicBezTo>
                  <a:pt x="6259" y="12859"/>
                  <a:pt x="6261" y="12729"/>
                  <a:pt x="6259" y="12602"/>
                </a:cubicBezTo>
                <a:cubicBezTo>
                  <a:pt x="6259" y="12558"/>
                  <a:pt x="6252" y="12511"/>
                  <a:pt x="6243" y="12468"/>
                </a:cubicBezTo>
                <a:cubicBezTo>
                  <a:pt x="6215" y="12317"/>
                  <a:pt x="6130" y="12279"/>
                  <a:pt x="6031" y="12279"/>
                </a:cubicBezTo>
                <a:cubicBezTo>
                  <a:pt x="6011" y="12279"/>
                  <a:pt x="5991" y="12281"/>
                  <a:pt x="5970" y="12283"/>
                </a:cubicBezTo>
                <a:cubicBezTo>
                  <a:pt x="5880" y="12293"/>
                  <a:pt x="5779" y="12365"/>
                  <a:pt x="5787" y="12529"/>
                </a:cubicBezTo>
                <a:cubicBezTo>
                  <a:pt x="5792" y="12679"/>
                  <a:pt x="5788" y="12830"/>
                  <a:pt x="5788" y="12994"/>
                </a:cubicBezTo>
                <a:cubicBezTo>
                  <a:pt x="4971" y="12932"/>
                  <a:pt x="4254" y="12641"/>
                  <a:pt x="3646" y="12107"/>
                </a:cubicBezTo>
                <a:cubicBezTo>
                  <a:pt x="2899" y="11449"/>
                  <a:pt x="2488" y="10618"/>
                  <a:pt x="2403" y="9615"/>
                </a:cubicBezTo>
                <a:cubicBezTo>
                  <a:pt x="2508" y="9615"/>
                  <a:pt x="2607" y="9612"/>
                  <a:pt x="2702" y="9612"/>
                </a:cubicBezTo>
                <a:cubicBezTo>
                  <a:pt x="2760" y="9612"/>
                  <a:pt x="2816" y="9613"/>
                  <a:pt x="2872" y="9617"/>
                </a:cubicBezTo>
                <a:cubicBezTo>
                  <a:pt x="2876" y="9617"/>
                  <a:pt x="2880" y="9617"/>
                  <a:pt x="2884" y="9617"/>
                </a:cubicBezTo>
                <a:cubicBezTo>
                  <a:pt x="3014" y="9617"/>
                  <a:pt x="3123" y="9487"/>
                  <a:pt x="3123" y="9378"/>
                </a:cubicBezTo>
                <a:cubicBezTo>
                  <a:pt x="3126" y="9272"/>
                  <a:pt x="3016" y="9142"/>
                  <a:pt x="2886" y="9142"/>
                </a:cubicBezTo>
                <a:cubicBezTo>
                  <a:pt x="2883" y="9142"/>
                  <a:pt x="2879" y="9142"/>
                  <a:pt x="2876" y="9143"/>
                </a:cubicBezTo>
                <a:cubicBezTo>
                  <a:pt x="2823" y="9146"/>
                  <a:pt x="2771" y="9147"/>
                  <a:pt x="2718" y="9147"/>
                </a:cubicBezTo>
                <a:cubicBezTo>
                  <a:pt x="2625" y="9147"/>
                  <a:pt x="2532" y="9144"/>
                  <a:pt x="2440" y="9143"/>
                </a:cubicBezTo>
                <a:cubicBezTo>
                  <a:pt x="2434" y="9143"/>
                  <a:pt x="2428" y="9138"/>
                  <a:pt x="2408" y="9130"/>
                </a:cubicBezTo>
                <a:cubicBezTo>
                  <a:pt x="2470" y="8315"/>
                  <a:pt x="2768" y="7597"/>
                  <a:pt x="3312" y="6987"/>
                </a:cubicBezTo>
                <a:cubicBezTo>
                  <a:pt x="3968" y="6251"/>
                  <a:pt x="4797" y="5848"/>
                  <a:pt x="5791" y="5765"/>
                </a:cubicBezTo>
                <a:close/>
                <a:moveTo>
                  <a:pt x="6003" y="5292"/>
                </a:moveTo>
                <a:cubicBezTo>
                  <a:pt x="4905" y="5292"/>
                  <a:pt x="3943" y="5690"/>
                  <a:pt x="3143" y="6473"/>
                </a:cubicBezTo>
                <a:cubicBezTo>
                  <a:pt x="2354" y="7247"/>
                  <a:pt x="1944" y="8208"/>
                  <a:pt x="1928" y="9316"/>
                </a:cubicBezTo>
                <a:cubicBezTo>
                  <a:pt x="1895" y="11615"/>
                  <a:pt x="3743" y="13468"/>
                  <a:pt x="5981" y="13468"/>
                </a:cubicBezTo>
                <a:cubicBezTo>
                  <a:pt x="5995" y="13468"/>
                  <a:pt x="6010" y="13468"/>
                  <a:pt x="6025" y="13468"/>
                </a:cubicBezTo>
                <a:cubicBezTo>
                  <a:pt x="7092" y="13467"/>
                  <a:pt x="8024" y="13106"/>
                  <a:pt x="8803" y="12383"/>
                </a:cubicBezTo>
                <a:cubicBezTo>
                  <a:pt x="9619" y="11627"/>
                  <a:pt x="10061" y="10679"/>
                  <a:pt x="10111" y="9572"/>
                </a:cubicBezTo>
                <a:cubicBezTo>
                  <a:pt x="10161" y="8422"/>
                  <a:pt x="9789" y="7411"/>
                  <a:pt x="8995" y="6571"/>
                </a:cubicBezTo>
                <a:cubicBezTo>
                  <a:pt x="8258" y="5790"/>
                  <a:pt x="7342" y="5361"/>
                  <a:pt x="6268" y="5300"/>
                </a:cubicBezTo>
                <a:cubicBezTo>
                  <a:pt x="6179" y="5295"/>
                  <a:pt x="6091" y="5292"/>
                  <a:pt x="6003" y="5292"/>
                </a:cubicBezTo>
                <a:close/>
                <a:moveTo>
                  <a:pt x="9754" y="6092"/>
                </a:moveTo>
                <a:cubicBezTo>
                  <a:pt x="9695" y="6092"/>
                  <a:pt x="9636" y="6113"/>
                  <a:pt x="9597" y="6155"/>
                </a:cubicBezTo>
                <a:cubicBezTo>
                  <a:pt x="9503" y="6255"/>
                  <a:pt x="9485" y="6380"/>
                  <a:pt x="9576" y="6491"/>
                </a:cubicBezTo>
                <a:cubicBezTo>
                  <a:pt x="9836" y="6809"/>
                  <a:pt x="10051" y="7154"/>
                  <a:pt x="10220" y="7535"/>
                </a:cubicBezTo>
                <a:cubicBezTo>
                  <a:pt x="10480" y="8125"/>
                  <a:pt x="10612" y="8741"/>
                  <a:pt x="10615" y="9385"/>
                </a:cubicBezTo>
                <a:cubicBezTo>
                  <a:pt x="10608" y="9516"/>
                  <a:pt x="10605" y="9650"/>
                  <a:pt x="10589" y="9781"/>
                </a:cubicBezTo>
                <a:cubicBezTo>
                  <a:pt x="10560" y="10000"/>
                  <a:pt x="10532" y="10221"/>
                  <a:pt x="10484" y="10438"/>
                </a:cubicBezTo>
                <a:cubicBezTo>
                  <a:pt x="10393" y="10860"/>
                  <a:pt x="10233" y="11257"/>
                  <a:pt x="10019" y="11632"/>
                </a:cubicBezTo>
                <a:cubicBezTo>
                  <a:pt x="9743" y="12123"/>
                  <a:pt x="9387" y="12546"/>
                  <a:pt x="8958" y="12907"/>
                </a:cubicBezTo>
                <a:cubicBezTo>
                  <a:pt x="8606" y="13202"/>
                  <a:pt x="8213" y="13433"/>
                  <a:pt x="7790" y="13613"/>
                </a:cubicBezTo>
                <a:cubicBezTo>
                  <a:pt x="7235" y="13849"/>
                  <a:pt x="6653" y="13951"/>
                  <a:pt x="6056" y="13973"/>
                </a:cubicBezTo>
                <a:cubicBezTo>
                  <a:pt x="6042" y="13973"/>
                  <a:pt x="6029" y="13973"/>
                  <a:pt x="6016" y="13973"/>
                </a:cubicBezTo>
                <a:cubicBezTo>
                  <a:pt x="5931" y="13973"/>
                  <a:pt x="5844" y="13963"/>
                  <a:pt x="5759" y="13955"/>
                </a:cubicBezTo>
                <a:cubicBezTo>
                  <a:pt x="5576" y="13939"/>
                  <a:pt x="5388" y="13933"/>
                  <a:pt x="5209" y="13897"/>
                </a:cubicBezTo>
                <a:cubicBezTo>
                  <a:pt x="4858" y="13826"/>
                  <a:pt x="4514" y="13725"/>
                  <a:pt x="4186" y="13580"/>
                </a:cubicBezTo>
                <a:cubicBezTo>
                  <a:pt x="3802" y="13411"/>
                  <a:pt x="3452" y="13195"/>
                  <a:pt x="3126" y="12933"/>
                </a:cubicBezTo>
                <a:cubicBezTo>
                  <a:pt x="3082" y="12898"/>
                  <a:pt x="3034" y="12883"/>
                  <a:pt x="2983" y="12883"/>
                </a:cubicBezTo>
                <a:cubicBezTo>
                  <a:pt x="2951" y="12883"/>
                  <a:pt x="2917" y="12889"/>
                  <a:pt x="2883" y="12900"/>
                </a:cubicBezTo>
                <a:cubicBezTo>
                  <a:pt x="2799" y="12924"/>
                  <a:pt x="2757" y="12988"/>
                  <a:pt x="2742" y="13068"/>
                </a:cubicBezTo>
                <a:cubicBezTo>
                  <a:pt x="2720" y="13180"/>
                  <a:pt x="2764" y="13267"/>
                  <a:pt x="2856" y="13333"/>
                </a:cubicBezTo>
                <a:cubicBezTo>
                  <a:pt x="2898" y="13365"/>
                  <a:pt x="2938" y="13391"/>
                  <a:pt x="2979" y="13423"/>
                </a:cubicBezTo>
                <a:cubicBezTo>
                  <a:pt x="3346" y="13704"/>
                  <a:pt x="3745" y="13926"/>
                  <a:pt x="4177" y="14093"/>
                </a:cubicBezTo>
                <a:cubicBezTo>
                  <a:pt x="4762" y="14319"/>
                  <a:pt x="5367" y="14436"/>
                  <a:pt x="5993" y="14436"/>
                </a:cubicBezTo>
                <a:cubicBezTo>
                  <a:pt x="6046" y="14436"/>
                  <a:pt x="6100" y="14435"/>
                  <a:pt x="6154" y="14433"/>
                </a:cubicBezTo>
                <a:cubicBezTo>
                  <a:pt x="6498" y="14422"/>
                  <a:pt x="6835" y="14380"/>
                  <a:pt x="7172" y="14305"/>
                </a:cubicBezTo>
                <a:cubicBezTo>
                  <a:pt x="7669" y="14195"/>
                  <a:pt x="8141" y="14009"/>
                  <a:pt x="8578" y="13753"/>
                </a:cubicBezTo>
                <a:cubicBezTo>
                  <a:pt x="9062" y="13471"/>
                  <a:pt x="9484" y="13113"/>
                  <a:pt x="9852" y="12690"/>
                </a:cubicBezTo>
                <a:cubicBezTo>
                  <a:pt x="10131" y="12370"/>
                  <a:pt x="10368" y="12027"/>
                  <a:pt x="10548" y="11649"/>
                </a:cubicBezTo>
                <a:cubicBezTo>
                  <a:pt x="10679" y="11370"/>
                  <a:pt x="10785" y="11079"/>
                  <a:pt x="10880" y="10788"/>
                </a:cubicBezTo>
                <a:cubicBezTo>
                  <a:pt x="11006" y="10394"/>
                  <a:pt x="11064" y="9986"/>
                  <a:pt x="11077" y="9572"/>
                </a:cubicBezTo>
                <a:cubicBezTo>
                  <a:pt x="11088" y="9221"/>
                  <a:pt x="11080" y="8869"/>
                  <a:pt x="11005" y="8525"/>
                </a:cubicBezTo>
                <a:cubicBezTo>
                  <a:pt x="10947" y="8265"/>
                  <a:pt x="10903" y="8000"/>
                  <a:pt x="10810" y="7751"/>
                </a:cubicBezTo>
                <a:cubicBezTo>
                  <a:pt x="10692" y="7433"/>
                  <a:pt x="10547" y="7117"/>
                  <a:pt x="10381" y="6818"/>
                </a:cubicBezTo>
                <a:cubicBezTo>
                  <a:pt x="10252" y="6585"/>
                  <a:pt x="10080" y="6376"/>
                  <a:pt x="9917" y="6165"/>
                </a:cubicBezTo>
                <a:cubicBezTo>
                  <a:pt x="9880" y="6116"/>
                  <a:pt x="9817" y="6092"/>
                  <a:pt x="9754" y="6092"/>
                </a:cubicBezTo>
                <a:close/>
                <a:moveTo>
                  <a:pt x="6008" y="3834"/>
                </a:moveTo>
                <a:cubicBezTo>
                  <a:pt x="6033" y="3834"/>
                  <a:pt x="6059" y="3834"/>
                  <a:pt x="6085" y="3834"/>
                </a:cubicBezTo>
                <a:cubicBezTo>
                  <a:pt x="7648" y="3853"/>
                  <a:pt x="8990" y="4447"/>
                  <a:pt x="10063" y="5588"/>
                </a:cubicBezTo>
                <a:cubicBezTo>
                  <a:pt x="11058" y="6648"/>
                  <a:pt x="11560" y="7920"/>
                  <a:pt x="11575" y="9439"/>
                </a:cubicBezTo>
                <a:cubicBezTo>
                  <a:pt x="11553" y="10976"/>
                  <a:pt x="10971" y="12334"/>
                  <a:pt x="9812" y="13426"/>
                </a:cubicBezTo>
                <a:cubicBezTo>
                  <a:pt x="8750" y="14426"/>
                  <a:pt x="7477" y="14932"/>
                  <a:pt x="6031" y="14932"/>
                </a:cubicBezTo>
                <a:cubicBezTo>
                  <a:pt x="5988" y="14932"/>
                  <a:pt x="5946" y="14932"/>
                  <a:pt x="5903" y="14931"/>
                </a:cubicBezTo>
                <a:cubicBezTo>
                  <a:pt x="4398" y="14897"/>
                  <a:pt x="3098" y="14329"/>
                  <a:pt x="2050" y="13250"/>
                </a:cubicBezTo>
                <a:cubicBezTo>
                  <a:pt x="951" y="12117"/>
                  <a:pt x="416" y="10742"/>
                  <a:pt x="476" y="9163"/>
                </a:cubicBezTo>
                <a:cubicBezTo>
                  <a:pt x="532" y="7709"/>
                  <a:pt x="1093" y="6454"/>
                  <a:pt x="2130" y="5435"/>
                </a:cubicBezTo>
                <a:cubicBezTo>
                  <a:pt x="3204" y="4379"/>
                  <a:pt x="4511" y="3834"/>
                  <a:pt x="6008" y="3834"/>
                </a:cubicBezTo>
                <a:close/>
                <a:moveTo>
                  <a:pt x="5791" y="1"/>
                </a:moveTo>
                <a:cubicBezTo>
                  <a:pt x="5785" y="6"/>
                  <a:pt x="5779" y="15"/>
                  <a:pt x="5772" y="18"/>
                </a:cubicBezTo>
                <a:cubicBezTo>
                  <a:pt x="5371" y="83"/>
                  <a:pt x="5058" y="291"/>
                  <a:pt x="4831" y="621"/>
                </a:cubicBezTo>
                <a:cubicBezTo>
                  <a:pt x="4689" y="823"/>
                  <a:pt x="4610" y="1053"/>
                  <a:pt x="4587" y="1308"/>
                </a:cubicBezTo>
                <a:cubicBezTo>
                  <a:pt x="4567" y="1517"/>
                  <a:pt x="4594" y="1713"/>
                  <a:pt x="4658" y="1904"/>
                </a:cubicBezTo>
                <a:cubicBezTo>
                  <a:pt x="4763" y="2216"/>
                  <a:pt x="4962" y="2468"/>
                  <a:pt x="5240" y="2651"/>
                </a:cubicBezTo>
                <a:cubicBezTo>
                  <a:pt x="5265" y="2667"/>
                  <a:pt x="5298" y="2696"/>
                  <a:pt x="5298" y="2719"/>
                </a:cubicBezTo>
                <a:cubicBezTo>
                  <a:pt x="5301" y="2949"/>
                  <a:pt x="5300" y="3177"/>
                  <a:pt x="5300" y="3406"/>
                </a:cubicBezTo>
                <a:cubicBezTo>
                  <a:pt x="5256" y="3410"/>
                  <a:pt x="5220" y="3423"/>
                  <a:pt x="5182" y="3427"/>
                </a:cubicBezTo>
                <a:cubicBezTo>
                  <a:pt x="4827" y="3465"/>
                  <a:pt x="4484" y="3552"/>
                  <a:pt x="4145" y="3663"/>
                </a:cubicBezTo>
                <a:cubicBezTo>
                  <a:pt x="3737" y="3798"/>
                  <a:pt x="3346" y="3973"/>
                  <a:pt x="2975" y="4191"/>
                </a:cubicBezTo>
                <a:cubicBezTo>
                  <a:pt x="2556" y="4438"/>
                  <a:pt x="2171" y="4732"/>
                  <a:pt x="1822" y="5070"/>
                </a:cubicBezTo>
                <a:cubicBezTo>
                  <a:pt x="1650" y="5237"/>
                  <a:pt x="1495" y="5421"/>
                  <a:pt x="1339" y="5604"/>
                </a:cubicBezTo>
                <a:cubicBezTo>
                  <a:pt x="1099" y="5887"/>
                  <a:pt x="899" y="6199"/>
                  <a:pt x="721" y="6526"/>
                </a:cubicBezTo>
                <a:cubicBezTo>
                  <a:pt x="449" y="7029"/>
                  <a:pt x="247" y="7558"/>
                  <a:pt x="137" y="8119"/>
                </a:cubicBezTo>
                <a:cubicBezTo>
                  <a:pt x="79" y="8410"/>
                  <a:pt x="57" y="8708"/>
                  <a:pt x="19" y="9003"/>
                </a:cubicBezTo>
                <a:cubicBezTo>
                  <a:pt x="15" y="9028"/>
                  <a:pt x="7" y="9051"/>
                  <a:pt x="0" y="9076"/>
                </a:cubicBezTo>
                <a:lnTo>
                  <a:pt x="0" y="9694"/>
                </a:lnTo>
                <a:cubicBezTo>
                  <a:pt x="6" y="9717"/>
                  <a:pt x="15" y="9742"/>
                  <a:pt x="19" y="9766"/>
                </a:cubicBezTo>
                <a:cubicBezTo>
                  <a:pt x="58" y="10063"/>
                  <a:pt x="86" y="10362"/>
                  <a:pt x="140" y="10656"/>
                </a:cubicBezTo>
                <a:cubicBezTo>
                  <a:pt x="249" y="11230"/>
                  <a:pt x="464" y="11768"/>
                  <a:pt x="743" y="12280"/>
                </a:cubicBezTo>
                <a:cubicBezTo>
                  <a:pt x="915" y="12593"/>
                  <a:pt x="1105" y="12894"/>
                  <a:pt x="1339" y="13164"/>
                </a:cubicBezTo>
                <a:cubicBezTo>
                  <a:pt x="1511" y="13360"/>
                  <a:pt x="1679" y="13563"/>
                  <a:pt x="1867" y="13743"/>
                </a:cubicBezTo>
                <a:cubicBezTo>
                  <a:pt x="2225" y="14084"/>
                  <a:pt x="2619" y="14380"/>
                  <a:pt x="3052" y="14624"/>
                </a:cubicBezTo>
                <a:cubicBezTo>
                  <a:pt x="3436" y="14841"/>
                  <a:pt x="3833" y="15024"/>
                  <a:pt x="4259" y="15140"/>
                </a:cubicBezTo>
                <a:cubicBezTo>
                  <a:pt x="4555" y="15220"/>
                  <a:pt x="4856" y="15283"/>
                  <a:pt x="5160" y="15336"/>
                </a:cubicBezTo>
                <a:cubicBezTo>
                  <a:pt x="5371" y="15373"/>
                  <a:pt x="5587" y="15376"/>
                  <a:pt x="5801" y="15394"/>
                </a:cubicBezTo>
                <a:cubicBezTo>
                  <a:pt x="5817" y="15396"/>
                  <a:pt x="5832" y="15405"/>
                  <a:pt x="5846" y="15412"/>
                </a:cubicBezTo>
                <a:lnTo>
                  <a:pt x="6192" y="15412"/>
                </a:lnTo>
                <a:cubicBezTo>
                  <a:pt x="6220" y="15406"/>
                  <a:pt x="6246" y="15394"/>
                  <a:pt x="6274" y="15394"/>
                </a:cubicBezTo>
                <a:cubicBezTo>
                  <a:pt x="6643" y="15394"/>
                  <a:pt x="7002" y="15330"/>
                  <a:pt x="7361" y="15255"/>
                </a:cubicBezTo>
                <a:cubicBezTo>
                  <a:pt x="7835" y="15152"/>
                  <a:pt x="8286" y="14986"/>
                  <a:pt x="8718" y="14772"/>
                </a:cubicBezTo>
                <a:cubicBezTo>
                  <a:pt x="9056" y="14605"/>
                  <a:pt x="9372" y="14401"/>
                  <a:pt x="9674" y="14173"/>
                </a:cubicBezTo>
                <a:cubicBezTo>
                  <a:pt x="9961" y="13955"/>
                  <a:pt x="10228" y="13711"/>
                  <a:pt x="10470" y="13443"/>
                </a:cubicBezTo>
                <a:cubicBezTo>
                  <a:pt x="10778" y="13107"/>
                  <a:pt x="11044" y="12743"/>
                  <a:pt x="11268" y="12343"/>
                </a:cubicBezTo>
                <a:cubicBezTo>
                  <a:pt x="11463" y="11992"/>
                  <a:pt x="11628" y="11630"/>
                  <a:pt x="11749" y="11246"/>
                </a:cubicBezTo>
                <a:cubicBezTo>
                  <a:pt x="11858" y="10905"/>
                  <a:pt x="11945" y="10560"/>
                  <a:pt x="11985" y="10201"/>
                </a:cubicBezTo>
                <a:cubicBezTo>
                  <a:pt x="11996" y="10078"/>
                  <a:pt x="12008" y="9952"/>
                  <a:pt x="12022" y="9827"/>
                </a:cubicBezTo>
                <a:cubicBezTo>
                  <a:pt x="12024" y="9819"/>
                  <a:pt x="12033" y="9809"/>
                  <a:pt x="12038" y="9800"/>
                </a:cubicBezTo>
                <a:lnTo>
                  <a:pt x="12038" y="8965"/>
                </a:lnTo>
                <a:cubicBezTo>
                  <a:pt x="12033" y="8957"/>
                  <a:pt x="12022" y="8948"/>
                  <a:pt x="12022" y="8939"/>
                </a:cubicBezTo>
                <a:cubicBezTo>
                  <a:pt x="11992" y="8701"/>
                  <a:pt x="11970" y="8461"/>
                  <a:pt x="11928" y="8222"/>
                </a:cubicBezTo>
                <a:cubicBezTo>
                  <a:pt x="11844" y="7740"/>
                  <a:pt x="11687" y="7277"/>
                  <a:pt x="11479" y="6835"/>
                </a:cubicBezTo>
                <a:cubicBezTo>
                  <a:pt x="11258" y="6361"/>
                  <a:pt x="10976" y="5924"/>
                  <a:pt x="10637" y="5520"/>
                </a:cubicBezTo>
                <a:cubicBezTo>
                  <a:pt x="10365" y="5195"/>
                  <a:pt x="10061" y="4900"/>
                  <a:pt x="9728" y="4638"/>
                </a:cubicBezTo>
                <a:cubicBezTo>
                  <a:pt x="9331" y="4326"/>
                  <a:pt x="8898" y="4071"/>
                  <a:pt x="8433" y="3868"/>
                </a:cubicBezTo>
                <a:cubicBezTo>
                  <a:pt x="7893" y="3632"/>
                  <a:pt x="7329" y="3481"/>
                  <a:pt x="6736" y="3407"/>
                </a:cubicBezTo>
                <a:cubicBezTo>
                  <a:pt x="6736" y="3177"/>
                  <a:pt x="6736" y="2949"/>
                  <a:pt x="6737" y="2719"/>
                </a:cubicBezTo>
                <a:cubicBezTo>
                  <a:pt x="6737" y="2702"/>
                  <a:pt x="6759" y="2682"/>
                  <a:pt x="6775" y="2668"/>
                </a:cubicBezTo>
                <a:cubicBezTo>
                  <a:pt x="6884" y="2572"/>
                  <a:pt x="7001" y="2487"/>
                  <a:pt x="7101" y="2382"/>
                </a:cubicBezTo>
                <a:cubicBezTo>
                  <a:pt x="7326" y="2145"/>
                  <a:pt x="7438" y="1853"/>
                  <a:pt x="7459" y="1531"/>
                </a:cubicBezTo>
                <a:cubicBezTo>
                  <a:pt x="7480" y="1175"/>
                  <a:pt x="7386" y="850"/>
                  <a:pt x="7169" y="560"/>
                </a:cubicBezTo>
                <a:cubicBezTo>
                  <a:pt x="7024" y="367"/>
                  <a:pt x="6842" y="216"/>
                  <a:pt x="6617" y="127"/>
                </a:cubicBezTo>
                <a:cubicBezTo>
                  <a:pt x="6496" y="78"/>
                  <a:pt x="6368" y="43"/>
                  <a:pt x="62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8"/>
          <p:cNvSpPr/>
          <p:nvPr/>
        </p:nvSpPr>
        <p:spPr>
          <a:xfrm>
            <a:off x="3686821" y="1669242"/>
            <a:ext cx="443172" cy="318577"/>
          </a:xfrm>
          <a:custGeom>
            <a:avLst/>
            <a:gdLst/>
            <a:ahLst/>
            <a:cxnLst/>
            <a:rect l="l" t="t" r="r" b="b"/>
            <a:pathLst>
              <a:path w="15412" h="11079" extrusionOk="0">
                <a:moveTo>
                  <a:pt x="12499" y="5054"/>
                </a:moveTo>
                <a:cubicBezTo>
                  <a:pt x="12592" y="5054"/>
                  <a:pt x="12667" y="5085"/>
                  <a:pt x="12723" y="5170"/>
                </a:cubicBezTo>
                <a:cubicBezTo>
                  <a:pt x="12758" y="5220"/>
                  <a:pt x="12774" y="5292"/>
                  <a:pt x="12776" y="5353"/>
                </a:cubicBezTo>
                <a:cubicBezTo>
                  <a:pt x="12783" y="5556"/>
                  <a:pt x="12782" y="5758"/>
                  <a:pt x="12779" y="5962"/>
                </a:cubicBezTo>
                <a:cubicBezTo>
                  <a:pt x="12774" y="6144"/>
                  <a:pt x="12684" y="6261"/>
                  <a:pt x="12505" y="6267"/>
                </a:cubicBezTo>
                <a:cubicBezTo>
                  <a:pt x="12367" y="6270"/>
                  <a:pt x="12281" y="6385"/>
                  <a:pt x="12289" y="6523"/>
                </a:cubicBezTo>
                <a:cubicBezTo>
                  <a:pt x="12296" y="6645"/>
                  <a:pt x="12390" y="6736"/>
                  <a:pt x="12518" y="6736"/>
                </a:cubicBezTo>
                <a:cubicBezTo>
                  <a:pt x="12521" y="6736"/>
                  <a:pt x="12524" y="6736"/>
                  <a:pt x="12527" y="6735"/>
                </a:cubicBezTo>
                <a:cubicBezTo>
                  <a:pt x="12607" y="6734"/>
                  <a:pt x="12687" y="6721"/>
                  <a:pt x="12773" y="6712"/>
                </a:cubicBezTo>
                <a:lnTo>
                  <a:pt x="12773" y="7221"/>
                </a:lnTo>
                <a:lnTo>
                  <a:pt x="11800" y="7221"/>
                </a:lnTo>
                <a:cubicBezTo>
                  <a:pt x="11800" y="6706"/>
                  <a:pt x="11783" y="6197"/>
                  <a:pt x="11806" y="5687"/>
                </a:cubicBezTo>
                <a:cubicBezTo>
                  <a:pt x="11821" y="5376"/>
                  <a:pt x="12082" y="5113"/>
                  <a:pt x="12415" y="5061"/>
                </a:cubicBezTo>
                <a:cubicBezTo>
                  <a:pt x="12444" y="5056"/>
                  <a:pt x="12472" y="5054"/>
                  <a:pt x="12499" y="5054"/>
                </a:cubicBezTo>
                <a:close/>
                <a:moveTo>
                  <a:pt x="13501" y="5047"/>
                </a:moveTo>
                <a:cubicBezTo>
                  <a:pt x="13506" y="5047"/>
                  <a:pt x="13511" y="5047"/>
                  <a:pt x="13516" y="5047"/>
                </a:cubicBezTo>
                <a:cubicBezTo>
                  <a:pt x="13921" y="5077"/>
                  <a:pt x="14228" y="5412"/>
                  <a:pt x="14215" y="5792"/>
                </a:cubicBezTo>
                <a:cubicBezTo>
                  <a:pt x="14212" y="5937"/>
                  <a:pt x="14206" y="6086"/>
                  <a:pt x="14218" y="6228"/>
                </a:cubicBezTo>
                <a:cubicBezTo>
                  <a:pt x="14228" y="6385"/>
                  <a:pt x="14113" y="6507"/>
                  <a:pt x="13946" y="6517"/>
                </a:cubicBezTo>
                <a:cubicBezTo>
                  <a:pt x="13794" y="6529"/>
                  <a:pt x="13738" y="6602"/>
                  <a:pt x="13743" y="6783"/>
                </a:cubicBezTo>
                <a:cubicBezTo>
                  <a:pt x="13747" y="6894"/>
                  <a:pt x="13831" y="6972"/>
                  <a:pt x="13954" y="6972"/>
                </a:cubicBezTo>
                <a:cubicBezTo>
                  <a:pt x="13956" y="6972"/>
                  <a:pt x="13957" y="6972"/>
                  <a:pt x="13958" y="6972"/>
                </a:cubicBezTo>
                <a:cubicBezTo>
                  <a:pt x="14041" y="6969"/>
                  <a:pt x="14125" y="6961"/>
                  <a:pt x="14214" y="6955"/>
                </a:cubicBezTo>
                <a:lnTo>
                  <a:pt x="14214" y="7221"/>
                </a:lnTo>
                <a:lnTo>
                  <a:pt x="13241" y="7221"/>
                </a:lnTo>
                <a:lnTo>
                  <a:pt x="13241" y="6227"/>
                </a:lnTo>
                <a:cubicBezTo>
                  <a:pt x="13302" y="6235"/>
                  <a:pt x="13365" y="6235"/>
                  <a:pt x="13426" y="6254"/>
                </a:cubicBezTo>
                <a:cubicBezTo>
                  <a:pt x="13450" y="6261"/>
                  <a:pt x="13472" y="6265"/>
                  <a:pt x="13494" y="6265"/>
                </a:cubicBezTo>
                <a:cubicBezTo>
                  <a:pt x="13565" y="6265"/>
                  <a:pt x="13624" y="6229"/>
                  <a:pt x="13673" y="6177"/>
                </a:cubicBezTo>
                <a:cubicBezTo>
                  <a:pt x="13738" y="6107"/>
                  <a:pt x="13747" y="6013"/>
                  <a:pt x="13703" y="5927"/>
                </a:cubicBezTo>
                <a:cubicBezTo>
                  <a:pt x="13667" y="5854"/>
                  <a:pt x="13612" y="5796"/>
                  <a:pt x="13517" y="5792"/>
                </a:cubicBezTo>
                <a:cubicBezTo>
                  <a:pt x="13347" y="5787"/>
                  <a:pt x="13231" y="5667"/>
                  <a:pt x="13237" y="5494"/>
                </a:cubicBezTo>
                <a:cubicBezTo>
                  <a:pt x="13238" y="5395"/>
                  <a:pt x="13247" y="5292"/>
                  <a:pt x="13274" y="5194"/>
                </a:cubicBezTo>
                <a:cubicBezTo>
                  <a:pt x="13298" y="5109"/>
                  <a:pt x="13409" y="5047"/>
                  <a:pt x="13501" y="5047"/>
                </a:cubicBezTo>
                <a:close/>
                <a:moveTo>
                  <a:pt x="3162" y="4935"/>
                </a:moveTo>
                <a:cubicBezTo>
                  <a:pt x="3333" y="4935"/>
                  <a:pt x="3490" y="4988"/>
                  <a:pt x="3631" y="5111"/>
                </a:cubicBezTo>
                <a:cubicBezTo>
                  <a:pt x="3826" y="5282"/>
                  <a:pt x="3922" y="5497"/>
                  <a:pt x="3900" y="5753"/>
                </a:cubicBezTo>
                <a:cubicBezTo>
                  <a:pt x="3879" y="5987"/>
                  <a:pt x="3788" y="6200"/>
                  <a:pt x="3667" y="6400"/>
                </a:cubicBezTo>
                <a:cubicBezTo>
                  <a:pt x="3506" y="6673"/>
                  <a:pt x="3296" y="6906"/>
                  <a:pt x="3071" y="7125"/>
                </a:cubicBezTo>
                <a:cubicBezTo>
                  <a:pt x="3005" y="7191"/>
                  <a:pt x="2937" y="7231"/>
                  <a:pt x="2842" y="7231"/>
                </a:cubicBezTo>
                <a:cubicBezTo>
                  <a:pt x="2834" y="7231"/>
                  <a:pt x="2826" y="7230"/>
                  <a:pt x="2818" y="7230"/>
                </a:cubicBezTo>
                <a:cubicBezTo>
                  <a:pt x="2765" y="7226"/>
                  <a:pt x="2712" y="7225"/>
                  <a:pt x="2658" y="7225"/>
                </a:cubicBezTo>
                <a:cubicBezTo>
                  <a:pt x="2569" y="7225"/>
                  <a:pt x="2480" y="7228"/>
                  <a:pt x="2392" y="7228"/>
                </a:cubicBezTo>
                <a:cubicBezTo>
                  <a:pt x="2310" y="7228"/>
                  <a:pt x="2228" y="7229"/>
                  <a:pt x="2146" y="7229"/>
                </a:cubicBezTo>
                <a:cubicBezTo>
                  <a:pt x="2065" y="7229"/>
                  <a:pt x="1983" y="7228"/>
                  <a:pt x="1901" y="7227"/>
                </a:cubicBezTo>
                <a:cubicBezTo>
                  <a:pt x="1872" y="7227"/>
                  <a:pt x="1834" y="7218"/>
                  <a:pt x="1813" y="7198"/>
                </a:cubicBezTo>
                <a:cubicBezTo>
                  <a:pt x="1584" y="6974"/>
                  <a:pt x="1352" y="6751"/>
                  <a:pt x="1181" y="6475"/>
                </a:cubicBezTo>
                <a:cubicBezTo>
                  <a:pt x="1024" y="6219"/>
                  <a:pt x="890" y="5956"/>
                  <a:pt x="909" y="5642"/>
                </a:cubicBezTo>
                <a:cubicBezTo>
                  <a:pt x="924" y="5383"/>
                  <a:pt x="1041" y="5186"/>
                  <a:pt x="1259" y="5046"/>
                </a:cubicBezTo>
                <a:cubicBezTo>
                  <a:pt x="1378" y="4970"/>
                  <a:pt x="1510" y="4935"/>
                  <a:pt x="1641" y="4935"/>
                </a:cubicBezTo>
                <a:cubicBezTo>
                  <a:pt x="1847" y="4935"/>
                  <a:pt x="2049" y="5022"/>
                  <a:pt x="2188" y="5172"/>
                </a:cubicBezTo>
                <a:cubicBezTo>
                  <a:pt x="2250" y="5242"/>
                  <a:pt x="2315" y="5301"/>
                  <a:pt x="2400" y="5301"/>
                </a:cubicBezTo>
                <a:cubicBezTo>
                  <a:pt x="2428" y="5301"/>
                  <a:pt x="2457" y="5294"/>
                  <a:pt x="2489" y="5280"/>
                </a:cubicBezTo>
                <a:cubicBezTo>
                  <a:pt x="2533" y="5260"/>
                  <a:pt x="2575" y="5223"/>
                  <a:pt x="2607" y="5187"/>
                </a:cubicBezTo>
                <a:cubicBezTo>
                  <a:pt x="2719" y="5063"/>
                  <a:pt x="2850" y="4973"/>
                  <a:pt x="3014" y="4947"/>
                </a:cubicBezTo>
                <a:cubicBezTo>
                  <a:pt x="3064" y="4939"/>
                  <a:pt x="3114" y="4935"/>
                  <a:pt x="3162" y="4935"/>
                </a:cubicBezTo>
                <a:close/>
                <a:moveTo>
                  <a:pt x="4190" y="7702"/>
                </a:moveTo>
                <a:cubicBezTo>
                  <a:pt x="4111" y="7864"/>
                  <a:pt x="4036" y="8019"/>
                  <a:pt x="3955" y="8170"/>
                </a:cubicBezTo>
                <a:cubicBezTo>
                  <a:pt x="3942" y="8194"/>
                  <a:pt x="3890" y="8207"/>
                  <a:pt x="3856" y="8207"/>
                </a:cubicBezTo>
                <a:cubicBezTo>
                  <a:pt x="3208" y="8208"/>
                  <a:pt x="2558" y="8208"/>
                  <a:pt x="1906" y="8208"/>
                </a:cubicBezTo>
                <a:cubicBezTo>
                  <a:pt x="1747" y="8208"/>
                  <a:pt x="1589" y="8208"/>
                  <a:pt x="1430" y="8208"/>
                </a:cubicBezTo>
                <a:cubicBezTo>
                  <a:pt x="1272" y="8208"/>
                  <a:pt x="1113" y="8208"/>
                  <a:pt x="954" y="8210"/>
                </a:cubicBezTo>
                <a:cubicBezTo>
                  <a:pt x="889" y="8210"/>
                  <a:pt x="860" y="8189"/>
                  <a:pt x="832" y="8131"/>
                </a:cubicBezTo>
                <a:cubicBezTo>
                  <a:pt x="769" y="7989"/>
                  <a:pt x="694" y="7851"/>
                  <a:pt x="620" y="7702"/>
                </a:cubicBezTo>
                <a:close/>
                <a:moveTo>
                  <a:pt x="14792" y="7702"/>
                </a:moveTo>
                <a:cubicBezTo>
                  <a:pt x="14712" y="7865"/>
                  <a:pt x="14637" y="8021"/>
                  <a:pt x="14555" y="8170"/>
                </a:cubicBezTo>
                <a:cubicBezTo>
                  <a:pt x="14542" y="8194"/>
                  <a:pt x="14490" y="8207"/>
                  <a:pt x="14458" y="8207"/>
                </a:cubicBezTo>
                <a:cubicBezTo>
                  <a:pt x="13827" y="8208"/>
                  <a:pt x="13195" y="8208"/>
                  <a:pt x="12562" y="8208"/>
                </a:cubicBezTo>
                <a:cubicBezTo>
                  <a:pt x="12394" y="8208"/>
                  <a:pt x="12227" y="8208"/>
                  <a:pt x="12059" y="8208"/>
                </a:cubicBezTo>
                <a:cubicBezTo>
                  <a:pt x="11891" y="8208"/>
                  <a:pt x="11723" y="8208"/>
                  <a:pt x="11555" y="8210"/>
                </a:cubicBezTo>
                <a:cubicBezTo>
                  <a:pt x="11492" y="8210"/>
                  <a:pt x="11460" y="8189"/>
                  <a:pt x="11434" y="8131"/>
                </a:cubicBezTo>
                <a:cubicBezTo>
                  <a:pt x="11370" y="7989"/>
                  <a:pt x="11296" y="7851"/>
                  <a:pt x="11220" y="7702"/>
                </a:cubicBezTo>
                <a:close/>
                <a:moveTo>
                  <a:pt x="3159" y="4459"/>
                </a:moveTo>
                <a:cubicBezTo>
                  <a:pt x="2971" y="4459"/>
                  <a:pt x="2784" y="4507"/>
                  <a:pt x="2606" y="4608"/>
                </a:cubicBezTo>
                <a:cubicBezTo>
                  <a:pt x="2527" y="4653"/>
                  <a:pt x="2463" y="4678"/>
                  <a:pt x="2397" y="4678"/>
                </a:cubicBezTo>
                <a:cubicBezTo>
                  <a:pt x="2336" y="4678"/>
                  <a:pt x="2273" y="4656"/>
                  <a:pt x="2197" y="4608"/>
                </a:cubicBezTo>
                <a:cubicBezTo>
                  <a:pt x="2039" y="4507"/>
                  <a:pt x="1861" y="4467"/>
                  <a:pt x="1675" y="4467"/>
                </a:cubicBezTo>
                <a:cubicBezTo>
                  <a:pt x="1597" y="4467"/>
                  <a:pt x="1519" y="4474"/>
                  <a:pt x="1440" y="4486"/>
                </a:cubicBezTo>
                <a:cubicBezTo>
                  <a:pt x="1133" y="4531"/>
                  <a:pt x="887" y="4678"/>
                  <a:pt x="698" y="4911"/>
                </a:cubicBezTo>
                <a:cubicBezTo>
                  <a:pt x="463" y="5199"/>
                  <a:pt x="394" y="5534"/>
                  <a:pt x="448" y="5902"/>
                </a:cubicBezTo>
                <a:cubicBezTo>
                  <a:pt x="492" y="6187"/>
                  <a:pt x="598" y="6443"/>
                  <a:pt x="751" y="6682"/>
                </a:cubicBezTo>
                <a:cubicBezTo>
                  <a:pt x="873" y="6869"/>
                  <a:pt x="1012" y="7045"/>
                  <a:pt x="1146" y="7230"/>
                </a:cubicBezTo>
                <a:cubicBezTo>
                  <a:pt x="987" y="7230"/>
                  <a:pt x="829" y="7231"/>
                  <a:pt x="671" y="7231"/>
                </a:cubicBezTo>
                <a:cubicBezTo>
                  <a:pt x="552" y="7231"/>
                  <a:pt x="433" y="7230"/>
                  <a:pt x="314" y="7228"/>
                </a:cubicBezTo>
                <a:cubicBezTo>
                  <a:pt x="311" y="7228"/>
                  <a:pt x="308" y="7228"/>
                  <a:pt x="305" y="7228"/>
                </a:cubicBezTo>
                <a:cubicBezTo>
                  <a:pt x="172" y="7228"/>
                  <a:pt x="63" y="7259"/>
                  <a:pt x="0" y="7393"/>
                </a:cubicBezTo>
                <a:lnTo>
                  <a:pt x="0" y="7555"/>
                </a:lnTo>
                <a:cubicBezTo>
                  <a:pt x="13" y="7576"/>
                  <a:pt x="25" y="7593"/>
                  <a:pt x="37" y="7614"/>
                </a:cubicBezTo>
                <a:cubicBezTo>
                  <a:pt x="170" y="7881"/>
                  <a:pt x="298" y="8153"/>
                  <a:pt x="439" y="8419"/>
                </a:cubicBezTo>
                <a:cubicBezTo>
                  <a:pt x="521" y="8567"/>
                  <a:pt x="647" y="8666"/>
                  <a:pt x="836" y="8666"/>
                </a:cubicBezTo>
                <a:cubicBezTo>
                  <a:pt x="1360" y="8665"/>
                  <a:pt x="1882" y="8665"/>
                  <a:pt x="2405" y="8665"/>
                </a:cubicBezTo>
                <a:cubicBezTo>
                  <a:pt x="2928" y="8665"/>
                  <a:pt x="3450" y="8665"/>
                  <a:pt x="3974" y="8665"/>
                </a:cubicBezTo>
                <a:cubicBezTo>
                  <a:pt x="4137" y="8665"/>
                  <a:pt x="4268" y="8592"/>
                  <a:pt x="4342" y="8450"/>
                </a:cubicBezTo>
                <a:cubicBezTo>
                  <a:pt x="4493" y="8166"/>
                  <a:pt x="4632" y="7877"/>
                  <a:pt x="4772" y="7589"/>
                </a:cubicBezTo>
                <a:cubicBezTo>
                  <a:pt x="4794" y="7542"/>
                  <a:pt x="4808" y="7483"/>
                  <a:pt x="4800" y="7436"/>
                </a:cubicBezTo>
                <a:cubicBezTo>
                  <a:pt x="4776" y="7307"/>
                  <a:pt x="4673" y="7230"/>
                  <a:pt x="4538" y="7230"/>
                </a:cubicBezTo>
                <a:lnTo>
                  <a:pt x="3655" y="7230"/>
                </a:lnTo>
                <a:cubicBezTo>
                  <a:pt x="3796" y="7032"/>
                  <a:pt x="3940" y="6850"/>
                  <a:pt x="4064" y="6655"/>
                </a:cubicBezTo>
                <a:cubicBezTo>
                  <a:pt x="4282" y="6311"/>
                  <a:pt x="4411" y="5939"/>
                  <a:pt x="4356" y="5519"/>
                </a:cubicBezTo>
                <a:cubicBezTo>
                  <a:pt x="4298" y="5075"/>
                  <a:pt x="4060" y="4757"/>
                  <a:pt x="3663" y="4573"/>
                </a:cubicBezTo>
                <a:cubicBezTo>
                  <a:pt x="3498" y="4498"/>
                  <a:pt x="3328" y="4459"/>
                  <a:pt x="3159" y="4459"/>
                </a:cubicBezTo>
                <a:close/>
                <a:moveTo>
                  <a:pt x="12514" y="4580"/>
                </a:moveTo>
                <a:cubicBezTo>
                  <a:pt x="12447" y="4580"/>
                  <a:pt x="12379" y="4587"/>
                  <a:pt x="12311" y="4601"/>
                </a:cubicBezTo>
                <a:cubicBezTo>
                  <a:pt x="11732" y="4714"/>
                  <a:pt x="11326" y="5183"/>
                  <a:pt x="11326" y="5774"/>
                </a:cubicBezTo>
                <a:lnTo>
                  <a:pt x="11326" y="7127"/>
                </a:lnTo>
                <a:lnTo>
                  <a:pt x="11326" y="7220"/>
                </a:lnTo>
                <a:cubicBezTo>
                  <a:pt x="11310" y="7225"/>
                  <a:pt x="11304" y="7228"/>
                  <a:pt x="11299" y="7228"/>
                </a:cubicBezTo>
                <a:cubicBezTo>
                  <a:pt x="11155" y="7230"/>
                  <a:pt x="11014" y="7230"/>
                  <a:pt x="10871" y="7230"/>
                </a:cubicBezTo>
                <a:cubicBezTo>
                  <a:pt x="10630" y="7230"/>
                  <a:pt x="10547" y="7432"/>
                  <a:pt x="10636" y="7606"/>
                </a:cubicBezTo>
                <a:cubicBezTo>
                  <a:pt x="10769" y="7868"/>
                  <a:pt x="10897" y="8134"/>
                  <a:pt x="11031" y="8396"/>
                </a:cubicBezTo>
                <a:cubicBezTo>
                  <a:pt x="11124" y="8573"/>
                  <a:pt x="11268" y="8666"/>
                  <a:pt x="11477" y="8666"/>
                </a:cubicBezTo>
                <a:cubicBezTo>
                  <a:pt x="11985" y="8664"/>
                  <a:pt x="12493" y="8663"/>
                  <a:pt x="13001" y="8663"/>
                </a:cubicBezTo>
                <a:cubicBezTo>
                  <a:pt x="13510" y="8663"/>
                  <a:pt x="14018" y="8664"/>
                  <a:pt x="14526" y="8666"/>
                </a:cubicBezTo>
                <a:cubicBezTo>
                  <a:pt x="14752" y="8666"/>
                  <a:pt x="14897" y="8563"/>
                  <a:pt x="14993" y="8371"/>
                </a:cubicBezTo>
                <a:cubicBezTo>
                  <a:pt x="15134" y="8093"/>
                  <a:pt x="15272" y="7816"/>
                  <a:pt x="15412" y="7538"/>
                </a:cubicBezTo>
                <a:lnTo>
                  <a:pt x="15412" y="7410"/>
                </a:lnTo>
                <a:cubicBezTo>
                  <a:pt x="15358" y="7280"/>
                  <a:pt x="15260" y="7228"/>
                  <a:pt x="15128" y="7228"/>
                </a:cubicBezTo>
                <a:cubicBezTo>
                  <a:pt x="15120" y="7228"/>
                  <a:pt x="15111" y="7228"/>
                  <a:pt x="15102" y="7228"/>
                </a:cubicBezTo>
                <a:cubicBezTo>
                  <a:pt x="15048" y="7231"/>
                  <a:pt x="14993" y="7231"/>
                  <a:pt x="14938" y="7231"/>
                </a:cubicBezTo>
                <a:cubicBezTo>
                  <a:pt x="14855" y="7231"/>
                  <a:pt x="14771" y="7230"/>
                  <a:pt x="14685" y="7230"/>
                </a:cubicBezTo>
                <a:lnTo>
                  <a:pt x="14685" y="7119"/>
                </a:lnTo>
                <a:cubicBezTo>
                  <a:pt x="14685" y="6647"/>
                  <a:pt x="14698" y="6174"/>
                  <a:pt x="14679" y="5703"/>
                </a:cubicBezTo>
                <a:cubicBezTo>
                  <a:pt x="14673" y="5540"/>
                  <a:pt x="14619" y="5367"/>
                  <a:pt x="14547" y="5220"/>
                </a:cubicBezTo>
                <a:cubicBezTo>
                  <a:pt x="14410" y="4940"/>
                  <a:pt x="14179" y="4749"/>
                  <a:pt x="13879" y="4652"/>
                </a:cubicBezTo>
                <a:cubicBezTo>
                  <a:pt x="13749" y="4610"/>
                  <a:pt x="13621" y="4581"/>
                  <a:pt x="13495" y="4581"/>
                </a:cubicBezTo>
                <a:cubicBezTo>
                  <a:pt x="13340" y="4581"/>
                  <a:pt x="13188" y="4625"/>
                  <a:pt x="13043" y="4739"/>
                </a:cubicBezTo>
                <a:cubicBezTo>
                  <a:pt x="13035" y="4745"/>
                  <a:pt x="13020" y="4748"/>
                  <a:pt x="13006" y="4748"/>
                </a:cubicBezTo>
                <a:cubicBezTo>
                  <a:pt x="12991" y="4748"/>
                  <a:pt x="12976" y="4745"/>
                  <a:pt x="12969" y="4739"/>
                </a:cubicBezTo>
                <a:cubicBezTo>
                  <a:pt x="12831" y="4624"/>
                  <a:pt x="12675" y="4580"/>
                  <a:pt x="12514" y="4580"/>
                </a:cubicBezTo>
                <a:close/>
                <a:moveTo>
                  <a:pt x="2777" y="1"/>
                </a:moveTo>
                <a:cubicBezTo>
                  <a:pt x="2694" y="31"/>
                  <a:pt x="2607" y="52"/>
                  <a:pt x="2533" y="93"/>
                </a:cubicBezTo>
                <a:cubicBezTo>
                  <a:pt x="2327" y="213"/>
                  <a:pt x="2219" y="393"/>
                  <a:pt x="2171" y="635"/>
                </a:cubicBezTo>
                <a:cubicBezTo>
                  <a:pt x="2065" y="1173"/>
                  <a:pt x="1934" y="1706"/>
                  <a:pt x="1810" y="2243"/>
                </a:cubicBezTo>
                <a:cubicBezTo>
                  <a:pt x="1694" y="2746"/>
                  <a:pt x="1573" y="3250"/>
                  <a:pt x="1456" y="3753"/>
                </a:cubicBezTo>
                <a:cubicBezTo>
                  <a:pt x="1427" y="3877"/>
                  <a:pt x="1466" y="4004"/>
                  <a:pt x="1546" y="4052"/>
                </a:cubicBezTo>
                <a:cubicBezTo>
                  <a:pt x="1592" y="4078"/>
                  <a:pt x="1638" y="4090"/>
                  <a:pt x="1681" y="4090"/>
                </a:cubicBezTo>
                <a:cubicBezTo>
                  <a:pt x="1796" y="4090"/>
                  <a:pt x="1892" y="4004"/>
                  <a:pt x="1924" y="3861"/>
                </a:cubicBezTo>
                <a:cubicBezTo>
                  <a:pt x="1997" y="3522"/>
                  <a:pt x="2075" y="3186"/>
                  <a:pt x="2152" y="2848"/>
                </a:cubicBezTo>
                <a:cubicBezTo>
                  <a:pt x="2204" y="2621"/>
                  <a:pt x="2254" y="2393"/>
                  <a:pt x="2306" y="2164"/>
                </a:cubicBezTo>
                <a:cubicBezTo>
                  <a:pt x="2335" y="2041"/>
                  <a:pt x="2367" y="1920"/>
                  <a:pt x="2404" y="1779"/>
                </a:cubicBezTo>
                <a:cubicBezTo>
                  <a:pt x="2452" y="1981"/>
                  <a:pt x="2491" y="2163"/>
                  <a:pt x="2533" y="2345"/>
                </a:cubicBezTo>
                <a:cubicBezTo>
                  <a:pt x="2584" y="2567"/>
                  <a:pt x="2635" y="2788"/>
                  <a:pt x="2687" y="3011"/>
                </a:cubicBezTo>
                <a:cubicBezTo>
                  <a:pt x="2758" y="3311"/>
                  <a:pt x="2828" y="3615"/>
                  <a:pt x="2904" y="3915"/>
                </a:cubicBezTo>
                <a:cubicBezTo>
                  <a:pt x="2933" y="4028"/>
                  <a:pt x="3022" y="4092"/>
                  <a:pt x="3124" y="4092"/>
                </a:cubicBezTo>
                <a:cubicBezTo>
                  <a:pt x="3146" y="4092"/>
                  <a:pt x="3170" y="4089"/>
                  <a:pt x="3193" y="4082"/>
                </a:cubicBezTo>
                <a:cubicBezTo>
                  <a:pt x="3311" y="4047"/>
                  <a:pt x="3385" y="3919"/>
                  <a:pt x="3356" y="3793"/>
                </a:cubicBezTo>
                <a:cubicBezTo>
                  <a:pt x="3237" y="3266"/>
                  <a:pt x="3115" y="2739"/>
                  <a:pt x="2992" y="2212"/>
                </a:cubicBezTo>
                <a:cubicBezTo>
                  <a:pt x="2881" y="1725"/>
                  <a:pt x="2764" y="1240"/>
                  <a:pt x="2651" y="753"/>
                </a:cubicBezTo>
                <a:cubicBezTo>
                  <a:pt x="2622" y="628"/>
                  <a:pt x="2716" y="492"/>
                  <a:pt x="2846" y="475"/>
                </a:cubicBezTo>
                <a:cubicBezTo>
                  <a:pt x="2857" y="473"/>
                  <a:pt x="2868" y="472"/>
                  <a:pt x="2880" y="472"/>
                </a:cubicBezTo>
                <a:cubicBezTo>
                  <a:pt x="2998" y="472"/>
                  <a:pt x="3113" y="566"/>
                  <a:pt x="3122" y="680"/>
                </a:cubicBezTo>
                <a:cubicBezTo>
                  <a:pt x="3138" y="881"/>
                  <a:pt x="3225" y="963"/>
                  <a:pt x="3434" y="963"/>
                </a:cubicBezTo>
                <a:lnTo>
                  <a:pt x="7456" y="963"/>
                </a:lnTo>
                <a:lnTo>
                  <a:pt x="7456" y="9643"/>
                </a:lnTo>
                <a:lnTo>
                  <a:pt x="7354" y="9643"/>
                </a:lnTo>
                <a:cubicBezTo>
                  <a:pt x="6719" y="9643"/>
                  <a:pt x="6085" y="9643"/>
                  <a:pt x="5448" y="9646"/>
                </a:cubicBezTo>
                <a:cubicBezTo>
                  <a:pt x="5250" y="9646"/>
                  <a:pt x="5101" y="9736"/>
                  <a:pt x="5010" y="9915"/>
                </a:cubicBezTo>
                <a:cubicBezTo>
                  <a:pt x="4878" y="10177"/>
                  <a:pt x="4747" y="10440"/>
                  <a:pt x="4616" y="10703"/>
                </a:cubicBezTo>
                <a:cubicBezTo>
                  <a:pt x="4534" y="10869"/>
                  <a:pt x="4576" y="10995"/>
                  <a:pt x="4737" y="11078"/>
                </a:cubicBezTo>
                <a:lnTo>
                  <a:pt x="10673" y="11078"/>
                </a:lnTo>
                <a:cubicBezTo>
                  <a:pt x="10851" y="10978"/>
                  <a:pt x="10865" y="10847"/>
                  <a:pt x="10775" y="10678"/>
                </a:cubicBezTo>
                <a:cubicBezTo>
                  <a:pt x="10639" y="10424"/>
                  <a:pt x="10514" y="10164"/>
                  <a:pt x="10384" y="9905"/>
                </a:cubicBezTo>
                <a:cubicBezTo>
                  <a:pt x="10301" y="9738"/>
                  <a:pt x="10163" y="9650"/>
                  <a:pt x="9978" y="9643"/>
                </a:cubicBezTo>
                <a:cubicBezTo>
                  <a:pt x="9894" y="9640"/>
                  <a:pt x="9810" y="9639"/>
                  <a:pt x="9727" y="9639"/>
                </a:cubicBezTo>
                <a:cubicBezTo>
                  <a:pt x="9614" y="9639"/>
                  <a:pt x="9501" y="9641"/>
                  <a:pt x="9388" y="9642"/>
                </a:cubicBezTo>
                <a:cubicBezTo>
                  <a:pt x="9259" y="9642"/>
                  <a:pt x="9148" y="9752"/>
                  <a:pt x="9148" y="9876"/>
                </a:cubicBezTo>
                <a:cubicBezTo>
                  <a:pt x="9147" y="10014"/>
                  <a:pt x="9250" y="10113"/>
                  <a:pt x="9395" y="10113"/>
                </a:cubicBezTo>
                <a:cubicBezTo>
                  <a:pt x="9479" y="10114"/>
                  <a:pt x="9563" y="10117"/>
                  <a:pt x="9647" y="10117"/>
                </a:cubicBezTo>
                <a:cubicBezTo>
                  <a:pt x="9700" y="10117"/>
                  <a:pt x="9752" y="10116"/>
                  <a:pt x="9804" y="10111"/>
                </a:cubicBezTo>
                <a:cubicBezTo>
                  <a:pt x="9816" y="10110"/>
                  <a:pt x="9828" y="10110"/>
                  <a:pt x="9840" y="10110"/>
                </a:cubicBezTo>
                <a:cubicBezTo>
                  <a:pt x="9941" y="10110"/>
                  <a:pt x="10002" y="10152"/>
                  <a:pt x="10041" y="10257"/>
                </a:cubicBezTo>
                <a:cubicBezTo>
                  <a:pt x="10085" y="10375"/>
                  <a:pt x="10149" y="10484"/>
                  <a:pt x="10207" y="10600"/>
                </a:cubicBezTo>
                <a:lnTo>
                  <a:pt x="5205" y="10600"/>
                </a:lnTo>
                <a:cubicBezTo>
                  <a:pt x="5275" y="10457"/>
                  <a:pt x="5346" y="10327"/>
                  <a:pt x="5406" y="10193"/>
                </a:cubicBezTo>
                <a:cubicBezTo>
                  <a:pt x="5435" y="10129"/>
                  <a:pt x="5470" y="10113"/>
                  <a:pt x="5535" y="10113"/>
                </a:cubicBezTo>
                <a:cubicBezTo>
                  <a:pt x="6495" y="10114"/>
                  <a:pt x="7453" y="10114"/>
                  <a:pt x="8413" y="10114"/>
                </a:cubicBezTo>
                <a:cubicBezTo>
                  <a:pt x="8561" y="10114"/>
                  <a:pt x="8660" y="10026"/>
                  <a:pt x="8660" y="9893"/>
                </a:cubicBezTo>
                <a:cubicBezTo>
                  <a:pt x="8661" y="9738"/>
                  <a:pt x="8565" y="9642"/>
                  <a:pt x="8411" y="9642"/>
                </a:cubicBezTo>
                <a:lnTo>
                  <a:pt x="7940" y="9642"/>
                </a:lnTo>
                <a:lnTo>
                  <a:pt x="7940" y="962"/>
                </a:lnTo>
                <a:lnTo>
                  <a:pt x="11954" y="962"/>
                </a:lnTo>
                <a:cubicBezTo>
                  <a:pt x="12178" y="962"/>
                  <a:pt x="12229" y="923"/>
                  <a:pt x="12273" y="708"/>
                </a:cubicBezTo>
                <a:cubicBezTo>
                  <a:pt x="12279" y="684"/>
                  <a:pt x="12286" y="662"/>
                  <a:pt x="12292" y="639"/>
                </a:cubicBezTo>
                <a:cubicBezTo>
                  <a:pt x="12315" y="547"/>
                  <a:pt x="12429" y="471"/>
                  <a:pt x="12529" y="471"/>
                </a:cubicBezTo>
                <a:cubicBezTo>
                  <a:pt x="12542" y="471"/>
                  <a:pt x="12555" y="472"/>
                  <a:pt x="12568" y="475"/>
                </a:cubicBezTo>
                <a:cubicBezTo>
                  <a:pt x="12706" y="508"/>
                  <a:pt x="12787" y="626"/>
                  <a:pt x="12758" y="753"/>
                </a:cubicBezTo>
                <a:cubicBezTo>
                  <a:pt x="12670" y="1138"/>
                  <a:pt x="12578" y="1526"/>
                  <a:pt x="12485" y="1910"/>
                </a:cubicBezTo>
                <a:cubicBezTo>
                  <a:pt x="12363" y="2430"/>
                  <a:pt x="12242" y="2952"/>
                  <a:pt x="12123" y="3473"/>
                </a:cubicBezTo>
                <a:cubicBezTo>
                  <a:pt x="12092" y="3610"/>
                  <a:pt x="12065" y="3746"/>
                  <a:pt x="12053" y="3884"/>
                </a:cubicBezTo>
                <a:cubicBezTo>
                  <a:pt x="12043" y="3988"/>
                  <a:pt x="12138" y="4079"/>
                  <a:pt x="12239" y="4086"/>
                </a:cubicBezTo>
                <a:cubicBezTo>
                  <a:pt x="12249" y="4087"/>
                  <a:pt x="12259" y="4088"/>
                  <a:pt x="12268" y="4088"/>
                </a:cubicBezTo>
                <a:cubicBezTo>
                  <a:pt x="12390" y="4088"/>
                  <a:pt x="12480" y="4028"/>
                  <a:pt x="12504" y="3926"/>
                </a:cubicBezTo>
                <a:cubicBezTo>
                  <a:pt x="12571" y="3643"/>
                  <a:pt x="12638" y="3357"/>
                  <a:pt x="12703" y="3072"/>
                </a:cubicBezTo>
                <a:cubicBezTo>
                  <a:pt x="12802" y="2647"/>
                  <a:pt x="12899" y="2221"/>
                  <a:pt x="13001" y="1779"/>
                </a:cubicBezTo>
                <a:cubicBezTo>
                  <a:pt x="13014" y="1829"/>
                  <a:pt x="13023" y="1859"/>
                  <a:pt x="13030" y="1891"/>
                </a:cubicBezTo>
                <a:cubicBezTo>
                  <a:pt x="13112" y="2244"/>
                  <a:pt x="13192" y="2599"/>
                  <a:pt x="13272" y="2954"/>
                </a:cubicBezTo>
                <a:cubicBezTo>
                  <a:pt x="13343" y="3265"/>
                  <a:pt x="13410" y="3578"/>
                  <a:pt x="13488" y="3886"/>
                </a:cubicBezTo>
                <a:cubicBezTo>
                  <a:pt x="13504" y="3945"/>
                  <a:pt x="13551" y="4009"/>
                  <a:pt x="13599" y="4047"/>
                </a:cubicBezTo>
                <a:cubicBezTo>
                  <a:pt x="13640" y="4078"/>
                  <a:pt x="13682" y="4092"/>
                  <a:pt x="13725" y="4092"/>
                </a:cubicBezTo>
                <a:cubicBezTo>
                  <a:pt x="13775" y="4092"/>
                  <a:pt x="13825" y="4072"/>
                  <a:pt x="13872" y="4038"/>
                </a:cubicBezTo>
                <a:cubicBezTo>
                  <a:pt x="13972" y="3967"/>
                  <a:pt x="13972" y="3865"/>
                  <a:pt x="13951" y="3767"/>
                </a:cubicBezTo>
                <a:cubicBezTo>
                  <a:pt x="13878" y="3437"/>
                  <a:pt x="13798" y="3109"/>
                  <a:pt x="13721" y="2781"/>
                </a:cubicBezTo>
                <a:cubicBezTo>
                  <a:pt x="13599" y="2257"/>
                  <a:pt x="13478" y="1734"/>
                  <a:pt x="13359" y="1209"/>
                </a:cubicBezTo>
                <a:cubicBezTo>
                  <a:pt x="13314" y="1001"/>
                  <a:pt x="13276" y="790"/>
                  <a:pt x="13231" y="584"/>
                </a:cubicBezTo>
                <a:cubicBezTo>
                  <a:pt x="13187" y="391"/>
                  <a:pt x="13093" y="226"/>
                  <a:pt x="12921" y="122"/>
                </a:cubicBezTo>
                <a:cubicBezTo>
                  <a:pt x="12834" y="68"/>
                  <a:pt x="12729" y="40"/>
                  <a:pt x="12632" y="1"/>
                </a:cubicBezTo>
                <a:lnTo>
                  <a:pt x="12414" y="1"/>
                </a:lnTo>
                <a:cubicBezTo>
                  <a:pt x="12324" y="37"/>
                  <a:pt x="12228" y="63"/>
                  <a:pt x="12142" y="111"/>
                </a:cubicBezTo>
                <a:cubicBezTo>
                  <a:pt x="11992" y="194"/>
                  <a:pt x="11898" y="325"/>
                  <a:pt x="11842" y="491"/>
                </a:cubicBezTo>
                <a:lnTo>
                  <a:pt x="11744" y="491"/>
                </a:lnTo>
                <a:cubicBezTo>
                  <a:pt x="9052" y="491"/>
                  <a:pt x="6358" y="491"/>
                  <a:pt x="3667" y="492"/>
                </a:cubicBezTo>
                <a:cubicBezTo>
                  <a:pt x="3593" y="492"/>
                  <a:pt x="3559" y="473"/>
                  <a:pt x="3526" y="401"/>
                </a:cubicBezTo>
                <a:cubicBezTo>
                  <a:pt x="3427" y="187"/>
                  <a:pt x="3257" y="59"/>
                  <a:pt x="3022" y="17"/>
                </a:cubicBezTo>
                <a:cubicBezTo>
                  <a:pt x="3013" y="15"/>
                  <a:pt x="3004" y="5"/>
                  <a:pt x="29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8"/>
          <p:cNvSpPr/>
          <p:nvPr/>
        </p:nvSpPr>
        <p:spPr>
          <a:xfrm>
            <a:off x="713201" y="3275089"/>
            <a:ext cx="443373" cy="408263"/>
          </a:xfrm>
          <a:custGeom>
            <a:avLst/>
            <a:gdLst/>
            <a:ahLst/>
            <a:cxnLst/>
            <a:rect l="l" t="t" r="r" b="b"/>
            <a:pathLst>
              <a:path w="15419" h="14198" extrusionOk="0">
                <a:moveTo>
                  <a:pt x="12125" y="2198"/>
                </a:moveTo>
                <a:cubicBezTo>
                  <a:pt x="12140" y="2198"/>
                  <a:pt x="12155" y="2198"/>
                  <a:pt x="12169" y="2199"/>
                </a:cubicBezTo>
                <a:cubicBezTo>
                  <a:pt x="12636" y="2225"/>
                  <a:pt x="12991" y="2580"/>
                  <a:pt x="12998" y="3057"/>
                </a:cubicBezTo>
                <a:cubicBezTo>
                  <a:pt x="13005" y="3516"/>
                  <a:pt x="12632" y="3922"/>
                  <a:pt x="12151" y="3922"/>
                </a:cubicBezTo>
                <a:cubicBezTo>
                  <a:pt x="12145" y="3922"/>
                  <a:pt x="12139" y="3922"/>
                  <a:pt x="12133" y="3922"/>
                </a:cubicBezTo>
                <a:cubicBezTo>
                  <a:pt x="12122" y="3922"/>
                  <a:pt x="12111" y="3923"/>
                  <a:pt x="12100" y="3923"/>
                </a:cubicBezTo>
                <a:cubicBezTo>
                  <a:pt x="11627" y="3923"/>
                  <a:pt x="11261" y="3500"/>
                  <a:pt x="11262" y="3055"/>
                </a:cubicBezTo>
                <a:cubicBezTo>
                  <a:pt x="11262" y="2619"/>
                  <a:pt x="11638" y="2198"/>
                  <a:pt x="12125" y="2198"/>
                </a:cubicBezTo>
                <a:close/>
                <a:moveTo>
                  <a:pt x="12137" y="1725"/>
                </a:moveTo>
                <a:cubicBezTo>
                  <a:pt x="11366" y="1725"/>
                  <a:pt x="10798" y="2352"/>
                  <a:pt x="10789" y="3034"/>
                </a:cubicBezTo>
                <a:cubicBezTo>
                  <a:pt x="10781" y="3819"/>
                  <a:pt x="11391" y="4357"/>
                  <a:pt x="12041" y="4399"/>
                </a:cubicBezTo>
                <a:cubicBezTo>
                  <a:pt x="12071" y="4401"/>
                  <a:pt x="12100" y="4402"/>
                  <a:pt x="12128" y="4402"/>
                </a:cubicBezTo>
                <a:cubicBezTo>
                  <a:pt x="12907" y="4402"/>
                  <a:pt x="13498" y="3730"/>
                  <a:pt x="13457" y="3067"/>
                </a:cubicBezTo>
                <a:cubicBezTo>
                  <a:pt x="13492" y="2343"/>
                  <a:pt x="12870" y="1754"/>
                  <a:pt x="12194" y="1727"/>
                </a:cubicBezTo>
                <a:cubicBezTo>
                  <a:pt x="12175" y="1726"/>
                  <a:pt x="12156" y="1725"/>
                  <a:pt x="12137" y="1725"/>
                </a:cubicBezTo>
                <a:close/>
                <a:moveTo>
                  <a:pt x="12127" y="481"/>
                </a:moveTo>
                <a:cubicBezTo>
                  <a:pt x="12255" y="481"/>
                  <a:pt x="12383" y="493"/>
                  <a:pt x="12512" y="520"/>
                </a:cubicBezTo>
                <a:lnTo>
                  <a:pt x="12512" y="1084"/>
                </a:lnTo>
                <a:cubicBezTo>
                  <a:pt x="12512" y="1189"/>
                  <a:pt x="12563" y="1261"/>
                  <a:pt x="12666" y="1296"/>
                </a:cubicBezTo>
                <a:cubicBezTo>
                  <a:pt x="12938" y="1388"/>
                  <a:pt x="13180" y="1527"/>
                  <a:pt x="13389" y="1724"/>
                </a:cubicBezTo>
                <a:cubicBezTo>
                  <a:pt x="13432" y="1764"/>
                  <a:pt x="13481" y="1781"/>
                  <a:pt x="13531" y="1781"/>
                </a:cubicBezTo>
                <a:cubicBezTo>
                  <a:pt x="13573" y="1781"/>
                  <a:pt x="13617" y="1768"/>
                  <a:pt x="13659" y="1745"/>
                </a:cubicBezTo>
                <a:cubicBezTo>
                  <a:pt x="13803" y="1668"/>
                  <a:pt x="13946" y="1593"/>
                  <a:pt x="14084" y="1504"/>
                </a:cubicBezTo>
                <a:cubicBezTo>
                  <a:pt x="14108" y="1488"/>
                  <a:pt x="14126" y="1481"/>
                  <a:pt x="14141" y="1481"/>
                </a:cubicBezTo>
                <a:cubicBezTo>
                  <a:pt x="14166" y="1481"/>
                  <a:pt x="14182" y="1502"/>
                  <a:pt x="14203" y="1535"/>
                </a:cubicBezTo>
                <a:cubicBezTo>
                  <a:pt x="14314" y="1719"/>
                  <a:pt x="14426" y="1904"/>
                  <a:pt x="14545" y="2100"/>
                </a:cubicBezTo>
                <a:cubicBezTo>
                  <a:pt x="14455" y="2152"/>
                  <a:pt x="14382" y="2196"/>
                  <a:pt x="14309" y="2238"/>
                </a:cubicBezTo>
                <a:cubicBezTo>
                  <a:pt x="14221" y="2289"/>
                  <a:pt x="14128" y="2336"/>
                  <a:pt x="14039" y="2392"/>
                </a:cubicBezTo>
                <a:cubicBezTo>
                  <a:pt x="13934" y="2458"/>
                  <a:pt x="13912" y="2561"/>
                  <a:pt x="13928" y="2676"/>
                </a:cubicBezTo>
                <a:cubicBezTo>
                  <a:pt x="13944" y="2794"/>
                  <a:pt x="13975" y="2910"/>
                  <a:pt x="13978" y="3028"/>
                </a:cubicBezTo>
                <a:cubicBezTo>
                  <a:pt x="13979" y="3156"/>
                  <a:pt x="13963" y="3284"/>
                  <a:pt x="13939" y="3410"/>
                </a:cubicBezTo>
                <a:cubicBezTo>
                  <a:pt x="13902" y="3595"/>
                  <a:pt x="13921" y="3663"/>
                  <a:pt x="14080" y="3761"/>
                </a:cubicBezTo>
                <a:cubicBezTo>
                  <a:pt x="14222" y="3849"/>
                  <a:pt x="14370" y="3929"/>
                  <a:pt x="14520" y="4016"/>
                </a:cubicBezTo>
                <a:cubicBezTo>
                  <a:pt x="14440" y="4242"/>
                  <a:pt x="14321" y="4439"/>
                  <a:pt x="14179" y="4624"/>
                </a:cubicBezTo>
                <a:cubicBezTo>
                  <a:pt x="14171" y="4634"/>
                  <a:pt x="14150" y="4640"/>
                  <a:pt x="14129" y="4640"/>
                </a:cubicBezTo>
                <a:cubicBezTo>
                  <a:pt x="14117" y="4640"/>
                  <a:pt x="14105" y="4638"/>
                  <a:pt x="14097" y="4633"/>
                </a:cubicBezTo>
                <a:cubicBezTo>
                  <a:pt x="13972" y="4566"/>
                  <a:pt x="13848" y="4496"/>
                  <a:pt x="13726" y="4422"/>
                </a:cubicBezTo>
                <a:cubicBezTo>
                  <a:pt x="13657" y="4379"/>
                  <a:pt x="13598" y="4358"/>
                  <a:pt x="13542" y="4358"/>
                </a:cubicBezTo>
                <a:cubicBezTo>
                  <a:pt x="13470" y="4358"/>
                  <a:pt x="13403" y="4393"/>
                  <a:pt x="13325" y="4463"/>
                </a:cubicBezTo>
                <a:cubicBezTo>
                  <a:pt x="13136" y="4633"/>
                  <a:pt x="12912" y="4749"/>
                  <a:pt x="12672" y="4833"/>
                </a:cubicBezTo>
                <a:cubicBezTo>
                  <a:pt x="12553" y="4874"/>
                  <a:pt x="12511" y="4931"/>
                  <a:pt x="12511" y="5059"/>
                </a:cubicBezTo>
                <a:cubicBezTo>
                  <a:pt x="12511" y="5219"/>
                  <a:pt x="12507" y="5379"/>
                  <a:pt x="12512" y="5539"/>
                </a:cubicBezTo>
                <a:cubicBezTo>
                  <a:pt x="12514" y="5601"/>
                  <a:pt x="12493" y="5630"/>
                  <a:pt x="12435" y="5630"/>
                </a:cubicBezTo>
                <a:cubicBezTo>
                  <a:pt x="12432" y="5630"/>
                  <a:pt x="12429" y="5630"/>
                  <a:pt x="12427" y="5630"/>
                </a:cubicBezTo>
                <a:lnTo>
                  <a:pt x="11835" y="5630"/>
                </a:lnTo>
                <a:cubicBezTo>
                  <a:pt x="11772" y="5630"/>
                  <a:pt x="11746" y="5606"/>
                  <a:pt x="11748" y="5539"/>
                </a:cubicBezTo>
                <a:cubicBezTo>
                  <a:pt x="11750" y="5379"/>
                  <a:pt x="11749" y="5219"/>
                  <a:pt x="11749" y="5059"/>
                </a:cubicBezTo>
                <a:cubicBezTo>
                  <a:pt x="11749" y="4938"/>
                  <a:pt x="11698" y="4870"/>
                  <a:pt x="11588" y="4831"/>
                </a:cubicBezTo>
                <a:cubicBezTo>
                  <a:pt x="11326" y="4742"/>
                  <a:pt x="11092" y="4605"/>
                  <a:pt x="10883" y="4428"/>
                </a:cubicBezTo>
                <a:cubicBezTo>
                  <a:pt x="10828" y="4381"/>
                  <a:pt x="10770" y="4356"/>
                  <a:pt x="10710" y="4356"/>
                </a:cubicBezTo>
                <a:cubicBezTo>
                  <a:pt x="10670" y="4356"/>
                  <a:pt x="10629" y="4367"/>
                  <a:pt x="10586" y="4390"/>
                </a:cubicBezTo>
                <a:cubicBezTo>
                  <a:pt x="10425" y="4477"/>
                  <a:pt x="10266" y="4572"/>
                  <a:pt x="10103" y="4663"/>
                </a:cubicBezTo>
                <a:cubicBezTo>
                  <a:pt x="9958" y="4479"/>
                  <a:pt x="9834" y="4281"/>
                  <a:pt x="9750" y="4057"/>
                </a:cubicBezTo>
                <a:cubicBezTo>
                  <a:pt x="9743" y="4038"/>
                  <a:pt x="9770" y="3995"/>
                  <a:pt x="9792" y="3980"/>
                </a:cubicBezTo>
                <a:cubicBezTo>
                  <a:pt x="9901" y="3912"/>
                  <a:pt x="10016" y="3846"/>
                  <a:pt x="10128" y="3781"/>
                </a:cubicBezTo>
                <a:cubicBezTo>
                  <a:pt x="10340" y="3656"/>
                  <a:pt x="10366" y="3608"/>
                  <a:pt x="10314" y="3380"/>
                </a:cubicBezTo>
                <a:cubicBezTo>
                  <a:pt x="10257" y="3141"/>
                  <a:pt x="10275" y="2904"/>
                  <a:pt x="10326" y="2670"/>
                </a:cubicBezTo>
                <a:cubicBezTo>
                  <a:pt x="10352" y="2554"/>
                  <a:pt x="10318" y="2461"/>
                  <a:pt x="10214" y="2395"/>
                </a:cubicBezTo>
                <a:cubicBezTo>
                  <a:pt x="10057" y="2299"/>
                  <a:pt x="9897" y="2209"/>
                  <a:pt x="9718" y="2103"/>
                </a:cubicBezTo>
                <a:cubicBezTo>
                  <a:pt x="9842" y="1891"/>
                  <a:pt x="9962" y="1679"/>
                  <a:pt x="10090" y="1456"/>
                </a:cubicBezTo>
                <a:cubicBezTo>
                  <a:pt x="10265" y="1556"/>
                  <a:pt x="10416" y="1635"/>
                  <a:pt x="10557" y="1727"/>
                </a:cubicBezTo>
                <a:cubicBezTo>
                  <a:pt x="10609" y="1761"/>
                  <a:pt x="10662" y="1776"/>
                  <a:pt x="10712" y="1776"/>
                </a:cubicBezTo>
                <a:cubicBezTo>
                  <a:pt x="10782" y="1776"/>
                  <a:pt x="10847" y="1747"/>
                  <a:pt x="10897" y="1700"/>
                </a:cubicBezTo>
                <a:cubicBezTo>
                  <a:pt x="11089" y="1522"/>
                  <a:pt x="11310" y="1389"/>
                  <a:pt x="11559" y="1312"/>
                </a:cubicBezTo>
                <a:cubicBezTo>
                  <a:pt x="11681" y="1274"/>
                  <a:pt x="11756" y="1178"/>
                  <a:pt x="11750" y="1048"/>
                </a:cubicBezTo>
                <a:cubicBezTo>
                  <a:pt x="11743" y="873"/>
                  <a:pt x="11749" y="699"/>
                  <a:pt x="11749" y="517"/>
                </a:cubicBezTo>
                <a:cubicBezTo>
                  <a:pt x="11876" y="493"/>
                  <a:pt x="12002" y="481"/>
                  <a:pt x="12127" y="481"/>
                </a:cubicBezTo>
                <a:close/>
                <a:moveTo>
                  <a:pt x="4535" y="2214"/>
                </a:moveTo>
                <a:cubicBezTo>
                  <a:pt x="4261" y="2214"/>
                  <a:pt x="3989" y="2263"/>
                  <a:pt x="3725" y="2362"/>
                </a:cubicBezTo>
                <a:cubicBezTo>
                  <a:pt x="3302" y="2519"/>
                  <a:pt x="2953" y="2778"/>
                  <a:pt x="2684" y="3134"/>
                </a:cubicBezTo>
                <a:cubicBezTo>
                  <a:pt x="2376" y="3547"/>
                  <a:pt x="2210" y="4013"/>
                  <a:pt x="2213" y="4537"/>
                </a:cubicBezTo>
                <a:cubicBezTo>
                  <a:pt x="2222" y="4627"/>
                  <a:pt x="2232" y="4720"/>
                  <a:pt x="2239" y="4813"/>
                </a:cubicBezTo>
                <a:cubicBezTo>
                  <a:pt x="2264" y="5117"/>
                  <a:pt x="2368" y="5395"/>
                  <a:pt x="2509" y="5659"/>
                </a:cubicBezTo>
                <a:cubicBezTo>
                  <a:pt x="2539" y="5712"/>
                  <a:pt x="2571" y="5773"/>
                  <a:pt x="2619" y="5806"/>
                </a:cubicBezTo>
                <a:cubicBezTo>
                  <a:pt x="2658" y="5837"/>
                  <a:pt x="2706" y="5851"/>
                  <a:pt x="2754" y="5851"/>
                </a:cubicBezTo>
                <a:cubicBezTo>
                  <a:pt x="2816" y="5851"/>
                  <a:pt x="2879" y="5828"/>
                  <a:pt x="2924" y="5787"/>
                </a:cubicBezTo>
                <a:cubicBezTo>
                  <a:pt x="2998" y="5719"/>
                  <a:pt x="3014" y="5613"/>
                  <a:pt x="2963" y="5504"/>
                </a:cubicBezTo>
                <a:cubicBezTo>
                  <a:pt x="2911" y="5389"/>
                  <a:pt x="2847" y="5278"/>
                  <a:pt x="2802" y="5159"/>
                </a:cubicBezTo>
                <a:cubicBezTo>
                  <a:pt x="2678" y="4838"/>
                  <a:pt x="2662" y="4508"/>
                  <a:pt x="2728" y="4168"/>
                </a:cubicBezTo>
                <a:cubicBezTo>
                  <a:pt x="2793" y="3832"/>
                  <a:pt x="2946" y="3542"/>
                  <a:pt x="3172" y="3291"/>
                </a:cubicBezTo>
                <a:cubicBezTo>
                  <a:pt x="3363" y="3080"/>
                  <a:pt x="3591" y="2923"/>
                  <a:pt x="3856" y="2817"/>
                </a:cubicBezTo>
                <a:cubicBezTo>
                  <a:pt x="4074" y="2730"/>
                  <a:pt x="4296" y="2688"/>
                  <a:pt x="4522" y="2688"/>
                </a:cubicBezTo>
                <a:cubicBezTo>
                  <a:pt x="4640" y="2688"/>
                  <a:pt x="4760" y="2699"/>
                  <a:pt x="4881" y="2722"/>
                </a:cubicBezTo>
                <a:cubicBezTo>
                  <a:pt x="5106" y="2765"/>
                  <a:pt x="5308" y="2855"/>
                  <a:pt x="5506" y="2967"/>
                </a:cubicBezTo>
                <a:cubicBezTo>
                  <a:pt x="5537" y="2984"/>
                  <a:pt x="5580" y="2992"/>
                  <a:pt x="5621" y="2992"/>
                </a:cubicBezTo>
                <a:cubicBezTo>
                  <a:pt x="5637" y="2992"/>
                  <a:pt x="5653" y="2991"/>
                  <a:pt x="5667" y="2988"/>
                </a:cubicBezTo>
                <a:cubicBezTo>
                  <a:pt x="5772" y="2975"/>
                  <a:pt x="5830" y="2903"/>
                  <a:pt x="5849" y="2804"/>
                </a:cubicBezTo>
                <a:cubicBezTo>
                  <a:pt x="5871" y="2695"/>
                  <a:pt x="5827" y="2606"/>
                  <a:pt x="5731" y="2548"/>
                </a:cubicBezTo>
                <a:cubicBezTo>
                  <a:pt x="5417" y="2353"/>
                  <a:pt x="5074" y="2248"/>
                  <a:pt x="4708" y="2221"/>
                </a:cubicBezTo>
                <a:cubicBezTo>
                  <a:pt x="4650" y="2217"/>
                  <a:pt x="4593" y="2214"/>
                  <a:pt x="4535" y="2214"/>
                </a:cubicBezTo>
                <a:close/>
                <a:moveTo>
                  <a:pt x="12081" y="5"/>
                </a:moveTo>
                <a:cubicBezTo>
                  <a:pt x="12066" y="11"/>
                  <a:pt x="12049" y="23"/>
                  <a:pt x="12034" y="24"/>
                </a:cubicBezTo>
                <a:cubicBezTo>
                  <a:pt x="11857" y="44"/>
                  <a:pt x="11678" y="59"/>
                  <a:pt x="11502" y="81"/>
                </a:cubicBezTo>
                <a:cubicBezTo>
                  <a:pt x="11356" y="98"/>
                  <a:pt x="11284" y="185"/>
                  <a:pt x="11282" y="335"/>
                </a:cubicBezTo>
                <a:cubicBezTo>
                  <a:pt x="11282" y="498"/>
                  <a:pt x="11277" y="662"/>
                  <a:pt x="11284" y="824"/>
                </a:cubicBezTo>
                <a:cubicBezTo>
                  <a:pt x="11288" y="895"/>
                  <a:pt x="11252" y="920"/>
                  <a:pt x="11198" y="947"/>
                </a:cubicBezTo>
                <a:cubicBezTo>
                  <a:pt x="11024" y="1040"/>
                  <a:pt x="10852" y="1136"/>
                  <a:pt x="10666" y="1239"/>
                </a:cubicBezTo>
                <a:cubicBezTo>
                  <a:pt x="10621" y="1212"/>
                  <a:pt x="10551" y="1173"/>
                  <a:pt x="10484" y="1130"/>
                </a:cubicBezTo>
                <a:cubicBezTo>
                  <a:pt x="10416" y="1091"/>
                  <a:pt x="10346" y="1049"/>
                  <a:pt x="10278" y="1008"/>
                </a:cubicBezTo>
                <a:cubicBezTo>
                  <a:pt x="10184" y="954"/>
                  <a:pt x="10109" y="928"/>
                  <a:pt x="10046" y="928"/>
                </a:cubicBezTo>
                <a:cubicBezTo>
                  <a:pt x="9968" y="928"/>
                  <a:pt x="9907" y="966"/>
                  <a:pt x="9844" y="1034"/>
                </a:cubicBezTo>
                <a:cubicBezTo>
                  <a:pt x="9795" y="1088"/>
                  <a:pt x="9751" y="1151"/>
                  <a:pt x="9705" y="1209"/>
                </a:cubicBezTo>
                <a:cubicBezTo>
                  <a:pt x="9485" y="1492"/>
                  <a:pt x="9322" y="1806"/>
                  <a:pt x="9219" y="2150"/>
                </a:cubicBezTo>
                <a:cubicBezTo>
                  <a:pt x="9192" y="2234"/>
                  <a:pt x="9197" y="2330"/>
                  <a:pt x="9279" y="2385"/>
                </a:cubicBezTo>
                <a:cubicBezTo>
                  <a:pt x="9421" y="2481"/>
                  <a:pt x="9570" y="2568"/>
                  <a:pt x="9719" y="2653"/>
                </a:cubicBezTo>
                <a:cubicBezTo>
                  <a:pt x="9828" y="2714"/>
                  <a:pt x="9842" y="2750"/>
                  <a:pt x="9828" y="2872"/>
                </a:cubicBezTo>
                <a:cubicBezTo>
                  <a:pt x="9815" y="2996"/>
                  <a:pt x="9815" y="3122"/>
                  <a:pt x="9828" y="3246"/>
                </a:cubicBezTo>
                <a:cubicBezTo>
                  <a:pt x="9842" y="3364"/>
                  <a:pt x="9828" y="3410"/>
                  <a:pt x="9725" y="3468"/>
                </a:cubicBezTo>
                <a:cubicBezTo>
                  <a:pt x="9589" y="3545"/>
                  <a:pt x="9452" y="3624"/>
                  <a:pt x="9320" y="3705"/>
                </a:cubicBezTo>
                <a:cubicBezTo>
                  <a:pt x="9225" y="3763"/>
                  <a:pt x="9184" y="3868"/>
                  <a:pt x="9218" y="3970"/>
                </a:cubicBezTo>
                <a:cubicBezTo>
                  <a:pt x="9254" y="4083"/>
                  <a:pt x="9292" y="4200"/>
                  <a:pt x="9343" y="4309"/>
                </a:cubicBezTo>
                <a:cubicBezTo>
                  <a:pt x="9468" y="4585"/>
                  <a:pt x="9632" y="4839"/>
                  <a:pt x="9828" y="5072"/>
                </a:cubicBezTo>
                <a:cubicBezTo>
                  <a:pt x="9898" y="5154"/>
                  <a:pt x="9968" y="5195"/>
                  <a:pt x="10047" y="5195"/>
                </a:cubicBezTo>
                <a:cubicBezTo>
                  <a:pt x="10101" y="5195"/>
                  <a:pt x="10158" y="5177"/>
                  <a:pt x="10221" y="5140"/>
                </a:cubicBezTo>
                <a:cubicBezTo>
                  <a:pt x="10358" y="5060"/>
                  <a:pt x="10496" y="4985"/>
                  <a:pt x="10631" y="4909"/>
                </a:cubicBezTo>
                <a:cubicBezTo>
                  <a:pt x="10651" y="4898"/>
                  <a:pt x="10668" y="4893"/>
                  <a:pt x="10685" y="4893"/>
                </a:cubicBezTo>
                <a:cubicBezTo>
                  <a:pt x="10704" y="4893"/>
                  <a:pt x="10724" y="4901"/>
                  <a:pt x="10750" y="4918"/>
                </a:cubicBezTo>
                <a:cubicBezTo>
                  <a:pt x="10900" y="5017"/>
                  <a:pt x="11057" y="5107"/>
                  <a:pt x="11217" y="5191"/>
                </a:cubicBezTo>
                <a:cubicBezTo>
                  <a:pt x="11263" y="5214"/>
                  <a:pt x="11284" y="5232"/>
                  <a:pt x="11284" y="5287"/>
                </a:cubicBezTo>
                <a:cubicBezTo>
                  <a:pt x="11281" y="5460"/>
                  <a:pt x="11282" y="5632"/>
                  <a:pt x="11284" y="5805"/>
                </a:cubicBezTo>
                <a:cubicBezTo>
                  <a:pt x="11285" y="5922"/>
                  <a:pt x="11354" y="6027"/>
                  <a:pt x="11460" y="6043"/>
                </a:cubicBezTo>
                <a:cubicBezTo>
                  <a:pt x="11656" y="6075"/>
                  <a:pt x="11855" y="6114"/>
                  <a:pt x="12053" y="6116"/>
                </a:cubicBezTo>
                <a:cubicBezTo>
                  <a:pt x="12060" y="6116"/>
                  <a:pt x="12067" y="6116"/>
                  <a:pt x="12074" y="6116"/>
                </a:cubicBezTo>
                <a:cubicBezTo>
                  <a:pt x="12286" y="6116"/>
                  <a:pt x="12502" y="6094"/>
                  <a:pt x="12713" y="6061"/>
                </a:cubicBezTo>
                <a:cubicBezTo>
                  <a:pt x="12890" y="6032"/>
                  <a:pt x="12983" y="5998"/>
                  <a:pt x="12972" y="5754"/>
                </a:cubicBezTo>
                <a:cubicBezTo>
                  <a:pt x="12965" y="5600"/>
                  <a:pt x="12969" y="5446"/>
                  <a:pt x="12975" y="5293"/>
                </a:cubicBezTo>
                <a:cubicBezTo>
                  <a:pt x="12976" y="5261"/>
                  <a:pt x="13001" y="5222"/>
                  <a:pt x="13028" y="5206"/>
                </a:cubicBezTo>
                <a:cubicBezTo>
                  <a:pt x="13196" y="5105"/>
                  <a:pt x="13364" y="5009"/>
                  <a:pt x="13536" y="4915"/>
                </a:cubicBezTo>
                <a:cubicBezTo>
                  <a:pt x="13552" y="4906"/>
                  <a:pt x="13575" y="4900"/>
                  <a:pt x="13595" y="4900"/>
                </a:cubicBezTo>
                <a:cubicBezTo>
                  <a:pt x="13604" y="4900"/>
                  <a:pt x="13613" y="4901"/>
                  <a:pt x="13619" y="4905"/>
                </a:cubicBezTo>
                <a:cubicBezTo>
                  <a:pt x="13747" y="4975"/>
                  <a:pt x="13876" y="5043"/>
                  <a:pt x="13995" y="5123"/>
                </a:cubicBezTo>
                <a:cubicBezTo>
                  <a:pt x="14061" y="5167"/>
                  <a:pt x="14131" y="5190"/>
                  <a:pt x="14199" y="5190"/>
                </a:cubicBezTo>
                <a:cubicBezTo>
                  <a:pt x="14286" y="5190"/>
                  <a:pt x="14369" y="5153"/>
                  <a:pt x="14436" y="5072"/>
                </a:cubicBezTo>
                <a:cubicBezTo>
                  <a:pt x="14714" y="4738"/>
                  <a:pt x="14920" y="4371"/>
                  <a:pt x="15049" y="3960"/>
                </a:cubicBezTo>
                <a:cubicBezTo>
                  <a:pt x="15080" y="3864"/>
                  <a:pt x="15032" y="3755"/>
                  <a:pt x="14939" y="3702"/>
                </a:cubicBezTo>
                <a:cubicBezTo>
                  <a:pt x="14779" y="3611"/>
                  <a:pt x="14619" y="3521"/>
                  <a:pt x="14462" y="3425"/>
                </a:cubicBezTo>
                <a:cubicBezTo>
                  <a:pt x="14443" y="3412"/>
                  <a:pt x="14429" y="3375"/>
                  <a:pt x="14429" y="3348"/>
                </a:cubicBezTo>
                <a:cubicBezTo>
                  <a:pt x="14429" y="3163"/>
                  <a:pt x="14443" y="2975"/>
                  <a:pt x="14431" y="2789"/>
                </a:cubicBezTo>
                <a:cubicBezTo>
                  <a:pt x="14429" y="2731"/>
                  <a:pt x="14440" y="2712"/>
                  <a:pt x="14482" y="2686"/>
                </a:cubicBezTo>
                <a:cubicBezTo>
                  <a:pt x="14619" y="2610"/>
                  <a:pt x="14753" y="2526"/>
                  <a:pt x="14891" y="2453"/>
                </a:cubicBezTo>
                <a:cubicBezTo>
                  <a:pt x="15032" y="2379"/>
                  <a:pt x="15097" y="2241"/>
                  <a:pt x="15026" y="2099"/>
                </a:cubicBezTo>
                <a:cubicBezTo>
                  <a:pt x="14988" y="2023"/>
                  <a:pt x="14964" y="1939"/>
                  <a:pt x="14932" y="1862"/>
                </a:cubicBezTo>
                <a:cubicBezTo>
                  <a:pt x="14807" y="1545"/>
                  <a:pt x="14628" y="1263"/>
                  <a:pt x="14392" y="1020"/>
                </a:cubicBezTo>
                <a:cubicBezTo>
                  <a:pt x="14330" y="956"/>
                  <a:pt x="14268" y="926"/>
                  <a:pt x="14202" y="926"/>
                </a:cubicBezTo>
                <a:cubicBezTo>
                  <a:pt x="14149" y="926"/>
                  <a:pt x="14093" y="945"/>
                  <a:pt x="14032" y="984"/>
                </a:cubicBezTo>
                <a:cubicBezTo>
                  <a:pt x="13901" y="1065"/>
                  <a:pt x="13767" y="1139"/>
                  <a:pt x="13633" y="1218"/>
                </a:cubicBezTo>
                <a:cubicBezTo>
                  <a:pt x="13616" y="1228"/>
                  <a:pt x="13601" y="1233"/>
                  <a:pt x="13586" y="1233"/>
                </a:cubicBezTo>
                <a:cubicBezTo>
                  <a:pt x="13566" y="1233"/>
                  <a:pt x="13547" y="1224"/>
                  <a:pt x="13523" y="1209"/>
                </a:cubicBezTo>
                <a:cubicBezTo>
                  <a:pt x="13347" y="1098"/>
                  <a:pt x="13164" y="994"/>
                  <a:pt x="12970" y="882"/>
                </a:cubicBezTo>
                <a:lnTo>
                  <a:pt x="12970" y="313"/>
                </a:lnTo>
                <a:cubicBezTo>
                  <a:pt x="12970" y="194"/>
                  <a:pt x="12927" y="124"/>
                  <a:pt x="12809" y="98"/>
                </a:cubicBezTo>
                <a:cubicBezTo>
                  <a:pt x="12642" y="63"/>
                  <a:pt x="12469" y="47"/>
                  <a:pt x="12299" y="24"/>
                </a:cubicBezTo>
                <a:cubicBezTo>
                  <a:pt x="12262" y="18"/>
                  <a:pt x="12226" y="11"/>
                  <a:pt x="12190" y="5"/>
                </a:cubicBezTo>
                <a:close/>
                <a:moveTo>
                  <a:pt x="6302" y="3214"/>
                </a:moveTo>
                <a:cubicBezTo>
                  <a:pt x="6234" y="3214"/>
                  <a:pt x="6171" y="3243"/>
                  <a:pt x="6128" y="3295"/>
                </a:cubicBezTo>
                <a:cubicBezTo>
                  <a:pt x="6073" y="3361"/>
                  <a:pt x="6051" y="3476"/>
                  <a:pt x="6115" y="3583"/>
                </a:cubicBezTo>
                <a:cubicBezTo>
                  <a:pt x="6258" y="3820"/>
                  <a:pt x="6352" y="4080"/>
                  <a:pt x="6375" y="4358"/>
                </a:cubicBezTo>
                <a:cubicBezTo>
                  <a:pt x="6403" y="4695"/>
                  <a:pt x="6354" y="5020"/>
                  <a:pt x="6202" y="5323"/>
                </a:cubicBezTo>
                <a:cubicBezTo>
                  <a:pt x="5992" y="5751"/>
                  <a:pt x="5666" y="6062"/>
                  <a:pt x="5228" y="6242"/>
                </a:cubicBezTo>
                <a:cubicBezTo>
                  <a:pt x="5003" y="6334"/>
                  <a:pt x="4777" y="6379"/>
                  <a:pt x="4549" y="6379"/>
                </a:cubicBezTo>
                <a:cubicBezTo>
                  <a:pt x="4365" y="6379"/>
                  <a:pt x="4181" y="6350"/>
                  <a:pt x="3997" y="6293"/>
                </a:cubicBezTo>
                <a:cubicBezTo>
                  <a:pt x="3846" y="6247"/>
                  <a:pt x="3706" y="6165"/>
                  <a:pt x="3561" y="6100"/>
                </a:cubicBezTo>
                <a:cubicBezTo>
                  <a:pt x="3519" y="6081"/>
                  <a:pt x="3478" y="6072"/>
                  <a:pt x="3441" y="6072"/>
                </a:cubicBezTo>
                <a:cubicBezTo>
                  <a:pt x="3363" y="6072"/>
                  <a:pt x="3297" y="6111"/>
                  <a:pt x="3257" y="6184"/>
                </a:cubicBezTo>
                <a:cubicBezTo>
                  <a:pt x="3187" y="6311"/>
                  <a:pt x="3215" y="6437"/>
                  <a:pt x="3332" y="6510"/>
                </a:cubicBezTo>
                <a:cubicBezTo>
                  <a:pt x="3706" y="6741"/>
                  <a:pt x="4113" y="6853"/>
                  <a:pt x="4552" y="6859"/>
                </a:cubicBezTo>
                <a:cubicBezTo>
                  <a:pt x="4695" y="6843"/>
                  <a:pt x="4837" y="6834"/>
                  <a:pt x="4978" y="6808"/>
                </a:cubicBezTo>
                <a:cubicBezTo>
                  <a:pt x="5385" y="6734"/>
                  <a:pt x="5746" y="6558"/>
                  <a:pt x="6058" y="6284"/>
                </a:cubicBezTo>
                <a:cubicBezTo>
                  <a:pt x="6320" y="6056"/>
                  <a:pt x="6522" y="5781"/>
                  <a:pt x="6665" y="5462"/>
                </a:cubicBezTo>
                <a:cubicBezTo>
                  <a:pt x="6769" y="5223"/>
                  <a:pt x="6836" y="4975"/>
                  <a:pt x="6848" y="4716"/>
                </a:cubicBezTo>
                <a:cubicBezTo>
                  <a:pt x="6857" y="4519"/>
                  <a:pt x="6836" y="4322"/>
                  <a:pt x="6813" y="4125"/>
                </a:cubicBezTo>
                <a:cubicBezTo>
                  <a:pt x="6778" y="3843"/>
                  <a:pt x="6672" y="3585"/>
                  <a:pt x="6522" y="3343"/>
                </a:cubicBezTo>
                <a:cubicBezTo>
                  <a:pt x="6495" y="3300"/>
                  <a:pt x="6450" y="3259"/>
                  <a:pt x="6404" y="3237"/>
                </a:cubicBezTo>
                <a:cubicBezTo>
                  <a:pt x="6371" y="3221"/>
                  <a:pt x="6336" y="3214"/>
                  <a:pt x="6302" y="3214"/>
                </a:cubicBezTo>
                <a:close/>
                <a:moveTo>
                  <a:pt x="14451" y="6360"/>
                </a:moveTo>
                <a:cubicBezTo>
                  <a:pt x="14454" y="6360"/>
                  <a:pt x="14456" y="6360"/>
                  <a:pt x="14459" y="6360"/>
                </a:cubicBezTo>
                <a:cubicBezTo>
                  <a:pt x="14748" y="6363"/>
                  <a:pt x="14952" y="6585"/>
                  <a:pt x="14955" y="6856"/>
                </a:cubicBezTo>
                <a:cubicBezTo>
                  <a:pt x="14961" y="7119"/>
                  <a:pt x="14770" y="7352"/>
                  <a:pt x="14452" y="7353"/>
                </a:cubicBezTo>
                <a:cubicBezTo>
                  <a:pt x="14164" y="7352"/>
                  <a:pt x="13958" y="7142"/>
                  <a:pt x="13956" y="6865"/>
                </a:cubicBezTo>
                <a:cubicBezTo>
                  <a:pt x="13953" y="6585"/>
                  <a:pt x="14166" y="6360"/>
                  <a:pt x="14451" y="6360"/>
                </a:cubicBezTo>
                <a:close/>
                <a:moveTo>
                  <a:pt x="14470" y="5891"/>
                </a:moveTo>
                <a:cubicBezTo>
                  <a:pt x="14427" y="5891"/>
                  <a:pt x="14383" y="5894"/>
                  <a:pt x="14338" y="5899"/>
                </a:cubicBezTo>
                <a:cubicBezTo>
                  <a:pt x="14051" y="5936"/>
                  <a:pt x="13827" y="6074"/>
                  <a:pt x="13658" y="6303"/>
                </a:cubicBezTo>
                <a:cubicBezTo>
                  <a:pt x="13524" y="6484"/>
                  <a:pt x="13485" y="6689"/>
                  <a:pt x="13492" y="6910"/>
                </a:cubicBezTo>
                <a:cubicBezTo>
                  <a:pt x="13500" y="7148"/>
                  <a:pt x="13585" y="7350"/>
                  <a:pt x="13745" y="7519"/>
                </a:cubicBezTo>
                <a:cubicBezTo>
                  <a:pt x="13936" y="7724"/>
                  <a:pt x="14172" y="7827"/>
                  <a:pt x="14448" y="7827"/>
                </a:cubicBezTo>
                <a:cubicBezTo>
                  <a:pt x="14473" y="7827"/>
                  <a:pt x="14499" y="7826"/>
                  <a:pt x="14525" y="7824"/>
                </a:cubicBezTo>
                <a:cubicBezTo>
                  <a:pt x="14810" y="7804"/>
                  <a:pt x="15041" y="7683"/>
                  <a:pt x="15221" y="7461"/>
                </a:cubicBezTo>
                <a:cubicBezTo>
                  <a:pt x="15323" y="7337"/>
                  <a:pt x="15369" y="7192"/>
                  <a:pt x="15419" y="7045"/>
                </a:cubicBezTo>
                <a:lnTo>
                  <a:pt x="15419" y="6663"/>
                </a:lnTo>
                <a:cubicBezTo>
                  <a:pt x="15413" y="6654"/>
                  <a:pt x="15404" y="6645"/>
                  <a:pt x="15403" y="6636"/>
                </a:cubicBezTo>
                <a:cubicBezTo>
                  <a:pt x="15366" y="6452"/>
                  <a:pt x="15276" y="6292"/>
                  <a:pt x="15144" y="6168"/>
                </a:cubicBezTo>
                <a:cubicBezTo>
                  <a:pt x="14952" y="5991"/>
                  <a:pt x="14730" y="5891"/>
                  <a:pt x="14470" y="5891"/>
                </a:cubicBezTo>
                <a:close/>
                <a:moveTo>
                  <a:pt x="4908" y="495"/>
                </a:moveTo>
                <a:lnTo>
                  <a:pt x="4908" y="1023"/>
                </a:lnTo>
                <a:cubicBezTo>
                  <a:pt x="4908" y="1152"/>
                  <a:pt x="4983" y="1253"/>
                  <a:pt x="5092" y="1277"/>
                </a:cubicBezTo>
                <a:cubicBezTo>
                  <a:pt x="5199" y="1302"/>
                  <a:pt x="5305" y="1325"/>
                  <a:pt x="5411" y="1350"/>
                </a:cubicBezTo>
                <a:cubicBezTo>
                  <a:pt x="5772" y="1436"/>
                  <a:pt x="6095" y="1600"/>
                  <a:pt x="6400" y="1801"/>
                </a:cubicBezTo>
                <a:cubicBezTo>
                  <a:pt x="6466" y="1844"/>
                  <a:pt x="6523" y="1866"/>
                  <a:pt x="6577" y="1866"/>
                </a:cubicBezTo>
                <a:cubicBezTo>
                  <a:pt x="6643" y="1866"/>
                  <a:pt x="6705" y="1833"/>
                  <a:pt x="6774" y="1764"/>
                </a:cubicBezTo>
                <a:cubicBezTo>
                  <a:pt x="6880" y="1658"/>
                  <a:pt x="6988" y="1551"/>
                  <a:pt x="7095" y="1444"/>
                </a:cubicBezTo>
                <a:cubicBezTo>
                  <a:pt x="7098" y="1442"/>
                  <a:pt x="7104" y="1437"/>
                  <a:pt x="7110" y="1434"/>
                </a:cubicBezTo>
                <a:cubicBezTo>
                  <a:pt x="7293" y="1607"/>
                  <a:pt x="7475" y="1777"/>
                  <a:pt x="7662" y="1953"/>
                </a:cubicBezTo>
                <a:cubicBezTo>
                  <a:pt x="7531" y="2083"/>
                  <a:pt x="7421" y="2206"/>
                  <a:pt x="7293" y="2314"/>
                </a:cubicBezTo>
                <a:cubicBezTo>
                  <a:pt x="7191" y="2401"/>
                  <a:pt x="7197" y="2557"/>
                  <a:pt x="7255" y="2657"/>
                </a:cubicBezTo>
                <a:cubicBezTo>
                  <a:pt x="7355" y="2829"/>
                  <a:pt x="7460" y="2997"/>
                  <a:pt x="7549" y="3175"/>
                </a:cubicBezTo>
                <a:cubicBezTo>
                  <a:pt x="7669" y="3417"/>
                  <a:pt x="7745" y="3675"/>
                  <a:pt x="7793" y="3941"/>
                </a:cubicBezTo>
                <a:cubicBezTo>
                  <a:pt x="7821" y="4096"/>
                  <a:pt x="7898" y="4168"/>
                  <a:pt x="8060" y="4168"/>
                </a:cubicBezTo>
                <a:lnTo>
                  <a:pt x="8580" y="4168"/>
                </a:lnTo>
                <a:lnTo>
                  <a:pt x="8580" y="4911"/>
                </a:lnTo>
                <a:lnTo>
                  <a:pt x="8138" y="4911"/>
                </a:lnTo>
                <a:cubicBezTo>
                  <a:pt x="8135" y="4911"/>
                  <a:pt x="8132" y="4911"/>
                  <a:pt x="8130" y="4911"/>
                </a:cubicBezTo>
                <a:cubicBezTo>
                  <a:pt x="7842" y="4911"/>
                  <a:pt x="7820" y="4991"/>
                  <a:pt x="7778" y="5203"/>
                </a:cubicBezTo>
                <a:cubicBezTo>
                  <a:pt x="7697" y="5642"/>
                  <a:pt x="7518" y="6036"/>
                  <a:pt x="7271" y="6405"/>
                </a:cubicBezTo>
                <a:cubicBezTo>
                  <a:pt x="7175" y="6548"/>
                  <a:pt x="7184" y="6652"/>
                  <a:pt x="7302" y="6772"/>
                </a:cubicBezTo>
                <a:cubicBezTo>
                  <a:pt x="7416" y="6885"/>
                  <a:pt x="7530" y="6997"/>
                  <a:pt x="7658" y="7125"/>
                </a:cubicBezTo>
                <a:lnTo>
                  <a:pt x="7118" y="7664"/>
                </a:lnTo>
                <a:cubicBezTo>
                  <a:pt x="6989" y="7533"/>
                  <a:pt x="6865" y="7424"/>
                  <a:pt x="6762" y="7301"/>
                </a:cubicBezTo>
                <a:cubicBezTo>
                  <a:pt x="6714" y="7242"/>
                  <a:pt x="6643" y="7217"/>
                  <a:pt x="6572" y="7217"/>
                </a:cubicBezTo>
                <a:cubicBezTo>
                  <a:pt x="6511" y="7217"/>
                  <a:pt x="6451" y="7236"/>
                  <a:pt x="6406" y="7269"/>
                </a:cubicBezTo>
                <a:cubicBezTo>
                  <a:pt x="6144" y="7455"/>
                  <a:pt x="5859" y="7599"/>
                  <a:pt x="5550" y="7690"/>
                </a:cubicBezTo>
                <a:cubicBezTo>
                  <a:pt x="5409" y="7731"/>
                  <a:pt x="5265" y="7766"/>
                  <a:pt x="5121" y="7797"/>
                </a:cubicBezTo>
                <a:cubicBezTo>
                  <a:pt x="4990" y="7824"/>
                  <a:pt x="4907" y="7916"/>
                  <a:pt x="4906" y="8048"/>
                </a:cubicBezTo>
                <a:cubicBezTo>
                  <a:pt x="4903" y="8221"/>
                  <a:pt x="4906" y="8391"/>
                  <a:pt x="4906" y="8580"/>
                </a:cubicBezTo>
                <a:lnTo>
                  <a:pt x="4160" y="8580"/>
                </a:lnTo>
                <a:cubicBezTo>
                  <a:pt x="4160" y="8426"/>
                  <a:pt x="4158" y="8282"/>
                  <a:pt x="4160" y="8138"/>
                </a:cubicBezTo>
                <a:cubicBezTo>
                  <a:pt x="4164" y="7866"/>
                  <a:pt x="4081" y="7823"/>
                  <a:pt x="3863" y="7782"/>
                </a:cubicBezTo>
                <a:cubicBezTo>
                  <a:pt x="3420" y="7699"/>
                  <a:pt x="3017" y="7526"/>
                  <a:pt x="2649" y="7263"/>
                </a:cubicBezTo>
                <a:cubicBezTo>
                  <a:pt x="2608" y="7233"/>
                  <a:pt x="2550" y="7216"/>
                  <a:pt x="2491" y="7216"/>
                </a:cubicBezTo>
                <a:cubicBezTo>
                  <a:pt x="2423" y="7216"/>
                  <a:pt x="2353" y="7239"/>
                  <a:pt x="2306" y="7295"/>
                </a:cubicBezTo>
                <a:cubicBezTo>
                  <a:pt x="2211" y="7408"/>
                  <a:pt x="2097" y="7506"/>
                  <a:pt x="1995" y="7612"/>
                </a:cubicBezTo>
                <a:cubicBezTo>
                  <a:pt x="1977" y="7630"/>
                  <a:pt x="1960" y="7643"/>
                  <a:pt x="1943" y="7643"/>
                </a:cubicBezTo>
                <a:cubicBezTo>
                  <a:pt x="1932" y="7643"/>
                  <a:pt x="1920" y="7637"/>
                  <a:pt x="1908" y="7625"/>
                </a:cubicBezTo>
                <a:cubicBezTo>
                  <a:pt x="1751" y="7468"/>
                  <a:pt x="1594" y="7309"/>
                  <a:pt x="1438" y="7152"/>
                </a:cubicBezTo>
                <a:cubicBezTo>
                  <a:pt x="1431" y="7145"/>
                  <a:pt x="1428" y="7131"/>
                  <a:pt x="1421" y="7109"/>
                </a:cubicBezTo>
                <a:cubicBezTo>
                  <a:pt x="1530" y="7001"/>
                  <a:pt x="1643" y="6888"/>
                  <a:pt x="1758" y="6776"/>
                </a:cubicBezTo>
                <a:cubicBezTo>
                  <a:pt x="1883" y="6652"/>
                  <a:pt x="1893" y="6549"/>
                  <a:pt x="1794" y="6404"/>
                </a:cubicBezTo>
                <a:cubicBezTo>
                  <a:pt x="1614" y="6139"/>
                  <a:pt x="1471" y="5858"/>
                  <a:pt x="1380" y="5555"/>
                </a:cubicBezTo>
                <a:cubicBezTo>
                  <a:pt x="1336" y="5415"/>
                  <a:pt x="1304" y="5270"/>
                  <a:pt x="1274" y="5126"/>
                </a:cubicBezTo>
                <a:cubicBezTo>
                  <a:pt x="1246" y="4995"/>
                  <a:pt x="1156" y="4915"/>
                  <a:pt x="1011" y="4913"/>
                </a:cubicBezTo>
                <a:cubicBezTo>
                  <a:pt x="954" y="4912"/>
                  <a:pt x="898" y="4912"/>
                  <a:pt x="841" y="4912"/>
                </a:cubicBezTo>
                <a:cubicBezTo>
                  <a:pt x="727" y="4912"/>
                  <a:pt x="611" y="4913"/>
                  <a:pt x="489" y="4913"/>
                </a:cubicBezTo>
                <a:cubicBezTo>
                  <a:pt x="493" y="4656"/>
                  <a:pt x="493" y="4415"/>
                  <a:pt x="493" y="4160"/>
                </a:cubicBezTo>
                <a:lnTo>
                  <a:pt x="1031" y="4160"/>
                </a:lnTo>
                <a:cubicBezTo>
                  <a:pt x="1166" y="4159"/>
                  <a:pt x="1253" y="4086"/>
                  <a:pt x="1275" y="3950"/>
                </a:cubicBezTo>
                <a:cubicBezTo>
                  <a:pt x="1352" y="3483"/>
                  <a:pt x="1535" y="3061"/>
                  <a:pt x="1797" y="2670"/>
                </a:cubicBezTo>
                <a:cubicBezTo>
                  <a:pt x="1897" y="2520"/>
                  <a:pt x="1889" y="2421"/>
                  <a:pt x="1765" y="2298"/>
                </a:cubicBezTo>
                <a:cubicBezTo>
                  <a:pt x="1653" y="2187"/>
                  <a:pt x="1541" y="2075"/>
                  <a:pt x="1423" y="1959"/>
                </a:cubicBezTo>
                <a:cubicBezTo>
                  <a:pt x="1607" y="1783"/>
                  <a:pt x="1788" y="1610"/>
                  <a:pt x="1973" y="1434"/>
                </a:cubicBezTo>
                <a:cubicBezTo>
                  <a:pt x="2081" y="1543"/>
                  <a:pt x="2204" y="1652"/>
                  <a:pt x="2307" y="1776"/>
                </a:cubicBezTo>
                <a:cubicBezTo>
                  <a:pt x="2356" y="1833"/>
                  <a:pt x="2426" y="1856"/>
                  <a:pt x="2495" y="1856"/>
                </a:cubicBezTo>
                <a:cubicBezTo>
                  <a:pt x="2554" y="1856"/>
                  <a:pt x="2613" y="1840"/>
                  <a:pt x="2659" y="1812"/>
                </a:cubicBezTo>
                <a:cubicBezTo>
                  <a:pt x="2829" y="1711"/>
                  <a:pt x="2995" y="1594"/>
                  <a:pt x="3177" y="1522"/>
                </a:cubicBezTo>
                <a:cubicBezTo>
                  <a:pt x="3423" y="1421"/>
                  <a:pt x="3678" y="1348"/>
                  <a:pt x="3934" y="1282"/>
                </a:cubicBezTo>
                <a:cubicBezTo>
                  <a:pt x="4088" y="1239"/>
                  <a:pt x="4164" y="1174"/>
                  <a:pt x="4164" y="1014"/>
                </a:cubicBezTo>
                <a:lnTo>
                  <a:pt x="4164" y="495"/>
                </a:lnTo>
                <a:close/>
                <a:moveTo>
                  <a:pt x="4482" y="1"/>
                </a:moveTo>
                <a:cubicBezTo>
                  <a:pt x="4461" y="7"/>
                  <a:pt x="4442" y="17"/>
                  <a:pt x="4420" y="18"/>
                </a:cubicBezTo>
                <a:cubicBezTo>
                  <a:pt x="4241" y="31"/>
                  <a:pt x="4061" y="40"/>
                  <a:pt x="3883" y="57"/>
                </a:cubicBezTo>
                <a:cubicBezTo>
                  <a:pt x="3799" y="65"/>
                  <a:pt x="3674" y="164"/>
                  <a:pt x="3681" y="284"/>
                </a:cubicBezTo>
                <a:cubicBezTo>
                  <a:pt x="3694" y="446"/>
                  <a:pt x="3683" y="611"/>
                  <a:pt x="3686" y="773"/>
                </a:cubicBezTo>
                <a:cubicBezTo>
                  <a:pt x="3686" y="822"/>
                  <a:pt x="3674" y="844"/>
                  <a:pt x="3617" y="857"/>
                </a:cubicBezTo>
                <a:cubicBezTo>
                  <a:pt x="3252" y="940"/>
                  <a:pt x="2909" y="1085"/>
                  <a:pt x="2588" y="1276"/>
                </a:cubicBezTo>
                <a:cubicBezTo>
                  <a:pt x="2564" y="1290"/>
                  <a:pt x="2546" y="1297"/>
                  <a:pt x="2530" y="1297"/>
                </a:cubicBezTo>
                <a:cubicBezTo>
                  <a:pt x="2508" y="1297"/>
                  <a:pt x="2491" y="1285"/>
                  <a:pt x="2467" y="1261"/>
                </a:cubicBezTo>
                <a:cubicBezTo>
                  <a:pt x="2367" y="1158"/>
                  <a:pt x="2264" y="1056"/>
                  <a:pt x="2161" y="953"/>
                </a:cubicBezTo>
                <a:cubicBezTo>
                  <a:pt x="2102" y="895"/>
                  <a:pt x="2035" y="865"/>
                  <a:pt x="1968" y="865"/>
                </a:cubicBezTo>
                <a:cubicBezTo>
                  <a:pt x="1911" y="865"/>
                  <a:pt x="1853" y="886"/>
                  <a:pt x="1800" y="930"/>
                </a:cubicBezTo>
                <a:cubicBezTo>
                  <a:pt x="1636" y="1065"/>
                  <a:pt x="1464" y="1199"/>
                  <a:pt x="1311" y="1348"/>
                </a:cubicBezTo>
                <a:cubicBezTo>
                  <a:pt x="1163" y="1498"/>
                  <a:pt x="1034" y="1667"/>
                  <a:pt x="899" y="1831"/>
                </a:cubicBezTo>
                <a:cubicBezTo>
                  <a:pt x="838" y="1905"/>
                  <a:pt x="861" y="2064"/>
                  <a:pt x="941" y="2145"/>
                </a:cubicBezTo>
                <a:cubicBezTo>
                  <a:pt x="1047" y="2254"/>
                  <a:pt x="1153" y="2359"/>
                  <a:pt x="1262" y="2465"/>
                </a:cubicBezTo>
                <a:cubicBezTo>
                  <a:pt x="1303" y="2503"/>
                  <a:pt x="1311" y="2526"/>
                  <a:pt x="1277" y="2584"/>
                </a:cubicBezTo>
                <a:cubicBezTo>
                  <a:pt x="1085" y="2907"/>
                  <a:pt x="941" y="3250"/>
                  <a:pt x="855" y="3615"/>
                </a:cubicBezTo>
                <a:cubicBezTo>
                  <a:pt x="843" y="3672"/>
                  <a:pt x="822" y="3682"/>
                  <a:pt x="772" y="3682"/>
                </a:cubicBezTo>
                <a:cubicBezTo>
                  <a:pt x="692" y="3681"/>
                  <a:pt x="612" y="3681"/>
                  <a:pt x="532" y="3681"/>
                </a:cubicBezTo>
                <a:cubicBezTo>
                  <a:pt x="452" y="3681"/>
                  <a:pt x="372" y="3681"/>
                  <a:pt x="291" y="3682"/>
                </a:cubicBezTo>
                <a:cubicBezTo>
                  <a:pt x="156" y="3682"/>
                  <a:pt x="61" y="3775"/>
                  <a:pt x="52" y="3907"/>
                </a:cubicBezTo>
                <a:cubicBezTo>
                  <a:pt x="41" y="4066"/>
                  <a:pt x="29" y="4224"/>
                  <a:pt x="16" y="4380"/>
                </a:cubicBezTo>
                <a:cubicBezTo>
                  <a:pt x="16" y="4390"/>
                  <a:pt x="4" y="4399"/>
                  <a:pt x="0" y="4408"/>
                </a:cubicBezTo>
                <a:lnTo>
                  <a:pt x="0" y="4644"/>
                </a:lnTo>
                <a:cubicBezTo>
                  <a:pt x="4" y="4656"/>
                  <a:pt x="16" y="4668"/>
                  <a:pt x="18" y="4681"/>
                </a:cubicBezTo>
                <a:cubicBezTo>
                  <a:pt x="36" y="4847"/>
                  <a:pt x="49" y="5008"/>
                  <a:pt x="61" y="5169"/>
                </a:cubicBezTo>
                <a:cubicBezTo>
                  <a:pt x="71" y="5287"/>
                  <a:pt x="169" y="5376"/>
                  <a:pt x="289" y="5376"/>
                </a:cubicBezTo>
                <a:cubicBezTo>
                  <a:pt x="355" y="5376"/>
                  <a:pt x="420" y="5376"/>
                  <a:pt x="485" y="5376"/>
                </a:cubicBezTo>
                <a:cubicBezTo>
                  <a:pt x="583" y="5376"/>
                  <a:pt x="682" y="5376"/>
                  <a:pt x="779" y="5379"/>
                </a:cubicBezTo>
                <a:cubicBezTo>
                  <a:pt x="807" y="5379"/>
                  <a:pt x="853" y="5403"/>
                  <a:pt x="858" y="5424"/>
                </a:cubicBezTo>
                <a:cubicBezTo>
                  <a:pt x="944" y="5800"/>
                  <a:pt x="1092" y="6149"/>
                  <a:pt x="1288" y="6479"/>
                </a:cubicBezTo>
                <a:cubicBezTo>
                  <a:pt x="1317" y="6529"/>
                  <a:pt x="1311" y="6551"/>
                  <a:pt x="1278" y="6584"/>
                </a:cubicBezTo>
                <a:cubicBezTo>
                  <a:pt x="1169" y="6690"/>
                  <a:pt x="1063" y="6798"/>
                  <a:pt x="955" y="6904"/>
                </a:cubicBezTo>
                <a:cubicBezTo>
                  <a:pt x="861" y="7001"/>
                  <a:pt x="843" y="7139"/>
                  <a:pt x="925" y="7244"/>
                </a:cubicBezTo>
                <a:cubicBezTo>
                  <a:pt x="1038" y="7389"/>
                  <a:pt x="1150" y="7539"/>
                  <a:pt x="1281" y="7670"/>
                </a:cubicBezTo>
                <a:cubicBezTo>
                  <a:pt x="1439" y="7830"/>
                  <a:pt x="1614" y="7971"/>
                  <a:pt x="1783" y="8121"/>
                </a:cubicBezTo>
                <a:cubicBezTo>
                  <a:pt x="1837" y="8168"/>
                  <a:pt x="1905" y="8192"/>
                  <a:pt x="1973" y="8192"/>
                </a:cubicBezTo>
                <a:cubicBezTo>
                  <a:pt x="2048" y="8192"/>
                  <a:pt x="2124" y="8162"/>
                  <a:pt x="2181" y="8098"/>
                </a:cubicBezTo>
                <a:cubicBezTo>
                  <a:pt x="2289" y="7975"/>
                  <a:pt x="2409" y="7865"/>
                  <a:pt x="2524" y="7750"/>
                </a:cubicBezTo>
                <a:cubicBezTo>
                  <a:pt x="2539" y="7757"/>
                  <a:pt x="2546" y="7760"/>
                  <a:pt x="2553" y="7766"/>
                </a:cubicBezTo>
                <a:cubicBezTo>
                  <a:pt x="2896" y="7961"/>
                  <a:pt x="3254" y="8122"/>
                  <a:pt x="3642" y="8211"/>
                </a:cubicBezTo>
                <a:cubicBezTo>
                  <a:pt x="3664" y="8217"/>
                  <a:pt x="3689" y="8262"/>
                  <a:pt x="3689" y="8289"/>
                </a:cubicBezTo>
                <a:cubicBezTo>
                  <a:pt x="3693" y="8454"/>
                  <a:pt x="3690" y="8617"/>
                  <a:pt x="3690" y="8781"/>
                </a:cubicBezTo>
                <a:cubicBezTo>
                  <a:pt x="3690" y="8891"/>
                  <a:pt x="3770" y="8989"/>
                  <a:pt x="3882" y="9003"/>
                </a:cubicBezTo>
                <a:cubicBezTo>
                  <a:pt x="4108" y="9035"/>
                  <a:pt x="4334" y="9054"/>
                  <a:pt x="4562" y="9054"/>
                </a:cubicBezTo>
                <a:cubicBezTo>
                  <a:pt x="4675" y="9054"/>
                  <a:pt x="4788" y="9049"/>
                  <a:pt x="4901" y="9040"/>
                </a:cubicBezTo>
                <a:cubicBezTo>
                  <a:pt x="4999" y="9032"/>
                  <a:pt x="5096" y="9018"/>
                  <a:pt x="5193" y="9003"/>
                </a:cubicBezTo>
                <a:cubicBezTo>
                  <a:pt x="5301" y="8987"/>
                  <a:pt x="5379" y="8887"/>
                  <a:pt x="5379" y="8776"/>
                </a:cubicBezTo>
                <a:cubicBezTo>
                  <a:pt x="5379" y="8617"/>
                  <a:pt x="5381" y="8457"/>
                  <a:pt x="5377" y="8295"/>
                </a:cubicBezTo>
                <a:cubicBezTo>
                  <a:pt x="5375" y="8239"/>
                  <a:pt x="5395" y="8218"/>
                  <a:pt x="5449" y="8207"/>
                </a:cubicBezTo>
                <a:cubicBezTo>
                  <a:pt x="5817" y="8113"/>
                  <a:pt x="6166" y="7975"/>
                  <a:pt x="6487" y="7778"/>
                </a:cubicBezTo>
                <a:cubicBezTo>
                  <a:pt x="6507" y="7766"/>
                  <a:pt x="6522" y="7760"/>
                  <a:pt x="6535" y="7760"/>
                </a:cubicBezTo>
                <a:cubicBezTo>
                  <a:pt x="6553" y="7760"/>
                  <a:pt x="6567" y="7771"/>
                  <a:pt x="6586" y="7789"/>
                </a:cubicBezTo>
                <a:cubicBezTo>
                  <a:pt x="6691" y="7897"/>
                  <a:pt x="6799" y="8004"/>
                  <a:pt x="6906" y="8112"/>
                </a:cubicBezTo>
                <a:cubicBezTo>
                  <a:pt x="6961" y="8167"/>
                  <a:pt x="7026" y="8196"/>
                  <a:pt x="7093" y="8196"/>
                </a:cubicBezTo>
                <a:cubicBezTo>
                  <a:pt x="7146" y="8196"/>
                  <a:pt x="7201" y="8178"/>
                  <a:pt x="7252" y="8141"/>
                </a:cubicBezTo>
                <a:cubicBezTo>
                  <a:pt x="7594" y="7897"/>
                  <a:pt x="7882" y="7599"/>
                  <a:pt x="8136" y="7269"/>
                </a:cubicBezTo>
                <a:cubicBezTo>
                  <a:pt x="8234" y="7139"/>
                  <a:pt x="8216" y="7009"/>
                  <a:pt x="8100" y="6892"/>
                </a:cubicBezTo>
                <a:cubicBezTo>
                  <a:pt x="7998" y="6788"/>
                  <a:pt x="7892" y="6689"/>
                  <a:pt x="7794" y="6583"/>
                </a:cubicBezTo>
                <a:cubicBezTo>
                  <a:pt x="7776" y="6565"/>
                  <a:pt x="7767" y="6516"/>
                  <a:pt x="7778" y="6495"/>
                </a:cubicBezTo>
                <a:cubicBezTo>
                  <a:pt x="7976" y="6168"/>
                  <a:pt x="8117" y="5819"/>
                  <a:pt x="8207" y="5448"/>
                </a:cubicBezTo>
                <a:cubicBezTo>
                  <a:pt x="8222" y="5389"/>
                  <a:pt x="8245" y="5379"/>
                  <a:pt x="8296" y="5379"/>
                </a:cubicBezTo>
                <a:cubicBezTo>
                  <a:pt x="8347" y="5379"/>
                  <a:pt x="8399" y="5379"/>
                  <a:pt x="8450" y="5379"/>
                </a:cubicBezTo>
                <a:cubicBezTo>
                  <a:pt x="8553" y="5379"/>
                  <a:pt x="8656" y="5379"/>
                  <a:pt x="8760" y="5379"/>
                </a:cubicBezTo>
                <a:cubicBezTo>
                  <a:pt x="8917" y="5379"/>
                  <a:pt x="9000" y="5300"/>
                  <a:pt x="9010" y="5140"/>
                </a:cubicBezTo>
                <a:cubicBezTo>
                  <a:pt x="9016" y="5070"/>
                  <a:pt x="9026" y="5004"/>
                  <a:pt x="9030" y="4935"/>
                </a:cubicBezTo>
                <a:cubicBezTo>
                  <a:pt x="9043" y="4780"/>
                  <a:pt x="9065" y="4624"/>
                  <a:pt x="9059" y="4470"/>
                </a:cubicBezTo>
                <a:cubicBezTo>
                  <a:pt x="9054" y="4288"/>
                  <a:pt x="9024" y="4108"/>
                  <a:pt x="9008" y="3926"/>
                </a:cubicBezTo>
                <a:cubicBezTo>
                  <a:pt x="8995" y="3774"/>
                  <a:pt x="8908" y="3688"/>
                  <a:pt x="8754" y="3688"/>
                </a:cubicBezTo>
                <a:cubicBezTo>
                  <a:pt x="8653" y="3688"/>
                  <a:pt x="8552" y="3687"/>
                  <a:pt x="8451" y="3687"/>
                </a:cubicBezTo>
                <a:cubicBezTo>
                  <a:pt x="8401" y="3687"/>
                  <a:pt x="8350" y="3687"/>
                  <a:pt x="8299" y="3688"/>
                </a:cubicBezTo>
                <a:cubicBezTo>
                  <a:pt x="8245" y="3688"/>
                  <a:pt x="8218" y="3681"/>
                  <a:pt x="8203" y="3615"/>
                </a:cubicBezTo>
                <a:cubicBezTo>
                  <a:pt x="8120" y="3252"/>
                  <a:pt x="7976" y="2911"/>
                  <a:pt x="7786" y="2594"/>
                </a:cubicBezTo>
                <a:cubicBezTo>
                  <a:pt x="7746" y="2532"/>
                  <a:pt x="7761" y="2507"/>
                  <a:pt x="7803" y="2468"/>
                </a:cubicBezTo>
                <a:cubicBezTo>
                  <a:pt x="7911" y="2365"/>
                  <a:pt x="8014" y="2260"/>
                  <a:pt x="8117" y="2154"/>
                </a:cubicBezTo>
                <a:cubicBezTo>
                  <a:pt x="8197" y="2073"/>
                  <a:pt x="8223" y="1914"/>
                  <a:pt x="8161" y="1840"/>
                </a:cubicBezTo>
                <a:cubicBezTo>
                  <a:pt x="8014" y="1664"/>
                  <a:pt x="7870" y="1482"/>
                  <a:pt x="7710" y="1318"/>
                </a:cubicBezTo>
                <a:cubicBezTo>
                  <a:pt x="7572" y="1178"/>
                  <a:pt x="7415" y="1061"/>
                  <a:pt x="7259" y="937"/>
                </a:cubicBezTo>
                <a:cubicBezTo>
                  <a:pt x="7205" y="892"/>
                  <a:pt x="7147" y="870"/>
                  <a:pt x="7090" y="870"/>
                </a:cubicBezTo>
                <a:cubicBezTo>
                  <a:pt x="7024" y="870"/>
                  <a:pt x="6958" y="900"/>
                  <a:pt x="6900" y="956"/>
                </a:cubicBezTo>
                <a:cubicBezTo>
                  <a:pt x="6793" y="1064"/>
                  <a:pt x="6688" y="1173"/>
                  <a:pt x="6576" y="1274"/>
                </a:cubicBezTo>
                <a:cubicBezTo>
                  <a:pt x="6564" y="1285"/>
                  <a:pt x="6538" y="1293"/>
                  <a:pt x="6515" y="1293"/>
                </a:cubicBezTo>
                <a:cubicBezTo>
                  <a:pt x="6505" y="1293"/>
                  <a:pt x="6495" y="1292"/>
                  <a:pt x="6489" y="1287"/>
                </a:cubicBezTo>
                <a:cubicBezTo>
                  <a:pt x="6160" y="1093"/>
                  <a:pt x="5811" y="947"/>
                  <a:pt x="5441" y="860"/>
                </a:cubicBezTo>
                <a:cubicBezTo>
                  <a:pt x="5377" y="845"/>
                  <a:pt x="5374" y="818"/>
                  <a:pt x="5374" y="767"/>
                </a:cubicBezTo>
                <a:cubicBezTo>
                  <a:pt x="5375" y="607"/>
                  <a:pt x="5375" y="447"/>
                  <a:pt x="5374" y="286"/>
                </a:cubicBezTo>
                <a:cubicBezTo>
                  <a:pt x="5374" y="171"/>
                  <a:pt x="5285" y="68"/>
                  <a:pt x="5176" y="57"/>
                </a:cubicBezTo>
                <a:cubicBezTo>
                  <a:pt x="4999" y="43"/>
                  <a:pt x="4823" y="31"/>
                  <a:pt x="4647" y="18"/>
                </a:cubicBezTo>
                <a:cubicBezTo>
                  <a:pt x="4621" y="17"/>
                  <a:pt x="4597" y="8"/>
                  <a:pt x="4574" y="1"/>
                </a:cubicBezTo>
                <a:close/>
                <a:moveTo>
                  <a:pt x="10761" y="7838"/>
                </a:moveTo>
                <a:cubicBezTo>
                  <a:pt x="10704" y="7838"/>
                  <a:pt x="10647" y="7855"/>
                  <a:pt x="10593" y="7866"/>
                </a:cubicBezTo>
                <a:cubicBezTo>
                  <a:pt x="10033" y="7975"/>
                  <a:pt x="9714" y="8513"/>
                  <a:pt x="9834" y="9035"/>
                </a:cubicBezTo>
                <a:cubicBezTo>
                  <a:pt x="9931" y="9464"/>
                  <a:pt x="10315" y="9786"/>
                  <a:pt x="10757" y="9786"/>
                </a:cubicBezTo>
                <a:cubicBezTo>
                  <a:pt x="10766" y="9786"/>
                  <a:pt x="10775" y="9786"/>
                  <a:pt x="10784" y="9785"/>
                </a:cubicBezTo>
                <a:cubicBezTo>
                  <a:pt x="10793" y="9786"/>
                  <a:pt x="10802" y="9786"/>
                  <a:pt x="10811" y="9786"/>
                </a:cubicBezTo>
                <a:cubicBezTo>
                  <a:pt x="11079" y="9786"/>
                  <a:pt x="11341" y="9660"/>
                  <a:pt x="11524" y="9444"/>
                </a:cubicBezTo>
                <a:cubicBezTo>
                  <a:pt x="11678" y="9262"/>
                  <a:pt x="11755" y="9053"/>
                  <a:pt x="11750" y="8814"/>
                </a:cubicBezTo>
                <a:cubicBezTo>
                  <a:pt x="11749" y="8679"/>
                  <a:pt x="11655" y="8587"/>
                  <a:pt x="11518" y="8587"/>
                </a:cubicBezTo>
                <a:cubicBezTo>
                  <a:pt x="11386" y="8587"/>
                  <a:pt x="11282" y="8682"/>
                  <a:pt x="11281" y="8811"/>
                </a:cubicBezTo>
                <a:cubicBezTo>
                  <a:pt x="11281" y="8952"/>
                  <a:pt x="11226" y="9067"/>
                  <a:pt x="11128" y="9169"/>
                </a:cubicBezTo>
                <a:cubicBezTo>
                  <a:pt x="11030" y="9270"/>
                  <a:pt x="10905" y="9316"/>
                  <a:pt x="10784" y="9316"/>
                </a:cubicBezTo>
                <a:cubicBezTo>
                  <a:pt x="10721" y="9316"/>
                  <a:pt x="10658" y="9304"/>
                  <a:pt x="10602" y="9280"/>
                </a:cubicBezTo>
                <a:cubicBezTo>
                  <a:pt x="10398" y="9195"/>
                  <a:pt x="10284" y="9035"/>
                  <a:pt x="10284" y="8817"/>
                </a:cubicBezTo>
                <a:cubicBezTo>
                  <a:pt x="10282" y="8548"/>
                  <a:pt x="10491" y="8330"/>
                  <a:pt x="10782" y="8316"/>
                </a:cubicBezTo>
                <a:cubicBezTo>
                  <a:pt x="10917" y="8310"/>
                  <a:pt x="10987" y="8257"/>
                  <a:pt x="11013" y="8116"/>
                </a:cubicBezTo>
                <a:cubicBezTo>
                  <a:pt x="11031" y="8019"/>
                  <a:pt x="10984" y="7938"/>
                  <a:pt x="10890" y="7875"/>
                </a:cubicBezTo>
                <a:cubicBezTo>
                  <a:pt x="10847" y="7847"/>
                  <a:pt x="10804" y="7838"/>
                  <a:pt x="10761" y="7838"/>
                </a:cubicBezTo>
                <a:close/>
                <a:moveTo>
                  <a:pt x="3186" y="9784"/>
                </a:moveTo>
                <a:cubicBezTo>
                  <a:pt x="3322" y="9784"/>
                  <a:pt x="3436" y="9904"/>
                  <a:pt x="3436" y="10047"/>
                </a:cubicBezTo>
                <a:cubicBezTo>
                  <a:pt x="3437" y="10193"/>
                  <a:pt x="3332" y="10293"/>
                  <a:pt x="3180" y="10293"/>
                </a:cubicBezTo>
                <a:cubicBezTo>
                  <a:pt x="3052" y="10293"/>
                  <a:pt x="2931" y="10177"/>
                  <a:pt x="2927" y="10050"/>
                </a:cubicBezTo>
                <a:cubicBezTo>
                  <a:pt x="2924" y="9927"/>
                  <a:pt x="3055" y="9787"/>
                  <a:pt x="3178" y="9784"/>
                </a:cubicBezTo>
                <a:cubicBezTo>
                  <a:pt x="3181" y="9784"/>
                  <a:pt x="3183" y="9784"/>
                  <a:pt x="3186" y="9784"/>
                </a:cubicBezTo>
                <a:close/>
                <a:moveTo>
                  <a:pt x="3205" y="9316"/>
                </a:moveTo>
                <a:cubicBezTo>
                  <a:pt x="3202" y="9316"/>
                  <a:pt x="3200" y="9316"/>
                  <a:pt x="3197" y="9316"/>
                </a:cubicBezTo>
                <a:cubicBezTo>
                  <a:pt x="2765" y="9322"/>
                  <a:pt x="2467" y="9614"/>
                  <a:pt x="2460" y="10036"/>
                </a:cubicBezTo>
                <a:cubicBezTo>
                  <a:pt x="2453" y="10446"/>
                  <a:pt x="2765" y="10752"/>
                  <a:pt x="3168" y="10767"/>
                </a:cubicBezTo>
                <a:cubicBezTo>
                  <a:pt x="3177" y="10767"/>
                  <a:pt x="3187" y="10767"/>
                  <a:pt x="3196" y="10767"/>
                </a:cubicBezTo>
                <a:cubicBezTo>
                  <a:pt x="3599" y="10767"/>
                  <a:pt x="3925" y="10429"/>
                  <a:pt x="3910" y="10040"/>
                </a:cubicBezTo>
                <a:cubicBezTo>
                  <a:pt x="3931" y="9653"/>
                  <a:pt x="3590" y="9316"/>
                  <a:pt x="3205" y="9316"/>
                </a:cubicBezTo>
                <a:close/>
                <a:moveTo>
                  <a:pt x="11042" y="6859"/>
                </a:moveTo>
                <a:lnTo>
                  <a:pt x="11042" y="7170"/>
                </a:lnTo>
                <a:cubicBezTo>
                  <a:pt x="11042" y="7305"/>
                  <a:pt x="11083" y="7368"/>
                  <a:pt x="11213" y="7408"/>
                </a:cubicBezTo>
                <a:cubicBezTo>
                  <a:pt x="11432" y="7475"/>
                  <a:pt x="11625" y="7586"/>
                  <a:pt x="11791" y="7749"/>
                </a:cubicBezTo>
                <a:cubicBezTo>
                  <a:pt x="11834" y="7790"/>
                  <a:pt x="11902" y="7810"/>
                  <a:pt x="11965" y="7810"/>
                </a:cubicBezTo>
                <a:cubicBezTo>
                  <a:pt x="12010" y="7810"/>
                  <a:pt x="12053" y="7800"/>
                  <a:pt x="12083" y="7779"/>
                </a:cubicBezTo>
                <a:cubicBezTo>
                  <a:pt x="12152" y="7731"/>
                  <a:pt x="12224" y="7692"/>
                  <a:pt x="12297" y="7656"/>
                </a:cubicBezTo>
                <a:cubicBezTo>
                  <a:pt x="12307" y="7651"/>
                  <a:pt x="12321" y="7649"/>
                  <a:pt x="12335" y="7649"/>
                </a:cubicBezTo>
                <a:cubicBezTo>
                  <a:pt x="12350" y="7649"/>
                  <a:pt x="12365" y="7652"/>
                  <a:pt x="12368" y="7658"/>
                </a:cubicBezTo>
                <a:cubicBezTo>
                  <a:pt x="12450" y="7788"/>
                  <a:pt x="12527" y="7919"/>
                  <a:pt x="12607" y="8055"/>
                </a:cubicBezTo>
                <a:cubicBezTo>
                  <a:pt x="12504" y="8115"/>
                  <a:pt x="12419" y="8164"/>
                  <a:pt x="12336" y="8214"/>
                </a:cubicBezTo>
                <a:cubicBezTo>
                  <a:pt x="12239" y="8268"/>
                  <a:pt x="12201" y="8349"/>
                  <a:pt x="12222" y="8462"/>
                </a:cubicBezTo>
                <a:cubicBezTo>
                  <a:pt x="12261" y="8683"/>
                  <a:pt x="12280" y="8904"/>
                  <a:pt x="12223" y="9127"/>
                </a:cubicBezTo>
                <a:cubicBezTo>
                  <a:pt x="12181" y="9297"/>
                  <a:pt x="12265" y="9403"/>
                  <a:pt x="12412" y="9474"/>
                </a:cubicBezTo>
                <a:cubicBezTo>
                  <a:pt x="12476" y="9505"/>
                  <a:pt x="12537" y="9541"/>
                  <a:pt x="12607" y="9580"/>
                </a:cubicBezTo>
                <a:cubicBezTo>
                  <a:pt x="12523" y="9726"/>
                  <a:pt x="12440" y="9867"/>
                  <a:pt x="12355" y="10011"/>
                </a:cubicBezTo>
                <a:cubicBezTo>
                  <a:pt x="12235" y="9947"/>
                  <a:pt x="12130" y="9893"/>
                  <a:pt x="12027" y="9839"/>
                </a:cubicBezTo>
                <a:cubicBezTo>
                  <a:pt x="12001" y="9826"/>
                  <a:pt x="11976" y="9821"/>
                  <a:pt x="11952" y="9821"/>
                </a:cubicBezTo>
                <a:cubicBezTo>
                  <a:pt x="11900" y="9821"/>
                  <a:pt x="11854" y="9846"/>
                  <a:pt x="11813" y="9880"/>
                </a:cubicBezTo>
                <a:cubicBezTo>
                  <a:pt x="11625" y="10040"/>
                  <a:pt x="11426" y="10172"/>
                  <a:pt x="11186" y="10242"/>
                </a:cubicBezTo>
                <a:cubicBezTo>
                  <a:pt x="11111" y="10264"/>
                  <a:pt x="11031" y="10354"/>
                  <a:pt x="11041" y="10446"/>
                </a:cubicBezTo>
                <a:cubicBezTo>
                  <a:pt x="11051" y="10547"/>
                  <a:pt x="11042" y="10651"/>
                  <a:pt x="11042" y="10776"/>
                </a:cubicBezTo>
                <a:cubicBezTo>
                  <a:pt x="10946" y="10776"/>
                  <a:pt x="10850" y="10779"/>
                  <a:pt x="10755" y="10779"/>
                </a:cubicBezTo>
                <a:cubicBezTo>
                  <a:pt x="10698" y="10779"/>
                  <a:pt x="10641" y="10778"/>
                  <a:pt x="10584" y="10776"/>
                </a:cubicBezTo>
                <a:cubicBezTo>
                  <a:pt x="10566" y="10776"/>
                  <a:pt x="10538" y="10726"/>
                  <a:pt x="10535" y="10700"/>
                </a:cubicBezTo>
                <a:cubicBezTo>
                  <a:pt x="10523" y="10605"/>
                  <a:pt x="10522" y="10508"/>
                  <a:pt x="10515" y="10414"/>
                </a:cubicBezTo>
                <a:cubicBezTo>
                  <a:pt x="10510" y="10325"/>
                  <a:pt x="10451" y="10267"/>
                  <a:pt x="10377" y="10243"/>
                </a:cubicBezTo>
                <a:cubicBezTo>
                  <a:pt x="10141" y="10166"/>
                  <a:pt x="9939" y="10040"/>
                  <a:pt x="9750" y="9883"/>
                </a:cubicBezTo>
                <a:cubicBezTo>
                  <a:pt x="9702" y="9843"/>
                  <a:pt x="9656" y="9824"/>
                  <a:pt x="9608" y="9824"/>
                </a:cubicBezTo>
                <a:cubicBezTo>
                  <a:pt x="9559" y="9824"/>
                  <a:pt x="9508" y="9843"/>
                  <a:pt x="9449" y="9879"/>
                </a:cubicBezTo>
                <a:cubicBezTo>
                  <a:pt x="9376" y="9922"/>
                  <a:pt x="9299" y="9961"/>
                  <a:pt x="9206" y="10014"/>
                </a:cubicBezTo>
                <a:cubicBezTo>
                  <a:pt x="9123" y="9871"/>
                  <a:pt x="9039" y="9729"/>
                  <a:pt x="8955" y="9582"/>
                </a:cubicBezTo>
                <a:cubicBezTo>
                  <a:pt x="9032" y="9538"/>
                  <a:pt x="9093" y="9501"/>
                  <a:pt x="9154" y="9467"/>
                </a:cubicBezTo>
                <a:cubicBezTo>
                  <a:pt x="9322" y="9377"/>
                  <a:pt x="9370" y="9300"/>
                  <a:pt x="9333" y="9118"/>
                </a:cubicBezTo>
                <a:cubicBezTo>
                  <a:pt x="9288" y="8909"/>
                  <a:pt x="9293" y="8705"/>
                  <a:pt x="9334" y="8499"/>
                </a:cubicBezTo>
                <a:cubicBezTo>
                  <a:pt x="9366" y="8332"/>
                  <a:pt x="9333" y="8272"/>
                  <a:pt x="9184" y="8189"/>
                </a:cubicBezTo>
                <a:cubicBezTo>
                  <a:pt x="9116" y="8151"/>
                  <a:pt x="9045" y="8112"/>
                  <a:pt x="8958" y="8063"/>
                </a:cubicBezTo>
                <a:cubicBezTo>
                  <a:pt x="9042" y="7917"/>
                  <a:pt x="9122" y="7773"/>
                  <a:pt x="9206" y="7622"/>
                </a:cubicBezTo>
                <a:cubicBezTo>
                  <a:pt x="9299" y="7673"/>
                  <a:pt x="9385" y="7717"/>
                  <a:pt x="9466" y="7766"/>
                </a:cubicBezTo>
                <a:cubicBezTo>
                  <a:pt x="9514" y="7794"/>
                  <a:pt x="9563" y="7809"/>
                  <a:pt x="9610" y="7809"/>
                </a:cubicBezTo>
                <a:cubicBezTo>
                  <a:pt x="9670" y="7809"/>
                  <a:pt x="9728" y="7786"/>
                  <a:pt x="9778" y="7738"/>
                </a:cubicBezTo>
                <a:cubicBezTo>
                  <a:pt x="9937" y="7589"/>
                  <a:pt x="10122" y="7480"/>
                  <a:pt x="10331" y="7411"/>
                </a:cubicBezTo>
                <a:cubicBezTo>
                  <a:pt x="10470" y="7366"/>
                  <a:pt x="10526" y="7317"/>
                  <a:pt x="10534" y="7128"/>
                </a:cubicBezTo>
                <a:cubicBezTo>
                  <a:pt x="10536" y="7045"/>
                  <a:pt x="10534" y="6959"/>
                  <a:pt x="10534" y="6859"/>
                </a:cubicBezTo>
                <a:close/>
                <a:moveTo>
                  <a:pt x="6380" y="10293"/>
                </a:moveTo>
                <a:cubicBezTo>
                  <a:pt x="6371" y="10293"/>
                  <a:pt x="6362" y="10293"/>
                  <a:pt x="6354" y="10294"/>
                </a:cubicBezTo>
                <a:cubicBezTo>
                  <a:pt x="6215" y="10310"/>
                  <a:pt x="6141" y="10403"/>
                  <a:pt x="6141" y="10562"/>
                </a:cubicBezTo>
                <a:lnTo>
                  <a:pt x="6141" y="10770"/>
                </a:lnTo>
                <a:cubicBezTo>
                  <a:pt x="6141" y="10854"/>
                  <a:pt x="6150" y="10940"/>
                  <a:pt x="6138" y="11023"/>
                </a:cubicBezTo>
                <a:cubicBezTo>
                  <a:pt x="6127" y="11132"/>
                  <a:pt x="6236" y="11238"/>
                  <a:pt x="6310" y="11254"/>
                </a:cubicBezTo>
                <a:cubicBezTo>
                  <a:pt x="6330" y="11258"/>
                  <a:pt x="6351" y="11260"/>
                  <a:pt x="6371" y="11260"/>
                </a:cubicBezTo>
                <a:cubicBezTo>
                  <a:pt x="6480" y="11260"/>
                  <a:pt x="6579" y="11199"/>
                  <a:pt x="6589" y="11095"/>
                </a:cubicBezTo>
                <a:cubicBezTo>
                  <a:pt x="6611" y="10898"/>
                  <a:pt x="6617" y="10694"/>
                  <a:pt x="6601" y="10496"/>
                </a:cubicBezTo>
                <a:cubicBezTo>
                  <a:pt x="6589" y="10369"/>
                  <a:pt x="6484" y="10293"/>
                  <a:pt x="6380" y="10293"/>
                </a:cubicBezTo>
                <a:close/>
                <a:moveTo>
                  <a:pt x="10821" y="6380"/>
                </a:moveTo>
                <a:cubicBezTo>
                  <a:pt x="10818" y="6380"/>
                  <a:pt x="10815" y="6380"/>
                  <a:pt x="10811" y="6380"/>
                </a:cubicBezTo>
                <a:cubicBezTo>
                  <a:pt x="10614" y="6383"/>
                  <a:pt x="10416" y="6421"/>
                  <a:pt x="10220" y="6450"/>
                </a:cubicBezTo>
                <a:cubicBezTo>
                  <a:pt x="10125" y="6465"/>
                  <a:pt x="10063" y="6552"/>
                  <a:pt x="10063" y="6649"/>
                </a:cubicBezTo>
                <a:cubicBezTo>
                  <a:pt x="10063" y="6741"/>
                  <a:pt x="10060" y="6831"/>
                  <a:pt x="10064" y="6923"/>
                </a:cubicBezTo>
                <a:cubicBezTo>
                  <a:pt x="10068" y="6981"/>
                  <a:pt x="10049" y="7013"/>
                  <a:pt x="9996" y="7038"/>
                </a:cubicBezTo>
                <a:cubicBezTo>
                  <a:pt x="9903" y="7078"/>
                  <a:pt x="9805" y="7115"/>
                  <a:pt x="9730" y="7180"/>
                </a:cubicBezTo>
                <a:cubicBezTo>
                  <a:pt x="9674" y="7230"/>
                  <a:pt x="9624" y="7252"/>
                  <a:pt x="9575" y="7252"/>
                </a:cubicBezTo>
                <a:cubicBezTo>
                  <a:pt x="9521" y="7252"/>
                  <a:pt x="9467" y="7227"/>
                  <a:pt x="9402" y="7184"/>
                </a:cubicBezTo>
                <a:cubicBezTo>
                  <a:pt x="9303" y="7117"/>
                  <a:pt x="9233" y="7076"/>
                  <a:pt x="9165" y="7076"/>
                </a:cubicBezTo>
                <a:cubicBezTo>
                  <a:pt x="9094" y="7076"/>
                  <a:pt x="9025" y="7121"/>
                  <a:pt x="8926" y="7230"/>
                </a:cubicBezTo>
                <a:cubicBezTo>
                  <a:pt x="8901" y="7256"/>
                  <a:pt x="8882" y="7286"/>
                  <a:pt x="8857" y="7314"/>
                </a:cubicBezTo>
                <a:cubicBezTo>
                  <a:pt x="8668" y="7546"/>
                  <a:pt x="8536" y="7810"/>
                  <a:pt x="8449" y="8095"/>
                </a:cubicBezTo>
                <a:cubicBezTo>
                  <a:pt x="8411" y="8223"/>
                  <a:pt x="8469" y="8330"/>
                  <a:pt x="8588" y="8396"/>
                </a:cubicBezTo>
                <a:cubicBezTo>
                  <a:pt x="8646" y="8426"/>
                  <a:pt x="8700" y="8464"/>
                  <a:pt x="8760" y="8490"/>
                </a:cubicBezTo>
                <a:cubicBezTo>
                  <a:pt x="8843" y="8523"/>
                  <a:pt x="8849" y="8585"/>
                  <a:pt x="8846" y="8660"/>
                </a:cubicBezTo>
                <a:cubicBezTo>
                  <a:pt x="8838" y="8769"/>
                  <a:pt x="8841" y="8878"/>
                  <a:pt x="8846" y="8989"/>
                </a:cubicBezTo>
                <a:cubicBezTo>
                  <a:pt x="8847" y="9047"/>
                  <a:pt x="8854" y="9101"/>
                  <a:pt x="8785" y="9131"/>
                </a:cubicBezTo>
                <a:cubicBezTo>
                  <a:pt x="8723" y="9159"/>
                  <a:pt x="8668" y="9204"/>
                  <a:pt x="8607" y="9232"/>
                </a:cubicBezTo>
                <a:cubicBezTo>
                  <a:pt x="8424" y="9316"/>
                  <a:pt x="8420" y="9473"/>
                  <a:pt x="8472" y="9621"/>
                </a:cubicBezTo>
                <a:cubicBezTo>
                  <a:pt x="8584" y="9932"/>
                  <a:pt x="8748" y="10213"/>
                  <a:pt x="8969" y="10457"/>
                </a:cubicBezTo>
                <a:cubicBezTo>
                  <a:pt x="9010" y="10504"/>
                  <a:pt x="9083" y="10534"/>
                  <a:pt x="9145" y="10544"/>
                </a:cubicBezTo>
                <a:cubicBezTo>
                  <a:pt x="9159" y="10547"/>
                  <a:pt x="9172" y="10548"/>
                  <a:pt x="9184" y="10548"/>
                </a:cubicBezTo>
                <a:cubicBezTo>
                  <a:pt x="9297" y="10548"/>
                  <a:pt x="9386" y="10467"/>
                  <a:pt x="9474" y="10409"/>
                </a:cubicBezTo>
                <a:cubicBezTo>
                  <a:pt x="9508" y="10387"/>
                  <a:pt x="9536" y="10377"/>
                  <a:pt x="9563" y="10377"/>
                </a:cubicBezTo>
                <a:cubicBezTo>
                  <a:pt x="9599" y="10377"/>
                  <a:pt x="9631" y="10395"/>
                  <a:pt x="9670" y="10421"/>
                </a:cubicBezTo>
                <a:cubicBezTo>
                  <a:pt x="9792" y="10499"/>
                  <a:pt x="9919" y="10569"/>
                  <a:pt x="10060" y="10649"/>
                </a:cubicBezTo>
                <a:lnTo>
                  <a:pt x="10060" y="10981"/>
                </a:lnTo>
                <a:cubicBezTo>
                  <a:pt x="10060" y="11085"/>
                  <a:pt x="10106" y="11159"/>
                  <a:pt x="10208" y="11184"/>
                </a:cubicBezTo>
                <a:cubicBezTo>
                  <a:pt x="10314" y="11212"/>
                  <a:pt x="10423" y="11225"/>
                  <a:pt x="10532" y="11241"/>
                </a:cubicBezTo>
                <a:cubicBezTo>
                  <a:pt x="10626" y="11255"/>
                  <a:pt x="10719" y="11261"/>
                  <a:pt x="10812" y="11261"/>
                </a:cubicBezTo>
                <a:cubicBezTo>
                  <a:pt x="10992" y="11261"/>
                  <a:pt x="11170" y="11236"/>
                  <a:pt x="11348" y="11187"/>
                </a:cubicBezTo>
                <a:cubicBezTo>
                  <a:pt x="11451" y="11158"/>
                  <a:pt x="11493" y="11097"/>
                  <a:pt x="11495" y="10992"/>
                </a:cubicBezTo>
                <a:cubicBezTo>
                  <a:pt x="11495" y="10898"/>
                  <a:pt x="11499" y="10805"/>
                  <a:pt x="11493" y="10710"/>
                </a:cubicBezTo>
                <a:cubicBezTo>
                  <a:pt x="11489" y="10653"/>
                  <a:pt x="11515" y="10630"/>
                  <a:pt x="11559" y="10607"/>
                </a:cubicBezTo>
                <a:cubicBezTo>
                  <a:pt x="11678" y="10543"/>
                  <a:pt x="11804" y="10485"/>
                  <a:pt x="11915" y="10406"/>
                </a:cubicBezTo>
                <a:cubicBezTo>
                  <a:pt x="11944" y="10385"/>
                  <a:pt x="11968" y="10376"/>
                  <a:pt x="11991" y="10376"/>
                </a:cubicBezTo>
                <a:cubicBezTo>
                  <a:pt x="12015" y="10376"/>
                  <a:pt x="12038" y="10386"/>
                  <a:pt x="12066" y="10403"/>
                </a:cubicBezTo>
                <a:cubicBezTo>
                  <a:pt x="12139" y="10448"/>
                  <a:pt x="12211" y="10502"/>
                  <a:pt x="12291" y="10527"/>
                </a:cubicBezTo>
                <a:cubicBezTo>
                  <a:pt x="12324" y="10536"/>
                  <a:pt x="12360" y="10542"/>
                  <a:pt x="12397" y="10542"/>
                </a:cubicBezTo>
                <a:cubicBezTo>
                  <a:pt x="12434" y="10542"/>
                  <a:pt x="12472" y="10536"/>
                  <a:pt x="12504" y="10523"/>
                </a:cubicBezTo>
                <a:cubicBezTo>
                  <a:pt x="12568" y="10495"/>
                  <a:pt x="12614" y="10428"/>
                  <a:pt x="12664" y="10371"/>
                </a:cubicBezTo>
                <a:cubicBezTo>
                  <a:pt x="12867" y="10136"/>
                  <a:pt x="13012" y="9867"/>
                  <a:pt x="13106" y="9569"/>
                </a:cubicBezTo>
                <a:cubicBezTo>
                  <a:pt x="13145" y="9438"/>
                  <a:pt x="13106" y="9322"/>
                  <a:pt x="13004" y="9262"/>
                </a:cubicBezTo>
                <a:cubicBezTo>
                  <a:pt x="12924" y="9216"/>
                  <a:pt x="12847" y="9163"/>
                  <a:pt x="12765" y="9125"/>
                </a:cubicBezTo>
                <a:cubicBezTo>
                  <a:pt x="12714" y="9102"/>
                  <a:pt x="12710" y="9067"/>
                  <a:pt x="12716" y="9024"/>
                </a:cubicBezTo>
                <a:cubicBezTo>
                  <a:pt x="12722" y="8980"/>
                  <a:pt x="12730" y="8936"/>
                  <a:pt x="12732" y="8891"/>
                </a:cubicBezTo>
                <a:cubicBezTo>
                  <a:pt x="12735" y="8775"/>
                  <a:pt x="12732" y="8659"/>
                  <a:pt x="12732" y="8537"/>
                </a:cubicBezTo>
                <a:cubicBezTo>
                  <a:pt x="12803" y="8496"/>
                  <a:pt x="12883" y="8445"/>
                  <a:pt x="12967" y="8401"/>
                </a:cubicBezTo>
                <a:cubicBezTo>
                  <a:pt x="13114" y="8326"/>
                  <a:pt x="13149" y="8205"/>
                  <a:pt x="13101" y="8063"/>
                </a:cubicBezTo>
                <a:cubicBezTo>
                  <a:pt x="12991" y="7725"/>
                  <a:pt x="12822" y="7420"/>
                  <a:pt x="12570" y="7166"/>
                </a:cubicBezTo>
                <a:cubicBezTo>
                  <a:pt x="12516" y="7110"/>
                  <a:pt x="12469" y="7083"/>
                  <a:pt x="12414" y="7083"/>
                </a:cubicBezTo>
                <a:cubicBezTo>
                  <a:pt x="12378" y="7083"/>
                  <a:pt x="12338" y="7095"/>
                  <a:pt x="12291" y="7118"/>
                </a:cubicBezTo>
                <a:cubicBezTo>
                  <a:pt x="12206" y="7158"/>
                  <a:pt x="12126" y="7208"/>
                  <a:pt x="12044" y="7256"/>
                </a:cubicBezTo>
                <a:cubicBezTo>
                  <a:pt x="12025" y="7265"/>
                  <a:pt x="12010" y="7272"/>
                  <a:pt x="11993" y="7272"/>
                </a:cubicBezTo>
                <a:cubicBezTo>
                  <a:pt x="11978" y="7272"/>
                  <a:pt x="11962" y="7266"/>
                  <a:pt x="11942" y="7253"/>
                </a:cubicBezTo>
                <a:cubicBezTo>
                  <a:pt x="11823" y="7177"/>
                  <a:pt x="11700" y="7106"/>
                  <a:pt x="11573" y="7042"/>
                </a:cubicBezTo>
                <a:cubicBezTo>
                  <a:pt x="11514" y="7013"/>
                  <a:pt x="11492" y="6979"/>
                  <a:pt x="11495" y="6914"/>
                </a:cubicBezTo>
                <a:cubicBezTo>
                  <a:pt x="11502" y="6831"/>
                  <a:pt x="11496" y="6750"/>
                  <a:pt x="11496" y="6668"/>
                </a:cubicBezTo>
                <a:cubicBezTo>
                  <a:pt x="11496" y="6543"/>
                  <a:pt x="11457" y="6475"/>
                  <a:pt x="11332" y="6450"/>
                </a:cubicBezTo>
                <a:cubicBezTo>
                  <a:pt x="11164" y="6416"/>
                  <a:pt x="10993" y="6380"/>
                  <a:pt x="10821" y="6380"/>
                </a:cubicBezTo>
                <a:close/>
                <a:moveTo>
                  <a:pt x="6633" y="9312"/>
                </a:moveTo>
                <a:cubicBezTo>
                  <a:pt x="6633" y="9435"/>
                  <a:pt x="6637" y="9551"/>
                  <a:pt x="6631" y="9668"/>
                </a:cubicBezTo>
                <a:cubicBezTo>
                  <a:pt x="6628" y="9762"/>
                  <a:pt x="6672" y="9822"/>
                  <a:pt x="6749" y="9860"/>
                </a:cubicBezTo>
                <a:cubicBezTo>
                  <a:pt x="6989" y="9976"/>
                  <a:pt x="7168" y="10150"/>
                  <a:pt x="7283" y="10392"/>
                </a:cubicBezTo>
                <a:cubicBezTo>
                  <a:pt x="7328" y="10488"/>
                  <a:pt x="7414" y="10527"/>
                  <a:pt x="7515" y="10530"/>
                </a:cubicBezTo>
                <a:cubicBezTo>
                  <a:pt x="7548" y="10530"/>
                  <a:pt x="7581" y="10531"/>
                  <a:pt x="7615" y="10531"/>
                </a:cubicBezTo>
                <a:cubicBezTo>
                  <a:pt x="7682" y="10531"/>
                  <a:pt x="7751" y="10530"/>
                  <a:pt x="7824" y="10530"/>
                </a:cubicBezTo>
                <a:cubicBezTo>
                  <a:pt x="7867" y="10697"/>
                  <a:pt x="7854" y="10864"/>
                  <a:pt x="7825" y="11039"/>
                </a:cubicBezTo>
                <a:lnTo>
                  <a:pt x="7505" y="11039"/>
                </a:lnTo>
                <a:cubicBezTo>
                  <a:pt x="7374" y="11039"/>
                  <a:pt x="7323" y="11081"/>
                  <a:pt x="7265" y="11197"/>
                </a:cubicBezTo>
                <a:cubicBezTo>
                  <a:pt x="7158" y="11414"/>
                  <a:pt x="7001" y="11578"/>
                  <a:pt x="6774" y="11676"/>
                </a:cubicBezTo>
                <a:cubicBezTo>
                  <a:pt x="6682" y="11713"/>
                  <a:pt x="6633" y="11785"/>
                  <a:pt x="6631" y="11883"/>
                </a:cubicBezTo>
                <a:cubicBezTo>
                  <a:pt x="6630" y="11995"/>
                  <a:pt x="6631" y="12107"/>
                  <a:pt x="6631" y="12237"/>
                </a:cubicBezTo>
                <a:lnTo>
                  <a:pt x="6122" y="12237"/>
                </a:lnTo>
                <a:lnTo>
                  <a:pt x="6122" y="11930"/>
                </a:lnTo>
                <a:cubicBezTo>
                  <a:pt x="6122" y="11815"/>
                  <a:pt x="6073" y="11728"/>
                  <a:pt x="5970" y="11678"/>
                </a:cubicBezTo>
                <a:cubicBezTo>
                  <a:pt x="5743" y="11571"/>
                  <a:pt x="5576" y="11407"/>
                  <a:pt x="5468" y="11178"/>
                </a:cubicBezTo>
                <a:cubicBezTo>
                  <a:pt x="5427" y="11092"/>
                  <a:pt x="5364" y="11037"/>
                  <a:pt x="5261" y="11037"/>
                </a:cubicBezTo>
                <a:cubicBezTo>
                  <a:pt x="5254" y="11037"/>
                  <a:pt x="5248" y="11037"/>
                  <a:pt x="5241" y="11037"/>
                </a:cubicBezTo>
                <a:cubicBezTo>
                  <a:pt x="5200" y="11040"/>
                  <a:pt x="5158" y="11041"/>
                  <a:pt x="5116" y="11041"/>
                </a:cubicBezTo>
                <a:cubicBezTo>
                  <a:pt x="5048" y="11041"/>
                  <a:pt x="4978" y="11039"/>
                  <a:pt x="4903" y="11039"/>
                </a:cubicBezTo>
                <a:lnTo>
                  <a:pt x="4903" y="10530"/>
                </a:lnTo>
                <a:cubicBezTo>
                  <a:pt x="4968" y="10530"/>
                  <a:pt x="5029" y="10529"/>
                  <a:pt x="5089" y="10529"/>
                </a:cubicBezTo>
                <a:cubicBezTo>
                  <a:pt x="5119" y="10529"/>
                  <a:pt x="5149" y="10529"/>
                  <a:pt x="5179" y="10530"/>
                </a:cubicBezTo>
                <a:cubicBezTo>
                  <a:pt x="5186" y="10530"/>
                  <a:pt x="5193" y="10530"/>
                  <a:pt x="5200" y="10530"/>
                </a:cubicBezTo>
                <a:cubicBezTo>
                  <a:pt x="5338" y="10530"/>
                  <a:pt x="5433" y="10474"/>
                  <a:pt x="5494" y="10339"/>
                </a:cubicBezTo>
                <a:cubicBezTo>
                  <a:pt x="5583" y="10137"/>
                  <a:pt x="5733" y="9989"/>
                  <a:pt x="5933" y="9900"/>
                </a:cubicBezTo>
                <a:cubicBezTo>
                  <a:pt x="6074" y="9836"/>
                  <a:pt x="6131" y="9733"/>
                  <a:pt x="6124" y="9585"/>
                </a:cubicBezTo>
                <a:cubicBezTo>
                  <a:pt x="6121" y="9498"/>
                  <a:pt x="6124" y="9410"/>
                  <a:pt x="6124" y="9312"/>
                </a:cubicBezTo>
                <a:close/>
                <a:moveTo>
                  <a:pt x="9809" y="11997"/>
                </a:moveTo>
                <a:cubicBezTo>
                  <a:pt x="9935" y="11997"/>
                  <a:pt x="10043" y="12101"/>
                  <a:pt x="10060" y="12241"/>
                </a:cubicBezTo>
                <a:cubicBezTo>
                  <a:pt x="10071" y="12356"/>
                  <a:pt x="9925" y="12506"/>
                  <a:pt x="9813" y="12506"/>
                </a:cubicBezTo>
                <a:cubicBezTo>
                  <a:pt x="9810" y="12506"/>
                  <a:pt x="9808" y="12506"/>
                  <a:pt x="9805" y="12506"/>
                </a:cubicBezTo>
                <a:cubicBezTo>
                  <a:pt x="9638" y="12493"/>
                  <a:pt x="9545" y="12359"/>
                  <a:pt x="9554" y="12244"/>
                </a:cubicBezTo>
                <a:cubicBezTo>
                  <a:pt x="9554" y="12097"/>
                  <a:pt x="9654" y="12003"/>
                  <a:pt x="9799" y="11997"/>
                </a:cubicBezTo>
                <a:cubicBezTo>
                  <a:pt x="9803" y="11997"/>
                  <a:pt x="9806" y="11997"/>
                  <a:pt x="9809" y="11997"/>
                </a:cubicBezTo>
                <a:close/>
                <a:moveTo>
                  <a:pt x="6344" y="8829"/>
                </a:moveTo>
                <a:cubicBezTo>
                  <a:pt x="6194" y="8829"/>
                  <a:pt x="6041" y="8851"/>
                  <a:pt x="5896" y="8887"/>
                </a:cubicBezTo>
                <a:cubicBezTo>
                  <a:pt x="5714" y="8931"/>
                  <a:pt x="5631" y="8976"/>
                  <a:pt x="5650" y="9204"/>
                </a:cubicBezTo>
                <a:cubicBezTo>
                  <a:pt x="5651" y="9227"/>
                  <a:pt x="5650" y="9252"/>
                  <a:pt x="5650" y="9277"/>
                </a:cubicBezTo>
                <a:cubicBezTo>
                  <a:pt x="5650" y="9313"/>
                  <a:pt x="5644" y="9349"/>
                  <a:pt x="5651" y="9386"/>
                </a:cubicBezTo>
                <a:cubicBezTo>
                  <a:pt x="5666" y="9471"/>
                  <a:pt x="5628" y="9518"/>
                  <a:pt x="5555" y="9569"/>
                </a:cubicBezTo>
                <a:cubicBezTo>
                  <a:pt x="5451" y="9642"/>
                  <a:pt x="5356" y="9730"/>
                  <a:pt x="5265" y="9822"/>
                </a:cubicBezTo>
                <a:cubicBezTo>
                  <a:pt x="5192" y="9895"/>
                  <a:pt x="5145" y="10012"/>
                  <a:pt x="5061" y="10049"/>
                </a:cubicBezTo>
                <a:cubicBezTo>
                  <a:pt x="5024" y="10064"/>
                  <a:pt x="4983" y="10069"/>
                  <a:pt x="4939" y="10069"/>
                </a:cubicBezTo>
                <a:cubicBezTo>
                  <a:pt x="4871" y="10069"/>
                  <a:pt x="4797" y="10057"/>
                  <a:pt x="4728" y="10057"/>
                </a:cubicBezTo>
                <a:cubicBezTo>
                  <a:pt x="4603" y="10057"/>
                  <a:pt x="4538" y="10097"/>
                  <a:pt x="4509" y="10223"/>
                </a:cubicBezTo>
                <a:cubicBezTo>
                  <a:pt x="4469" y="10399"/>
                  <a:pt x="4423" y="10578"/>
                  <a:pt x="4423" y="10755"/>
                </a:cubicBezTo>
                <a:cubicBezTo>
                  <a:pt x="4421" y="10943"/>
                  <a:pt x="4465" y="11132"/>
                  <a:pt x="4496" y="11319"/>
                </a:cubicBezTo>
                <a:cubicBezTo>
                  <a:pt x="4510" y="11407"/>
                  <a:pt x="4573" y="11473"/>
                  <a:pt x="4658" y="11487"/>
                </a:cubicBezTo>
                <a:cubicBezTo>
                  <a:pt x="4772" y="11504"/>
                  <a:pt x="4891" y="11507"/>
                  <a:pt x="5007" y="11507"/>
                </a:cubicBezTo>
                <a:cubicBezTo>
                  <a:pt x="5073" y="11507"/>
                  <a:pt x="5116" y="11521"/>
                  <a:pt x="5154" y="11581"/>
                </a:cubicBezTo>
                <a:cubicBezTo>
                  <a:pt x="5272" y="11764"/>
                  <a:pt x="5429" y="11910"/>
                  <a:pt x="5614" y="12026"/>
                </a:cubicBezTo>
                <a:cubicBezTo>
                  <a:pt x="5634" y="12039"/>
                  <a:pt x="5650" y="12071"/>
                  <a:pt x="5651" y="12096"/>
                </a:cubicBezTo>
                <a:cubicBezTo>
                  <a:pt x="5656" y="12206"/>
                  <a:pt x="5653" y="12318"/>
                  <a:pt x="5653" y="12432"/>
                </a:cubicBezTo>
                <a:cubicBezTo>
                  <a:pt x="5653" y="12528"/>
                  <a:pt x="5715" y="12624"/>
                  <a:pt x="5805" y="12648"/>
                </a:cubicBezTo>
                <a:cubicBezTo>
                  <a:pt x="5941" y="12680"/>
                  <a:pt x="6079" y="12714"/>
                  <a:pt x="6215" y="12724"/>
                </a:cubicBezTo>
                <a:cubicBezTo>
                  <a:pt x="6268" y="12728"/>
                  <a:pt x="6320" y="12731"/>
                  <a:pt x="6373" y="12731"/>
                </a:cubicBezTo>
                <a:cubicBezTo>
                  <a:pt x="6556" y="12731"/>
                  <a:pt x="6739" y="12703"/>
                  <a:pt x="6915" y="12653"/>
                </a:cubicBezTo>
                <a:cubicBezTo>
                  <a:pt x="7004" y="12628"/>
                  <a:pt x="7082" y="12581"/>
                  <a:pt x="7088" y="12472"/>
                </a:cubicBezTo>
                <a:cubicBezTo>
                  <a:pt x="7094" y="12352"/>
                  <a:pt x="7095" y="12228"/>
                  <a:pt x="7107" y="12106"/>
                </a:cubicBezTo>
                <a:cubicBezTo>
                  <a:pt x="7111" y="12071"/>
                  <a:pt x="7134" y="12029"/>
                  <a:pt x="7163" y="12011"/>
                </a:cubicBezTo>
                <a:cubicBezTo>
                  <a:pt x="7344" y="11894"/>
                  <a:pt x="7492" y="11748"/>
                  <a:pt x="7607" y="11567"/>
                </a:cubicBezTo>
                <a:cubicBezTo>
                  <a:pt x="7624" y="11540"/>
                  <a:pt x="7664" y="11517"/>
                  <a:pt x="7694" y="11513"/>
                </a:cubicBezTo>
                <a:cubicBezTo>
                  <a:pt x="7733" y="11510"/>
                  <a:pt x="7772" y="11509"/>
                  <a:pt x="7812" y="11509"/>
                </a:cubicBezTo>
                <a:cubicBezTo>
                  <a:pt x="7858" y="11509"/>
                  <a:pt x="7904" y="11510"/>
                  <a:pt x="7950" y="11510"/>
                </a:cubicBezTo>
                <a:cubicBezTo>
                  <a:pt x="7961" y="11510"/>
                  <a:pt x="7973" y="11510"/>
                  <a:pt x="7985" y="11510"/>
                </a:cubicBezTo>
                <a:cubicBezTo>
                  <a:pt x="8122" y="11508"/>
                  <a:pt x="8210" y="11457"/>
                  <a:pt x="8239" y="11343"/>
                </a:cubicBezTo>
                <a:cubicBezTo>
                  <a:pt x="8276" y="11203"/>
                  <a:pt x="8305" y="11059"/>
                  <a:pt x="8318" y="10915"/>
                </a:cubicBezTo>
                <a:cubicBezTo>
                  <a:pt x="8335" y="10688"/>
                  <a:pt x="8311" y="10463"/>
                  <a:pt x="8248" y="10241"/>
                </a:cubicBezTo>
                <a:cubicBezTo>
                  <a:pt x="8216" y="10127"/>
                  <a:pt x="8138" y="10059"/>
                  <a:pt x="8020" y="10057"/>
                </a:cubicBezTo>
                <a:cubicBezTo>
                  <a:pt x="7965" y="10057"/>
                  <a:pt x="7911" y="10058"/>
                  <a:pt x="7856" y="10058"/>
                </a:cubicBezTo>
                <a:cubicBezTo>
                  <a:pt x="7802" y="10058"/>
                  <a:pt x="7747" y="10057"/>
                  <a:pt x="7693" y="10056"/>
                </a:cubicBezTo>
                <a:cubicBezTo>
                  <a:pt x="7669" y="10056"/>
                  <a:pt x="7635" y="10041"/>
                  <a:pt x="7624" y="10021"/>
                </a:cubicBezTo>
                <a:cubicBezTo>
                  <a:pt x="7504" y="9831"/>
                  <a:pt x="7351" y="9672"/>
                  <a:pt x="7163" y="9550"/>
                </a:cubicBezTo>
                <a:cubicBezTo>
                  <a:pt x="7111" y="9517"/>
                  <a:pt x="7101" y="9482"/>
                  <a:pt x="7102" y="9426"/>
                </a:cubicBezTo>
                <a:cubicBezTo>
                  <a:pt x="7105" y="9336"/>
                  <a:pt x="7104" y="9245"/>
                  <a:pt x="7102" y="9154"/>
                </a:cubicBezTo>
                <a:cubicBezTo>
                  <a:pt x="7101" y="9032"/>
                  <a:pt x="7030" y="8928"/>
                  <a:pt x="6916" y="8906"/>
                </a:cubicBezTo>
                <a:cubicBezTo>
                  <a:pt x="6736" y="8871"/>
                  <a:pt x="6553" y="8835"/>
                  <a:pt x="6371" y="8829"/>
                </a:cubicBezTo>
                <a:cubicBezTo>
                  <a:pt x="6362" y="8829"/>
                  <a:pt x="6353" y="8829"/>
                  <a:pt x="6344" y="8829"/>
                </a:cubicBezTo>
                <a:close/>
                <a:moveTo>
                  <a:pt x="9798" y="11521"/>
                </a:moveTo>
                <a:cubicBezTo>
                  <a:pt x="9381" y="11521"/>
                  <a:pt x="9055" y="11892"/>
                  <a:pt x="9083" y="12238"/>
                </a:cubicBezTo>
                <a:cubicBezTo>
                  <a:pt x="9065" y="12676"/>
                  <a:pt x="9417" y="12973"/>
                  <a:pt x="9791" y="12973"/>
                </a:cubicBezTo>
                <a:cubicBezTo>
                  <a:pt x="9795" y="12973"/>
                  <a:pt x="9799" y="12972"/>
                  <a:pt x="9802" y="12972"/>
                </a:cubicBezTo>
                <a:cubicBezTo>
                  <a:pt x="10252" y="12965"/>
                  <a:pt x="10528" y="12642"/>
                  <a:pt x="10529" y="12250"/>
                </a:cubicBezTo>
                <a:cubicBezTo>
                  <a:pt x="10529" y="11834"/>
                  <a:pt x="10220" y="11548"/>
                  <a:pt x="9844" y="11523"/>
                </a:cubicBezTo>
                <a:cubicBezTo>
                  <a:pt x="9829" y="11522"/>
                  <a:pt x="9813" y="11521"/>
                  <a:pt x="9798" y="11521"/>
                </a:cubicBezTo>
                <a:close/>
                <a:moveTo>
                  <a:pt x="7997" y="12976"/>
                </a:moveTo>
                <a:cubicBezTo>
                  <a:pt x="8177" y="12976"/>
                  <a:pt x="8347" y="13175"/>
                  <a:pt x="8340" y="13340"/>
                </a:cubicBezTo>
                <a:cubicBezTo>
                  <a:pt x="8331" y="13551"/>
                  <a:pt x="8167" y="13724"/>
                  <a:pt x="7960" y="13724"/>
                </a:cubicBezTo>
                <a:cubicBezTo>
                  <a:pt x="7784" y="13724"/>
                  <a:pt x="7585" y="13558"/>
                  <a:pt x="7589" y="13348"/>
                </a:cubicBezTo>
                <a:cubicBezTo>
                  <a:pt x="7592" y="13166"/>
                  <a:pt x="7755" y="12977"/>
                  <a:pt x="7940" y="12977"/>
                </a:cubicBezTo>
                <a:cubicBezTo>
                  <a:pt x="7949" y="12977"/>
                  <a:pt x="7958" y="12977"/>
                  <a:pt x="7967" y="12978"/>
                </a:cubicBezTo>
                <a:cubicBezTo>
                  <a:pt x="7977" y="12977"/>
                  <a:pt x="7987" y="12976"/>
                  <a:pt x="7997" y="12976"/>
                </a:cubicBezTo>
                <a:close/>
                <a:moveTo>
                  <a:pt x="7964" y="12502"/>
                </a:moveTo>
                <a:cubicBezTo>
                  <a:pt x="7483" y="12502"/>
                  <a:pt x="7096" y="12918"/>
                  <a:pt x="7123" y="13349"/>
                </a:cubicBezTo>
                <a:cubicBezTo>
                  <a:pt x="7108" y="13820"/>
                  <a:pt x="7501" y="14178"/>
                  <a:pt x="7930" y="14197"/>
                </a:cubicBezTo>
                <a:cubicBezTo>
                  <a:pt x="7942" y="14197"/>
                  <a:pt x="7955" y="14197"/>
                  <a:pt x="7967" y="14197"/>
                </a:cubicBezTo>
                <a:cubicBezTo>
                  <a:pt x="8446" y="14197"/>
                  <a:pt x="8805" y="13790"/>
                  <a:pt x="8812" y="13377"/>
                </a:cubicBezTo>
                <a:cubicBezTo>
                  <a:pt x="8821" y="12884"/>
                  <a:pt x="8434" y="12526"/>
                  <a:pt x="8010" y="12503"/>
                </a:cubicBezTo>
                <a:cubicBezTo>
                  <a:pt x="7994" y="12502"/>
                  <a:pt x="7979" y="12502"/>
                  <a:pt x="7964" y="12502"/>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52"/>
          <p:cNvSpPr/>
          <p:nvPr/>
        </p:nvSpPr>
        <p:spPr>
          <a:xfrm rot="493189">
            <a:off x="3101415" y="444598"/>
            <a:ext cx="1272141" cy="611689"/>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2"/>
          <p:cNvSpPr/>
          <p:nvPr/>
        </p:nvSpPr>
        <p:spPr>
          <a:xfrm flipH="1">
            <a:off x="459561" y="3813015"/>
            <a:ext cx="1089952" cy="1058096"/>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52"/>
          <p:cNvGrpSpPr/>
          <p:nvPr/>
        </p:nvGrpSpPr>
        <p:grpSpPr>
          <a:xfrm rot="-3848460" flipH="1">
            <a:off x="334142" y="3072446"/>
            <a:ext cx="654178" cy="1442918"/>
            <a:chOff x="1768957" y="2795221"/>
            <a:chExt cx="905793" cy="1997906"/>
          </a:xfrm>
        </p:grpSpPr>
        <p:sp>
          <p:nvSpPr>
            <p:cNvPr id="968" name="Google Shape;968;p52"/>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2"/>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2"/>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 name="Google Shape;971;p52"/>
          <p:cNvSpPr txBox="1">
            <a:spLocks noGrp="1"/>
          </p:cNvSpPr>
          <p:nvPr>
            <p:ph type="title"/>
          </p:nvPr>
        </p:nvSpPr>
        <p:spPr>
          <a:xfrm>
            <a:off x="4545504" y="1144085"/>
            <a:ext cx="38589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¿Q</a:t>
            </a:r>
            <a:r>
              <a:rPr lang="es-CO" dirty="0" err="1"/>
              <a:t>ué</a:t>
            </a:r>
            <a:r>
              <a:rPr lang="es" dirty="0"/>
              <a:t> debemos tener en cuenta?</a:t>
            </a:r>
            <a:endParaRPr dirty="0"/>
          </a:p>
        </p:txBody>
      </p:sp>
      <p:sp>
        <p:nvSpPr>
          <p:cNvPr id="972" name="Google Shape;972;p52"/>
          <p:cNvSpPr txBox="1">
            <a:spLocks noGrp="1"/>
          </p:cNvSpPr>
          <p:nvPr>
            <p:ph type="body" idx="1"/>
          </p:nvPr>
        </p:nvSpPr>
        <p:spPr>
          <a:xfrm>
            <a:off x="4572000" y="2396699"/>
            <a:ext cx="3858900" cy="894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El estímulo del sistema inmune ha sido una prioridad desde que estalló la pandemia. De pronto, aumentar nuestras defensas se convirtió en una prioridad, Las circunstancias nos enseñaron a tomar una serie de medidas para ser más fuertes, más resistentes : dormir ochos horas, beber agua, comer bien y hacer ejercicio.</a:t>
            </a:r>
            <a:endParaRPr dirty="0"/>
          </a:p>
        </p:txBody>
      </p:sp>
      <p:pic>
        <p:nvPicPr>
          <p:cNvPr id="1026" name="Picture 2" descr="El sistema inmune contra el SARS-CoV-2: víctimas del fuego amigo">
            <a:extLst>
              <a:ext uri="{FF2B5EF4-FFF2-40B4-BE49-F238E27FC236}">
                <a16:creationId xmlns:a16="http://schemas.microsoft.com/office/drawing/2014/main" id="{E8C367A3-771C-DF46-9F14-DD88BDC6F1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596" y="1462498"/>
            <a:ext cx="3151927" cy="174295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52"/>
          <p:cNvSpPr/>
          <p:nvPr/>
        </p:nvSpPr>
        <p:spPr>
          <a:xfrm rot="493189">
            <a:off x="3101415" y="444598"/>
            <a:ext cx="1272141" cy="611689"/>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2"/>
          <p:cNvSpPr/>
          <p:nvPr/>
        </p:nvSpPr>
        <p:spPr>
          <a:xfrm flipH="1">
            <a:off x="459561" y="3813015"/>
            <a:ext cx="1089952" cy="1058096"/>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52"/>
          <p:cNvGrpSpPr/>
          <p:nvPr/>
        </p:nvGrpSpPr>
        <p:grpSpPr>
          <a:xfrm rot="-3848460" flipH="1">
            <a:off x="334142" y="3072446"/>
            <a:ext cx="654178" cy="1442918"/>
            <a:chOff x="1768957" y="2795221"/>
            <a:chExt cx="905793" cy="1997906"/>
          </a:xfrm>
        </p:grpSpPr>
        <p:sp>
          <p:nvSpPr>
            <p:cNvPr id="968" name="Google Shape;968;p52"/>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2"/>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2"/>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 name="Google Shape;971;p52"/>
          <p:cNvSpPr txBox="1">
            <a:spLocks noGrp="1"/>
          </p:cNvSpPr>
          <p:nvPr>
            <p:ph type="title"/>
          </p:nvPr>
        </p:nvSpPr>
        <p:spPr>
          <a:xfrm>
            <a:off x="4512651" y="1064981"/>
            <a:ext cx="38589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¿Q</a:t>
            </a:r>
            <a:r>
              <a:rPr lang="es-CO" dirty="0" err="1"/>
              <a:t>ué</a:t>
            </a:r>
            <a:r>
              <a:rPr lang="es" dirty="0"/>
              <a:t> debemos tener en cuenta?</a:t>
            </a:r>
            <a:endParaRPr dirty="0"/>
          </a:p>
        </p:txBody>
      </p:sp>
      <p:sp>
        <p:nvSpPr>
          <p:cNvPr id="972" name="Google Shape;972;p52"/>
          <p:cNvSpPr txBox="1">
            <a:spLocks noGrp="1"/>
          </p:cNvSpPr>
          <p:nvPr>
            <p:ph type="body" idx="1"/>
          </p:nvPr>
        </p:nvSpPr>
        <p:spPr>
          <a:xfrm>
            <a:off x="4572000" y="2396698"/>
            <a:ext cx="3858900" cy="23241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Existe un mayor riesgo de hipertensión un consumo excesivo de sal, “Seguir una dieta alta en sodio y rica en alimentos procesados puede desencadenar la inflamación del organismo y aumentar el riesgo de padecer enfermedades crónicas”,</a:t>
            </a:r>
            <a:endParaRPr dirty="0"/>
          </a:p>
        </p:txBody>
      </p:sp>
      <p:pic>
        <p:nvPicPr>
          <p:cNvPr id="2" name="Imagen 1">
            <a:extLst>
              <a:ext uri="{FF2B5EF4-FFF2-40B4-BE49-F238E27FC236}">
                <a16:creationId xmlns:a16="http://schemas.microsoft.com/office/drawing/2014/main" id="{6FC73C32-5EEA-0CF6-4AFC-C6DD0B1DBA7F}"/>
              </a:ext>
            </a:extLst>
          </p:cNvPr>
          <p:cNvPicPr>
            <a:picLocks noChangeAspect="1"/>
          </p:cNvPicPr>
          <p:nvPr/>
        </p:nvPicPr>
        <p:blipFill>
          <a:blip r:embed="rId3"/>
          <a:stretch>
            <a:fillRect/>
          </a:stretch>
        </p:blipFill>
        <p:spPr>
          <a:xfrm>
            <a:off x="772449" y="1724068"/>
            <a:ext cx="3161348" cy="1371600"/>
          </a:xfrm>
          <a:prstGeom prst="rect">
            <a:avLst/>
          </a:prstGeom>
        </p:spPr>
      </p:pic>
    </p:spTree>
    <p:extLst>
      <p:ext uri="{BB962C8B-B14F-4D97-AF65-F5344CB8AC3E}">
        <p14:creationId xmlns:p14="http://schemas.microsoft.com/office/powerpoint/2010/main" val="4146147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52"/>
          <p:cNvSpPr/>
          <p:nvPr/>
        </p:nvSpPr>
        <p:spPr>
          <a:xfrm rot="493189">
            <a:off x="3101415" y="444598"/>
            <a:ext cx="1272141" cy="611689"/>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2"/>
          <p:cNvSpPr/>
          <p:nvPr/>
        </p:nvSpPr>
        <p:spPr>
          <a:xfrm flipH="1">
            <a:off x="459561" y="3813015"/>
            <a:ext cx="1089952" cy="1058096"/>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52"/>
          <p:cNvGrpSpPr/>
          <p:nvPr/>
        </p:nvGrpSpPr>
        <p:grpSpPr>
          <a:xfrm rot="-3848460" flipH="1">
            <a:off x="334142" y="3072446"/>
            <a:ext cx="654178" cy="1442918"/>
            <a:chOff x="1768957" y="2795221"/>
            <a:chExt cx="905793" cy="1997906"/>
          </a:xfrm>
        </p:grpSpPr>
        <p:sp>
          <p:nvSpPr>
            <p:cNvPr id="968" name="Google Shape;968;p52"/>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2"/>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2"/>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 name="Google Shape;971;p52"/>
          <p:cNvSpPr txBox="1">
            <a:spLocks noGrp="1"/>
          </p:cNvSpPr>
          <p:nvPr>
            <p:ph type="title"/>
          </p:nvPr>
        </p:nvSpPr>
        <p:spPr>
          <a:xfrm>
            <a:off x="4572000" y="904325"/>
            <a:ext cx="38589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¿Q</a:t>
            </a:r>
            <a:r>
              <a:rPr lang="es-CO" dirty="0" err="1"/>
              <a:t>ué</a:t>
            </a:r>
            <a:r>
              <a:rPr lang="es" dirty="0"/>
              <a:t> debemos tener en cuenta?</a:t>
            </a:r>
            <a:endParaRPr dirty="0"/>
          </a:p>
        </p:txBody>
      </p:sp>
      <p:sp>
        <p:nvSpPr>
          <p:cNvPr id="972" name="Google Shape;972;p52"/>
          <p:cNvSpPr txBox="1">
            <a:spLocks noGrp="1"/>
          </p:cNvSpPr>
          <p:nvPr>
            <p:ph type="body" idx="1"/>
          </p:nvPr>
        </p:nvSpPr>
        <p:spPr>
          <a:xfrm>
            <a:off x="4572000" y="2396698"/>
            <a:ext cx="3858900" cy="23241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Un exceso de azúcar en nuestra dieta puede, a la larga, debilitar nuestro sistema inmune, los glóbulos blancos, que son las células implicadas en la lucha contra la infección, se ven afectados negativamente por el consumo excesivo de azúcar, lo que puede impedir que luchen eficazmente contra la infección".</a:t>
            </a:r>
          </a:p>
        </p:txBody>
      </p:sp>
      <p:pic>
        <p:nvPicPr>
          <p:cNvPr id="2" name="Imagen 1">
            <a:extLst>
              <a:ext uri="{FF2B5EF4-FFF2-40B4-BE49-F238E27FC236}">
                <a16:creationId xmlns:a16="http://schemas.microsoft.com/office/drawing/2014/main" id="{6FC73C32-5EEA-0CF6-4AFC-C6DD0B1DBA7F}"/>
              </a:ext>
            </a:extLst>
          </p:cNvPr>
          <p:cNvPicPr>
            <a:picLocks noChangeAspect="1"/>
          </p:cNvPicPr>
          <p:nvPr/>
        </p:nvPicPr>
        <p:blipFill>
          <a:blip r:embed="rId3"/>
          <a:stretch>
            <a:fillRect/>
          </a:stretch>
        </p:blipFill>
        <p:spPr>
          <a:xfrm>
            <a:off x="772449" y="1724068"/>
            <a:ext cx="3161348" cy="1371600"/>
          </a:xfrm>
          <a:prstGeom prst="rect">
            <a:avLst/>
          </a:prstGeom>
        </p:spPr>
      </p:pic>
    </p:spTree>
    <p:extLst>
      <p:ext uri="{BB962C8B-B14F-4D97-AF65-F5344CB8AC3E}">
        <p14:creationId xmlns:p14="http://schemas.microsoft.com/office/powerpoint/2010/main" val="588604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4"/>
        <p:cNvGrpSpPr/>
        <p:nvPr/>
      </p:nvGrpSpPr>
      <p:grpSpPr>
        <a:xfrm>
          <a:off x="0" y="0"/>
          <a:ext cx="0" cy="0"/>
          <a:chOff x="0" y="0"/>
          <a:chExt cx="0" cy="0"/>
        </a:xfrm>
      </p:grpSpPr>
      <p:sp>
        <p:nvSpPr>
          <p:cNvPr id="965" name="Google Shape;965;p52"/>
          <p:cNvSpPr/>
          <p:nvPr/>
        </p:nvSpPr>
        <p:spPr>
          <a:xfrm rot="493189">
            <a:off x="3101415" y="444598"/>
            <a:ext cx="1272141" cy="611689"/>
          </a:xfrm>
          <a:custGeom>
            <a:avLst/>
            <a:gdLst/>
            <a:ahLst/>
            <a:cxnLst/>
            <a:rect l="l" t="t" r="r" b="b"/>
            <a:pathLst>
              <a:path w="20192" h="9709" extrusionOk="0">
                <a:moveTo>
                  <a:pt x="6428" y="0"/>
                </a:moveTo>
                <a:cubicBezTo>
                  <a:pt x="6226" y="0"/>
                  <a:pt x="6025" y="42"/>
                  <a:pt x="5831" y="133"/>
                </a:cubicBezTo>
                <a:cubicBezTo>
                  <a:pt x="5210" y="426"/>
                  <a:pt x="4813" y="1138"/>
                  <a:pt x="4530" y="1849"/>
                </a:cubicBezTo>
                <a:cubicBezTo>
                  <a:pt x="3954" y="3291"/>
                  <a:pt x="3678" y="4902"/>
                  <a:pt x="3733" y="6503"/>
                </a:cubicBezTo>
                <a:cubicBezTo>
                  <a:pt x="3601" y="5655"/>
                  <a:pt x="2874" y="5200"/>
                  <a:pt x="2136" y="5200"/>
                </a:cubicBezTo>
                <a:cubicBezTo>
                  <a:pt x="1669" y="5200"/>
                  <a:pt x="1199" y="5381"/>
                  <a:pt x="870" y="5760"/>
                </a:cubicBezTo>
                <a:cubicBezTo>
                  <a:pt x="20" y="6737"/>
                  <a:pt x="1" y="8365"/>
                  <a:pt x="363" y="9709"/>
                </a:cubicBezTo>
                <a:cubicBezTo>
                  <a:pt x="1212" y="9469"/>
                  <a:pt x="19524" y="8525"/>
                  <a:pt x="19524" y="8525"/>
                </a:cubicBezTo>
                <a:cubicBezTo>
                  <a:pt x="20191" y="6891"/>
                  <a:pt x="19533" y="4677"/>
                  <a:pt x="18135" y="3871"/>
                </a:cubicBezTo>
                <a:cubicBezTo>
                  <a:pt x="17754" y="3652"/>
                  <a:pt x="17336" y="3549"/>
                  <a:pt x="16916" y="3549"/>
                </a:cubicBezTo>
                <a:cubicBezTo>
                  <a:pt x="15799" y="3549"/>
                  <a:pt x="14672" y="4280"/>
                  <a:pt x="14203" y="5477"/>
                </a:cubicBezTo>
                <a:cubicBezTo>
                  <a:pt x="14325" y="3860"/>
                  <a:pt x="14261" y="1832"/>
                  <a:pt x="13006" y="1125"/>
                </a:cubicBezTo>
                <a:cubicBezTo>
                  <a:pt x="12761" y="986"/>
                  <a:pt x="12499" y="924"/>
                  <a:pt x="12234" y="924"/>
                </a:cubicBezTo>
                <a:cubicBezTo>
                  <a:pt x="11582" y="924"/>
                  <a:pt x="10916" y="1302"/>
                  <a:pt x="10453" y="1859"/>
                </a:cubicBezTo>
                <a:cubicBezTo>
                  <a:pt x="9803" y="2643"/>
                  <a:pt x="9463" y="3703"/>
                  <a:pt x="9149" y="4737"/>
                </a:cubicBezTo>
                <a:cubicBezTo>
                  <a:pt x="9041" y="3575"/>
                  <a:pt x="8923" y="2365"/>
                  <a:pt x="8383" y="1374"/>
                </a:cubicBezTo>
                <a:cubicBezTo>
                  <a:pt x="7958" y="592"/>
                  <a:pt x="7187" y="0"/>
                  <a:pt x="6428" y="0"/>
                </a:cubicBezTo>
                <a:close/>
              </a:path>
            </a:pathLst>
          </a:custGeom>
          <a:gradFill>
            <a:gsLst>
              <a:gs pos="0">
                <a:schemeClr val="dk2"/>
              </a:gs>
              <a:gs pos="100000">
                <a:schemeClr val="l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52"/>
          <p:cNvSpPr/>
          <p:nvPr/>
        </p:nvSpPr>
        <p:spPr>
          <a:xfrm flipH="1">
            <a:off x="459561" y="3813015"/>
            <a:ext cx="1089952" cy="1058096"/>
          </a:xfrm>
          <a:custGeom>
            <a:avLst/>
            <a:gdLst/>
            <a:ahLst/>
            <a:cxnLst/>
            <a:rect l="l" t="t" r="r" b="b"/>
            <a:pathLst>
              <a:path w="16581" h="16097" extrusionOk="0">
                <a:moveTo>
                  <a:pt x="11070" y="0"/>
                </a:moveTo>
                <a:cubicBezTo>
                  <a:pt x="9740" y="0"/>
                  <a:pt x="8400" y="676"/>
                  <a:pt x="7735" y="1826"/>
                </a:cubicBezTo>
                <a:cubicBezTo>
                  <a:pt x="7355" y="2483"/>
                  <a:pt x="7142" y="3329"/>
                  <a:pt x="6458" y="3660"/>
                </a:cubicBezTo>
                <a:cubicBezTo>
                  <a:pt x="6211" y="3782"/>
                  <a:pt x="5940" y="3814"/>
                  <a:pt x="5663" y="3814"/>
                </a:cubicBezTo>
                <a:cubicBezTo>
                  <a:pt x="5404" y="3814"/>
                  <a:pt x="5138" y="3786"/>
                  <a:pt x="4881" y="3777"/>
                </a:cubicBezTo>
                <a:cubicBezTo>
                  <a:pt x="4835" y="3775"/>
                  <a:pt x="4788" y="3775"/>
                  <a:pt x="4742" y="3775"/>
                </a:cubicBezTo>
                <a:cubicBezTo>
                  <a:pt x="3337" y="3775"/>
                  <a:pt x="1932" y="4435"/>
                  <a:pt x="1090" y="5556"/>
                </a:cubicBezTo>
                <a:cubicBezTo>
                  <a:pt x="222" y="6717"/>
                  <a:pt x="0" y="8352"/>
                  <a:pt x="593" y="9677"/>
                </a:cubicBezTo>
                <a:cubicBezTo>
                  <a:pt x="942" y="10457"/>
                  <a:pt x="1575" y="11104"/>
                  <a:pt x="2332" y="11500"/>
                </a:cubicBezTo>
                <a:cubicBezTo>
                  <a:pt x="2936" y="11814"/>
                  <a:pt x="3505" y="11874"/>
                  <a:pt x="4116" y="11874"/>
                </a:cubicBezTo>
                <a:cubicBezTo>
                  <a:pt x="4374" y="11874"/>
                  <a:pt x="4639" y="11863"/>
                  <a:pt x="4917" y="11856"/>
                </a:cubicBezTo>
                <a:cubicBezTo>
                  <a:pt x="4953" y="11855"/>
                  <a:pt x="4988" y="11855"/>
                  <a:pt x="5024" y="11855"/>
                </a:cubicBezTo>
                <a:cubicBezTo>
                  <a:pt x="5393" y="11855"/>
                  <a:pt x="5771" y="11914"/>
                  <a:pt x="6077" y="12118"/>
                </a:cubicBezTo>
                <a:cubicBezTo>
                  <a:pt x="6454" y="12366"/>
                  <a:pt x="6671" y="12795"/>
                  <a:pt x="6810" y="13224"/>
                </a:cubicBezTo>
                <a:cubicBezTo>
                  <a:pt x="7005" y="13822"/>
                  <a:pt x="7123" y="14447"/>
                  <a:pt x="7448" y="14997"/>
                </a:cubicBezTo>
                <a:cubicBezTo>
                  <a:pt x="7889" y="15741"/>
                  <a:pt x="8785" y="16096"/>
                  <a:pt x="9628" y="16096"/>
                </a:cubicBezTo>
                <a:cubicBezTo>
                  <a:pt x="9676" y="16096"/>
                  <a:pt x="9723" y="16095"/>
                  <a:pt x="9770" y="16093"/>
                </a:cubicBezTo>
                <a:cubicBezTo>
                  <a:pt x="10808" y="16040"/>
                  <a:pt x="11781" y="15500"/>
                  <a:pt x="12584" y="14873"/>
                </a:cubicBezTo>
                <a:cubicBezTo>
                  <a:pt x="14828" y="13122"/>
                  <a:pt x="16524" y="10459"/>
                  <a:pt x="16570" y="7555"/>
                </a:cubicBezTo>
                <a:cubicBezTo>
                  <a:pt x="16580" y="6869"/>
                  <a:pt x="16521" y="6180"/>
                  <a:pt x="16412" y="5503"/>
                </a:cubicBezTo>
                <a:cubicBezTo>
                  <a:pt x="16194" y="4150"/>
                  <a:pt x="15670" y="2824"/>
                  <a:pt x="14769" y="1795"/>
                </a:cubicBezTo>
                <a:cubicBezTo>
                  <a:pt x="13867" y="763"/>
                  <a:pt x="12566" y="48"/>
                  <a:pt x="11198" y="2"/>
                </a:cubicBezTo>
                <a:cubicBezTo>
                  <a:pt x="11155" y="1"/>
                  <a:pt x="11113" y="0"/>
                  <a:pt x="110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7" name="Google Shape;967;p52"/>
          <p:cNvGrpSpPr/>
          <p:nvPr/>
        </p:nvGrpSpPr>
        <p:grpSpPr>
          <a:xfrm rot="-3848460" flipH="1">
            <a:off x="334142" y="3072446"/>
            <a:ext cx="654178" cy="1442918"/>
            <a:chOff x="1768957" y="2795221"/>
            <a:chExt cx="905793" cy="1997906"/>
          </a:xfrm>
        </p:grpSpPr>
        <p:sp>
          <p:nvSpPr>
            <p:cNvPr id="968" name="Google Shape;968;p52"/>
            <p:cNvSpPr/>
            <p:nvPr/>
          </p:nvSpPr>
          <p:spPr>
            <a:xfrm>
              <a:off x="1768957" y="2795221"/>
              <a:ext cx="905793" cy="1669328"/>
            </a:xfrm>
            <a:custGeom>
              <a:avLst/>
              <a:gdLst/>
              <a:ahLst/>
              <a:cxnLst/>
              <a:rect l="l" t="t" r="r" b="b"/>
              <a:pathLst>
                <a:path w="12951" h="23868" extrusionOk="0">
                  <a:moveTo>
                    <a:pt x="4093" y="0"/>
                  </a:moveTo>
                  <a:cubicBezTo>
                    <a:pt x="4051" y="0"/>
                    <a:pt x="4010" y="4"/>
                    <a:pt x="3970" y="10"/>
                  </a:cubicBezTo>
                  <a:cubicBezTo>
                    <a:pt x="3715" y="50"/>
                    <a:pt x="3483" y="212"/>
                    <a:pt x="3378" y="484"/>
                  </a:cubicBezTo>
                  <a:cubicBezTo>
                    <a:pt x="2458" y="2843"/>
                    <a:pt x="2557" y="5615"/>
                    <a:pt x="3692" y="7935"/>
                  </a:cubicBezTo>
                  <a:cubicBezTo>
                    <a:pt x="3176" y="7580"/>
                    <a:pt x="2660" y="7221"/>
                    <a:pt x="2144" y="6865"/>
                  </a:cubicBezTo>
                  <a:cubicBezTo>
                    <a:pt x="1998" y="6763"/>
                    <a:pt x="1833" y="6658"/>
                    <a:pt x="1661" y="6658"/>
                  </a:cubicBezTo>
                  <a:cubicBezTo>
                    <a:pt x="1574" y="6658"/>
                    <a:pt x="1486" y="6685"/>
                    <a:pt x="1396" y="6753"/>
                  </a:cubicBezTo>
                  <a:cubicBezTo>
                    <a:pt x="1389" y="6759"/>
                    <a:pt x="1382" y="6765"/>
                    <a:pt x="1375" y="6770"/>
                  </a:cubicBezTo>
                  <a:cubicBezTo>
                    <a:pt x="1270" y="6859"/>
                    <a:pt x="1204" y="6986"/>
                    <a:pt x="1183" y="7119"/>
                  </a:cubicBezTo>
                  <a:cubicBezTo>
                    <a:pt x="1175" y="7163"/>
                    <a:pt x="1172" y="7207"/>
                    <a:pt x="1175" y="7250"/>
                  </a:cubicBezTo>
                  <a:cubicBezTo>
                    <a:pt x="1252" y="9081"/>
                    <a:pt x="1953" y="10892"/>
                    <a:pt x="3125" y="12330"/>
                  </a:cubicBezTo>
                  <a:cubicBezTo>
                    <a:pt x="2637" y="11751"/>
                    <a:pt x="1994" y="11301"/>
                    <a:pt x="1286" y="11039"/>
                  </a:cubicBezTo>
                  <a:cubicBezTo>
                    <a:pt x="1172" y="10997"/>
                    <a:pt x="1050" y="10960"/>
                    <a:pt x="931" y="10960"/>
                  </a:cubicBezTo>
                  <a:cubicBezTo>
                    <a:pt x="846" y="10960"/>
                    <a:pt x="761" y="10979"/>
                    <a:pt x="682" y="11030"/>
                  </a:cubicBezTo>
                  <a:cubicBezTo>
                    <a:pt x="645" y="11056"/>
                    <a:pt x="610" y="11087"/>
                    <a:pt x="575" y="11126"/>
                  </a:cubicBezTo>
                  <a:cubicBezTo>
                    <a:pt x="524" y="11187"/>
                    <a:pt x="486" y="11256"/>
                    <a:pt x="460" y="11328"/>
                  </a:cubicBezTo>
                  <a:cubicBezTo>
                    <a:pt x="406" y="11493"/>
                    <a:pt x="414" y="11676"/>
                    <a:pt x="482" y="11843"/>
                  </a:cubicBezTo>
                  <a:cubicBezTo>
                    <a:pt x="1255" y="13714"/>
                    <a:pt x="2376" y="15449"/>
                    <a:pt x="3772" y="16930"/>
                  </a:cubicBezTo>
                  <a:cubicBezTo>
                    <a:pt x="3134" y="16295"/>
                    <a:pt x="2341" y="15817"/>
                    <a:pt x="1485" y="15548"/>
                  </a:cubicBezTo>
                  <a:cubicBezTo>
                    <a:pt x="1304" y="15490"/>
                    <a:pt x="1098" y="15456"/>
                    <a:pt x="898" y="15456"/>
                  </a:cubicBezTo>
                  <a:cubicBezTo>
                    <a:pt x="756" y="15456"/>
                    <a:pt x="617" y="15473"/>
                    <a:pt x="492" y="15511"/>
                  </a:cubicBezTo>
                  <a:cubicBezTo>
                    <a:pt x="358" y="15550"/>
                    <a:pt x="245" y="15613"/>
                    <a:pt x="159" y="15700"/>
                  </a:cubicBezTo>
                  <a:cubicBezTo>
                    <a:pt x="59" y="15802"/>
                    <a:pt x="1" y="15940"/>
                    <a:pt x="1" y="16119"/>
                  </a:cubicBezTo>
                  <a:cubicBezTo>
                    <a:pt x="2" y="16254"/>
                    <a:pt x="41" y="16386"/>
                    <a:pt x="102" y="16507"/>
                  </a:cubicBezTo>
                  <a:cubicBezTo>
                    <a:pt x="1424" y="19059"/>
                    <a:pt x="3330" y="21338"/>
                    <a:pt x="5627" y="23088"/>
                  </a:cubicBezTo>
                  <a:cubicBezTo>
                    <a:pt x="6341" y="23630"/>
                    <a:pt x="6977" y="23867"/>
                    <a:pt x="7561" y="23867"/>
                  </a:cubicBezTo>
                  <a:cubicBezTo>
                    <a:pt x="7773" y="23867"/>
                    <a:pt x="7979" y="23836"/>
                    <a:pt x="8179" y="23777"/>
                  </a:cubicBezTo>
                  <a:cubicBezTo>
                    <a:pt x="8347" y="23727"/>
                    <a:pt x="8513" y="23656"/>
                    <a:pt x="8675" y="23569"/>
                  </a:cubicBezTo>
                  <a:cubicBezTo>
                    <a:pt x="9355" y="23198"/>
                    <a:pt x="9979" y="22510"/>
                    <a:pt x="10601" y="21655"/>
                  </a:cubicBezTo>
                  <a:cubicBezTo>
                    <a:pt x="11633" y="20233"/>
                    <a:pt x="12684" y="18727"/>
                    <a:pt x="12903" y="16969"/>
                  </a:cubicBezTo>
                  <a:cubicBezTo>
                    <a:pt x="12951" y="16568"/>
                    <a:pt x="12949" y="16133"/>
                    <a:pt x="12731" y="15785"/>
                  </a:cubicBezTo>
                  <a:cubicBezTo>
                    <a:pt x="12705" y="15738"/>
                    <a:pt x="12671" y="15696"/>
                    <a:pt x="12636" y="15657"/>
                  </a:cubicBezTo>
                  <a:cubicBezTo>
                    <a:pt x="12546" y="15549"/>
                    <a:pt x="12433" y="15463"/>
                    <a:pt x="12309" y="15396"/>
                  </a:cubicBezTo>
                  <a:cubicBezTo>
                    <a:pt x="12094" y="15280"/>
                    <a:pt x="11842" y="15224"/>
                    <a:pt x="11587" y="15224"/>
                  </a:cubicBezTo>
                  <a:cubicBezTo>
                    <a:pt x="11360" y="15224"/>
                    <a:pt x="11131" y="15268"/>
                    <a:pt x="10927" y="15354"/>
                  </a:cubicBezTo>
                  <a:cubicBezTo>
                    <a:pt x="10315" y="15610"/>
                    <a:pt x="9871" y="16139"/>
                    <a:pt x="9451" y="16650"/>
                  </a:cubicBezTo>
                  <a:cubicBezTo>
                    <a:pt x="10403" y="14767"/>
                    <a:pt x="11194" y="12801"/>
                    <a:pt x="11814" y="10779"/>
                  </a:cubicBezTo>
                  <a:cubicBezTo>
                    <a:pt x="11921" y="10427"/>
                    <a:pt x="12021" y="10047"/>
                    <a:pt x="11891" y="9700"/>
                  </a:cubicBezTo>
                  <a:cubicBezTo>
                    <a:pt x="11796" y="9453"/>
                    <a:pt x="11600" y="9278"/>
                    <a:pt x="11360" y="9179"/>
                  </a:cubicBezTo>
                  <a:cubicBezTo>
                    <a:pt x="11232" y="9126"/>
                    <a:pt x="11094" y="9094"/>
                    <a:pt x="10951" y="9082"/>
                  </a:cubicBezTo>
                  <a:cubicBezTo>
                    <a:pt x="10913" y="9079"/>
                    <a:pt x="10875" y="9077"/>
                    <a:pt x="10836" y="9077"/>
                  </a:cubicBezTo>
                  <a:cubicBezTo>
                    <a:pt x="10623" y="9077"/>
                    <a:pt x="10408" y="9125"/>
                    <a:pt x="10223" y="9219"/>
                  </a:cubicBezTo>
                  <a:cubicBezTo>
                    <a:pt x="9649" y="9510"/>
                    <a:pt x="9303" y="10095"/>
                    <a:pt x="8983" y="10651"/>
                  </a:cubicBezTo>
                  <a:cubicBezTo>
                    <a:pt x="9189" y="9126"/>
                    <a:pt x="9397" y="7603"/>
                    <a:pt x="9604" y="6078"/>
                  </a:cubicBezTo>
                  <a:cubicBezTo>
                    <a:pt x="9676" y="5535"/>
                    <a:pt x="9726" y="4908"/>
                    <a:pt x="9346" y="4496"/>
                  </a:cubicBezTo>
                  <a:cubicBezTo>
                    <a:pt x="9255" y="4401"/>
                    <a:pt x="9151" y="4331"/>
                    <a:pt x="9035" y="4284"/>
                  </a:cubicBezTo>
                  <a:cubicBezTo>
                    <a:pt x="8919" y="4232"/>
                    <a:pt x="8789" y="4204"/>
                    <a:pt x="8660" y="4198"/>
                  </a:cubicBezTo>
                  <a:cubicBezTo>
                    <a:pt x="8642" y="4198"/>
                    <a:pt x="8624" y="4197"/>
                    <a:pt x="8605" y="4197"/>
                  </a:cubicBezTo>
                  <a:cubicBezTo>
                    <a:pt x="8189" y="4197"/>
                    <a:pt x="7747" y="4402"/>
                    <a:pt x="7485" y="4732"/>
                  </a:cubicBezTo>
                  <a:cubicBezTo>
                    <a:pt x="7046" y="5280"/>
                    <a:pt x="6966" y="6027"/>
                    <a:pt x="6904" y="6731"/>
                  </a:cubicBezTo>
                  <a:cubicBezTo>
                    <a:pt x="6507" y="4514"/>
                    <a:pt x="6040" y="2163"/>
                    <a:pt x="4755" y="344"/>
                  </a:cubicBezTo>
                  <a:cubicBezTo>
                    <a:pt x="4640" y="183"/>
                    <a:pt x="4486" y="80"/>
                    <a:pt x="4319" y="32"/>
                  </a:cubicBezTo>
                  <a:cubicBezTo>
                    <a:pt x="4244" y="11"/>
                    <a:pt x="4168" y="0"/>
                    <a:pt x="40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52"/>
            <p:cNvSpPr/>
            <p:nvPr/>
          </p:nvSpPr>
          <p:spPr>
            <a:xfrm>
              <a:off x="1780217" y="2795221"/>
              <a:ext cx="872571" cy="1997906"/>
            </a:xfrm>
            <a:custGeom>
              <a:avLst/>
              <a:gdLst/>
              <a:ahLst/>
              <a:cxnLst/>
              <a:rect l="l" t="t" r="r" b="b"/>
              <a:pathLst>
                <a:path w="12476" h="28566" extrusionOk="0">
                  <a:moveTo>
                    <a:pt x="3935" y="0"/>
                  </a:moveTo>
                  <a:cubicBezTo>
                    <a:pt x="3893" y="0"/>
                    <a:pt x="3852" y="4"/>
                    <a:pt x="3812" y="10"/>
                  </a:cubicBezTo>
                  <a:cubicBezTo>
                    <a:pt x="3999" y="3223"/>
                    <a:pt x="4390" y="6435"/>
                    <a:pt x="4877" y="9620"/>
                  </a:cubicBezTo>
                  <a:cubicBezTo>
                    <a:pt x="4999" y="10408"/>
                    <a:pt x="5127" y="11195"/>
                    <a:pt x="5268" y="11980"/>
                  </a:cubicBezTo>
                  <a:cubicBezTo>
                    <a:pt x="4334" y="10936"/>
                    <a:pt x="3425" y="9879"/>
                    <a:pt x="2596" y="8748"/>
                  </a:cubicBezTo>
                  <a:cubicBezTo>
                    <a:pt x="2129" y="8111"/>
                    <a:pt x="1670" y="7468"/>
                    <a:pt x="1238" y="6805"/>
                  </a:cubicBezTo>
                  <a:cubicBezTo>
                    <a:pt x="1231" y="6792"/>
                    <a:pt x="1224" y="6782"/>
                    <a:pt x="1216" y="6770"/>
                  </a:cubicBezTo>
                  <a:cubicBezTo>
                    <a:pt x="1112" y="6859"/>
                    <a:pt x="1046" y="6986"/>
                    <a:pt x="1025" y="7119"/>
                  </a:cubicBezTo>
                  <a:cubicBezTo>
                    <a:pt x="1403" y="7737"/>
                    <a:pt x="1797" y="8348"/>
                    <a:pt x="2223" y="8935"/>
                  </a:cubicBezTo>
                  <a:cubicBezTo>
                    <a:pt x="3156" y="10228"/>
                    <a:pt x="4171" y="11481"/>
                    <a:pt x="5312" y="12601"/>
                  </a:cubicBezTo>
                  <a:cubicBezTo>
                    <a:pt x="5335" y="12622"/>
                    <a:pt x="5362" y="12638"/>
                    <a:pt x="5388" y="12650"/>
                  </a:cubicBezTo>
                  <a:cubicBezTo>
                    <a:pt x="5620" y="13915"/>
                    <a:pt x="5878" y="15175"/>
                    <a:pt x="6155" y="16433"/>
                  </a:cubicBezTo>
                  <a:cubicBezTo>
                    <a:pt x="4046" y="14896"/>
                    <a:pt x="2163" y="13058"/>
                    <a:pt x="523" y="11030"/>
                  </a:cubicBezTo>
                  <a:cubicBezTo>
                    <a:pt x="485" y="11056"/>
                    <a:pt x="450" y="11087"/>
                    <a:pt x="415" y="11126"/>
                  </a:cubicBezTo>
                  <a:cubicBezTo>
                    <a:pt x="364" y="11187"/>
                    <a:pt x="327" y="11256"/>
                    <a:pt x="302" y="11328"/>
                  </a:cubicBezTo>
                  <a:cubicBezTo>
                    <a:pt x="405" y="11471"/>
                    <a:pt x="513" y="11612"/>
                    <a:pt x="622" y="11751"/>
                  </a:cubicBezTo>
                  <a:cubicBezTo>
                    <a:pt x="1161" y="12441"/>
                    <a:pt x="1743" y="13096"/>
                    <a:pt x="2353" y="13724"/>
                  </a:cubicBezTo>
                  <a:cubicBezTo>
                    <a:pt x="3556" y="14957"/>
                    <a:pt x="4876" y="16070"/>
                    <a:pt x="6295" y="17048"/>
                  </a:cubicBezTo>
                  <a:cubicBezTo>
                    <a:pt x="6644" y="18583"/>
                    <a:pt x="7023" y="20116"/>
                    <a:pt x="7435" y="21637"/>
                  </a:cubicBezTo>
                  <a:cubicBezTo>
                    <a:pt x="6003" y="20734"/>
                    <a:pt x="4637" y="19723"/>
                    <a:pt x="3370" y="18598"/>
                  </a:cubicBezTo>
                  <a:cubicBezTo>
                    <a:pt x="2284" y="17637"/>
                    <a:pt x="1295" y="16589"/>
                    <a:pt x="334" y="15508"/>
                  </a:cubicBezTo>
                  <a:cubicBezTo>
                    <a:pt x="202" y="15549"/>
                    <a:pt x="87" y="15610"/>
                    <a:pt x="1" y="15697"/>
                  </a:cubicBezTo>
                  <a:cubicBezTo>
                    <a:pt x="914" y="16869"/>
                    <a:pt x="1967" y="17936"/>
                    <a:pt x="3072" y="18929"/>
                  </a:cubicBezTo>
                  <a:cubicBezTo>
                    <a:pt x="4469" y="20183"/>
                    <a:pt x="5984" y="21302"/>
                    <a:pt x="7601" y="22253"/>
                  </a:cubicBezTo>
                  <a:cubicBezTo>
                    <a:pt x="7736" y="22760"/>
                    <a:pt x="7877" y="23269"/>
                    <a:pt x="8019" y="23777"/>
                  </a:cubicBezTo>
                  <a:cubicBezTo>
                    <a:pt x="8461" y="25347"/>
                    <a:pt x="8940" y="26911"/>
                    <a:pt x="9512" y="28438"/>
                  </a:cubicBezTo>
                  <a:cubicBezTo>
                    <a:pt x="9546" y="28528"/>
                    <a:pt x="9624" y="28566"/>
                    <a:pt x="9704" y="28566"/>
                  </a:cubicBezTo>
                  <a:cubicBezTo>
                    <a:pt x="9842" y="28566"/>
                    <a:pt x="9989" y="28454"/>
                    <a:pt x="9943" y="28295"/>
                  </a:cubicBezTo>
                  <a:cubicBezTo>
                    <a:pt x="9480" y="26716"/>
                    <a:pt x="8977" y="25148"/>
                    <a:pt x="8514" y="23569"/>
                  </a:cubicBezTo>
                  <a:cubicBezTo>
                    <a:pt x="8394" y="23165"/>
                    <a:pt x="8279" y="22760"/>
                    <a:pt x="8168" y="22355"/>
                  </a:cubicBezTo>
                  <a:cubicBezTo>
                    <a:pt x="8141" y="22260"/>
                    <a:pt x="8114" y="22164"/>
                    <a:pt x="8089" y="22067"/>
                  </a:cubicBezTo>
                  <a:cubicBezTo>
                    <a:pt x="9145" y="20468"/>
                    <a:pt x="10254" y="18903"/>
                    <a:pt x="11334" y="17323"/>
                  </a:cubicBezTo>
                  <a:cubicBezTo>
                    <a:pt x="11715" y="16766"/>
                    <a:pt x="12096" y="16213"/>
                    <a:pt x="12475" y="15658"/>
                  </a:cubicBezTo>
                  <a:cubicBezTo>
                    <a:pt x="12385" y="15550"/>
                    <a:pt x="12272" y="15465"/>
                    <a:pt x="12148" y="15398"/>
                  </a:cubicBezTo>
                  <a:cubicBezTo>
                    <a:pt x="11753" y="15978"/>
                    <a:pt x="11346" y="16554"/>
                    <a:pt x="10947" y="17134"/>
                  </a:cubicBezTo>
                  <a:cubicBezTo>
                    <a:pt x="9944" y="18595"/>
                    <a:pt x="8961" y="20071"/>
                    <a:pt x="7939" y="21519"/>
                  </a:cubicBezTo>
                  <a:cubicBezTo>
                    <a:pt x="7518" y="19938"/>
                    <a:pt x="7125" y="18349"/>
                    <a:pt x="6767" y="16756"/>
                  </a:cubicBezTo>
                  <a:cubicBezTo>
                    <a:pt x="7660" y="15193"/>
                    <a:pt x="8579" y="13644"/>
                    <a:pt x="9488" y="12092"/>
                  </a:cubicBezTo>
                  <a:cubicBezTo>
                    <a:pt x="9967" y="11275"/>
                    <a:pt x="10447" y="10455"/>
                    <a:pt x="10927" y="9635"/>
                  </a:cubicBezTo>
                  <a:cubicBezTo>
                    <a:pt x="11017" y="9482"/>
                    <a:pt x="11107" y="9332"/>
                    <a:pt x="11199" y="9181"/>
                  </a:cubicBezTo>
                  <a:cubicBezTo>
                    <a:pt x="11071" y="9129"/>
                    <a:pt x="10933" y="9095"/>
                    <a:pt x="10792" y="9085"/>
                  </a:cubicBezTo>
                  <a:cubicBezTo>
                    <a:pt x="10726" y="9197"/>
                    <a:pt x="10662" y="9307"/>
                    <a:pt x="10597" y="9419"/>
                  </a:cubicBezTo>
                  <a:lnTo>
                    <a:pt x="9153" y="11872"/>
                  </a:lnTo>
                  <a:cubicBezTo>
                    <a:pt x="8314" y="13298"/>
                    <a:pt x="7484" y="14730"/>
                    <a:pt x="6634" y="16151"/>
                  </a:cubicBezTo>
                  <a:cubicBezTo>
                    <a:pt x="6336" y="14799"/>
                    <a:pt x="6059" y="13439"/>
                    <a:pt x="5806" y="12077"/>
                  </a:cubicBezTo>
                  <a:cubicBezTo>
                    <a:pt x="6417" y="10425"/>
                    <a:pt x="7096" y="8796"/>
                    <a:pt x="7746" y="7163"/>
                  </a:cubicBezTo>
                  <a:lnTo>
                    <a:pt x="8783" y="4526"/>
                  </a:lnTo>
                  <a:cubicBezTo>
                    <a:pt x="8815" y="4447"/>
                    <a:pt x="8845" y="4367"/>
                    <a:pt x="8877" y="4287"/>
                  </a:cubicBezTo>
                  <a:cubicBezTo>
                    <a:pt x="8761" y="4233"/>
                    <a:pt x="8633" y="4207"/>
                    <a:pt x="8503" y="4201"/>
                  </a:cubicBezTo>
                  <a:cubicBezTo>
                    <a:pt x="8477" y="4268"/>
                    <a:pt x="8453" y="4338"/>
                    <a:pt x="8425" y="4405"/>
                  </a:cubicBezTo>
                  <a:cubicBezTo>
                    <a:pt x="8080" y="5284"/>
                    <a:pt x="7736" y="6163"/>
                    <a:pt x="7391" y="7042"/>
                  </a:cubicBezTo>
                  <a:cubicBezTo>
                    <a:pt x="6820" y="8496"/>
                    <a:pt x="6273" y="9965"/>
                    <a:pt x="5684" y="11411"/>
                  </a:cubicBezTo>
                  <a:cubicBezTo>
                    <a:pt x="5255" y="9034"/>
                    <a:pt x="4893" y="6644"/>
                    <a:pt x="4605" y="4252"/>
                  </a:cubicBezTo>
                  <a:cubicBezTo>
                    <a:pt x="4435" y="2848"/>
                    <a:pt x="4293" y="1440"/>
                    <a:pt x="4162" y="32"/>
                  </a:cubicBezTo>
                  <a:cubicBezTo>
                    <a:pt x="4088" y="11"/>
                    <a:pt x="4011" y="0"/>
                    <a:pt x="393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52"/>
            <p:cNvSpPr/>
            <p:nvPr/>
          </p:nvSpPr>
          <p:spPr>
            <a:xfrm>
              <a:off x="1996263" y="3080228"/>
              <a:ext cx="603442" cy="1313054"/>
            </a:xfrm>
            <a:custGeom>
              <a:avLst/>
              <a:gdLst/>
              <a:ahLst/>
              <a:cxnLst/>
              <a:rect l="l" t="t" r="r" b="b"/>
              <a:pathLst>
                <a:path w="8628" h="18774" extrusionOk="0">
                  <a:moveTo>
                    <a:pt x="2201" y="1"/>
                  </a:moveTo>
                  <a:cubicBezTo>
                    <a:pt x="2146" y="1"/>
                    <a:pt x="2092" y="19"/>
                    <a:pt x="2050" y="61"/>
                  </a:cubicBezTo>
                  <a:cubicBezTo>
                    <a:pt x="1954" y="158"/>
                    <a:pt x="1921" y="302"/>
                    <a:pt x="1890" y="433"/>
                  </a:cubicBezTo>
                  <a:cubicBezTo>
                    <a:pt x="1860" y="560"/>
                    <a:pt x="1926" y="711"/>
                    <a:pt x="2065" y="747"/>
                  </a:cubicBezTo>
                  <a:cubicBezTo>
                    <a:pt x="2089" y="753"/>
                    <a:pt x="2113" y="756"/>
                    <a:pt x="2136" y="756"/>
                  </a:cubicBezTo>
                  <a:cubicBezTo>
                    <a:pt x="2246" y="756"/>
                    <a:pt x="2340" y="690"/>
                    <a:pt x="2377" y="580"/>
                  </a:cubicBezTo>
                  <a:cubicBezTo>
                    <a:pt x="2421" y="453"/>
                    <a:pt x="2469" y="312"/>
                    <a:pt x="2437" y="179"/>
                  </a:cubicBezTo>
                  <a:cubicBezTo>
                    <a:pt x="2413" y="69"/>
                    <a:pt x="2306" y="1"/>
                    <a:pt x="2201" y="1"/>
                  </a:cubicBezTo>
                  <a:close/>
                  <a:moveTo>
                    <a:pt x="2588" y="875"/>
                  </a:moveTo>
                  <a:cubicBezTo>
                    <a:pt x="2536" y="875"/>
                    <a:pt x="2487" y="892"/>
                    <a:pt x="2454" y="932"/>
                  </a:cubicBezTo>
                  <a:cubicBezTo>
                    <a:pt x="2405" y="990"/>
                    <a:pt x="2367" y="1044"/>
                    <a:pt x="2352" y="1122"/>
                  </a:cubicBezTo>
                  <a:cubicBezTo>
                    <a:pt x="2338" y="1196"/>
                    <a:pt x="2347" y="1260"/>
                    <a:pt x="2360" y="1333"/>
                  </a:cubicBezTo>
                  <a:cubicBezTo>
                    <a:pt x="2374" y="1424"/>
                    <a:pt x="2471" y="1484"/>
                    <a:pt x="2562" y="1484"/>
                  </a:cubicBezTo>
                  <a:cubicBezTo>
                    <a:pt x="2608" y="1484"/>
                    <a:pt x="2653" y="1468"/>
                    <a:pt x="2684" y="1433"/>
                  </a:cubicBezTo>
                  <a:cubicBezTo>
                    <a:pt x="2732" y="1378"/>
                    <a:pt x="2774" y="1329"/>
                    <a:pt x="2800" y="1259"/>
                  </a:cubicBezTo>
                  <a:cubicBezTo>
                    <a:pt x="2826" y="1188"/>
                    <a:pt x="2822" y="1118"/>
                    <a:pt x="2813" y="1042"/>
                  </a:cubicBezTo>
                  <a:cubicBezTo>
                    <a:pt x="2799" y="941"/>
                    <a:pt x="2689" y="875"/>
                    <a:pt x="2588" y="875"/>
                  </a:cubicBezTo>
                  <a:close/>
                  <a:moveTo>
                    <a:pt x="294" y="4232"/>
                  </a:moveTo>
                  <a:cubicBezTo>
                    <a:pt x="281" y="4232"/>
                    <a:pt x="268" y="4233"/>
                    <a:pt x="256" y="4235"/>
                  </a:cubicBezTo>
                  <a:cubicBezTo>
                    <a:pt x="144" y="4257"/>
                    <a:pt x="70" y="4388"/>
                    <a:pt x="36" y="4489"/>
                  </a:cubicBezTo>
                  <a:cubicBezTo>
                    <a:pt x="0" y="4612"/>
                    <a:pt x="4" y="4737"/>
                    <a:pt x="80" y="4846"/>
                  </a:cubicBezTo>
                  <a:cubicBezTo>
                    <a:pt x="129" y="4916"/>
                    <a:pt x="200" y="4951"/>
                    <a:pt x="268" y="4951"/>
                  </a:cubicBezTo>
                  <a:cubicBezTo>
                    <a:pt x="348" y="4951"/>
                    <a:pt x="425" y="4903"/>
                    <a:pt x="462" y="4809"/>
                  </a:cubicBezTo>
                  <a:cubicBezTo>
                    <a:pt x="494" y="4724"/>
                    <a:pt x="499" y="4642"/>
                    <a:pt x="491" y="4552"/>
                  </a:cubicBezTo>
                  <a:cubicBezTo>
                    <a:pt x="486" y="4473"/>
                    <a:pt x="486" y="4366"/>
                    <a:pt x="420" y="4284"/>
                  </a:cubicBezTo>
                  <a:cubicBezTo>
                    <a:pt x="391" y="4247"/>
                    <a:pt x="342" y="4232"/>
                    <a:pt x="294" y="4232"/>
                  </a:cubicBezTo>
                  <a:close/>
                  <a:moveTo>
                    <a:pt x="997" y="4640"/>
                  </a:moveTo>
                  <a:cubicBezTo>
                    <a:pt x="954" y="4640"/>
                    <a:pt x="912" y="4655"/>
                    <a:pt x="877" y="4693"/>
                  </a:cubicBezTo>
                  <a:cubicBezTo>
                    <a:pt x="851" y="4721"/>
                    <a:pt x="826" y="4748"/>
                    <a:pt x="808" y="4780"/>
                  </a:cubicBezTo>
                  <a:cubicBezTo>
                    <a:pt x="800" y="4799"/>
                    <a:pt x="792" y="4818"/>
                    <a:pt x="784" y="4837"/>
                  </a:cubicBezTo>
                  <a:cubicBezTo>
                    <a:pt x="782" y="4840"/>
                    <a:pt x="782" y="4843"/>
                    <a:pt x="779" y="4846"/>
                  </a:cubicBezTo>
                  <a:cubicBezTo>
                    <a:pt x="765" y="4876"/>
                    <a:pt x="750" y="4905"/>
                    <a:pt x="740" y="4937"/>
                  </a:cubicBezTo>
                  <a:cubicBezTo>
                    <a:pt x="737" y="4944"/>
                    <a:pt x="716" y="4994"/>
                    <a:pt x="718" y="4994"/>
                  </a:cubicBezTo>
                  <a:cubicBezTo>
                    <a:pt x="719" y="4994"/>
                    <a:pt x="721" y="4990"/>
                    <a:pt x="726" y="4981"/>
                  </a:cubicBezTo>
                  <a:lnTo>
                    <a:pt x="726" y="4981"/>
                  </a:lnTo>
                  <a:cubicBezTo>
                    <a:pt x="676" y="5083"/>
                    <a:pt x="685" y="5195"/>
                    <a:pt x="779" y="5273"/>
                  </a:cubicBezTo>
                  <a:cubicBezTo>
                    <a:pt x="821" y="5308"/>
                    <a:pt x="873" y="5325"/>
                    <a:pt x="924" y="5325"/>
                  </a:cubicBezTo>
                  <a:cubicBezTo>
                    <a:pt x="979" y="5325"/>
                    <a:pt x="1034" y="5306"/>
                    <a:pt x="1076" y="5267"/>
                  </a:cubicBezTo>
                  <a:cubicBezTo>
                    <a:pt x="1211" y="5145"/>
                    <a:pt x="1309" y="4913"/>
                    <a:pt x="1186" y="4745"/>
                  </a:cubicBezTo>
                  <a:cubicBezTo>
                    <a:pt x="1143" y="4685"/>
                    <a:pt x="1069" y="4640"/>
                    <a:pt x="997" y="4640"/>
                  </a:cubicBezTo>
                  <a:close/>
                  <a:moveTo>
                    <a:pt x="4407" y="5937"/>
                  </a:moveTo>
                  <a:cubicBezTo>
                    <a:pt x="4337" y="5937"/>
                    <a:pt x="4267" y="5969"/>
                    <a:pt x="4231" y="6029"/>
                  </a:cubicBezTo>
                  <a:cubicBezTo>
                    <a:pt x="4157" y="6150"/>
                    <a:pt x="4123" y="6285"/>
                    <a:pt x="4139" y="6430"/>
                  </a:cubicBezTo>
                  <a:cubicBezTo>
                    <a:pt x="4163" y="6618"/>
                    <a:pt x="4235" y="6752"/>
                    <a:pt x="4413" y="6832"/>
                  </a:cubicBezTo>
                  <a:cubicBezTo>
                    <a:pt x="4431" y="6840"/>
                    <a:pt x="4451" y="6844"/>
                    <a:pt x="4471" y="6844"/>
                  </a:cubicBezTo>
                  <a:cubicBezTo>
                    <a:pt x="4540" y="6844"/>
                    <a:pt x="4612" y="6799"/>
                    <a:pt x="4647" y="6747"/>
                  </a:cubicBezTo>
                  <a:cubicBezTo>
                    <a:pt x="4783" y="6539"/>
                    <a:pt x="4683" y="6256"/>
                    <a:pt x="4584" y="6044"/>
                  </a:cubicBezTo>
                  <a:cubicBezTo>
                    <a:pt x="4551" y="5971"/>
                    <a:pt x="4479" y="5937"/>
                    <a:pt x="4407" y="5937"/>
                  </a:cubicBezTo>
                  <a:close/>
                  <a:moveTo>
                    <a:pt x="4008" y="7243"/>
                  </a:moveTo>
                  <a:cubicBezTo>
                    <a:pt x="4008" y="7243"/>
                    <a:pt x="4009" y="7250"/>
                    <a:pt x="4011" y="7265"/>
                  </a:cubicBezTo>
                  <a:cubicBezTo>
                    <a:pt x="4012" y="7270"/>
                    <a:pt x="4013" y="7275"/>
                    <a:pt x="4013" y="7280"/>
                  </a:cubicBezTo>
                  <a:lnTo>
                    <a:pt x="4013" y="7280"/>
                  </a:lnTo>
                  <a:cubicBezTo>
                    <a:pt x="4013" y="7277"/>
                    <a:pt x="4012" y="7271"/>
                    <a:pt x="4011" y="7261"/>
                  </a:cubicBezTo>
                  <a:cubicBezTo>
                    <a:pt x="4009" y="7249"/>
                    <a:pt x="4008" y="7243"/>
                    <a:pt x="4008" y="7243"/>
                  </a:cubicBezTo>
                  <a:close/>
                  <a:moveTo>
                    <a:pt x="3776" y="6793"/>
                  </a:moveTo>
                  <a:cubicBezTo>
                    <a:pt x="3771" y="6793"/>
                    <a:pt x="3766" y="6793"/>
                    <a:pt x="3761" y="6794"/>
                  </a:cubicBezTo>
                  <a:cubicBezTo>
                    <a:pt x="3684" y="6801"/>
                    <a:pt x="3620" y="6810"/>
                    <a:pt x="3561" y="6865"/>
                  </a:cubicBezTo>
                  <a:cubicBezTo>
                    <a:pt x="3533" y="6890"/>
                    <a:pt x="3510" y="6922"/>
                    <a:pt x="3485" y="6951"/>
                  </a:cubicBezTo>
                  <a:cubicBezTo>
                    <a:pt x="3436" y="7018"/>
                    <a:pt x="3405" y="7093"/>
                    <a:pt x="3393" y="7178"/>
                  </a:cubicBezTo>
                  <a:cubicBezTo>
                    <a:pt x="3366" y="7365"/>
                    <a:pt x="3430" y="7570"/>
                    <a:pt x="3614" y="7660"/>
                  </a:cubicBezTo>
                  <a:cubicBezTo>
                    <a:pt x="3666" y="7685"/>
                    <a:pt x="3717" y="7701"/>
                    <a:pt x="3768" y="7701"/>
                  </a:cubicBezTo>
                  <a:cubicBezTo>
                    <a:pt x="3806" y="7701"/>
                    <a:pt x="3844" y="7692"/>
                    <a:pt x="3882" y="7672"/>
                  </a:cubicBezTo>
                  <a:cubicBezTo>
                    <a:pt x="3969" y="7627"/>
                    <a:pt x="4014" y="7541"/>
                    <a:pt x="4020" y="7445"/>
                  </a:cubicBezTo>
                  <a:lnTo>
                    <a:pt x="4020" y="7431"/>
                  </a:lnTo>
                  <a:lnTo>
                    <a:pt x="4020" y="7426"/>
                  </a:lnTo>
                  <a:cubicBezTo>
                    <a:pt x="4024" y="7396"/>
                    <a:pt x="4026" y="7374"/>
                    <a:pt x="4022" y="7345"/>
                  </a:cubicBezTo>
                  <a:cubicBezTo>
                    <a:pt x="4019" y="7322"/>
                    <a:pt x="4016" y="7302"/>
                    <a:pt x="4013" y="7280"/>
                  </a:cubicBezTo>
                  <a:lnTo>
                    <a:pt x="4013" y="7280"/>
                  </a:lnTo>
                  <a:cubicBezTo>
                    <a:pt x="4013" y="7281"/>
                    <a:pt x="4013" y="7281"/>
                    <a:pt x="4013" y="7281"/>
                  </a:cubicBezTo>
                  <a:cubicBezTo>
                    <a:pt x="4013" y="7281"/>
                    <a:pt x="4011" y="7267"/>
                    <a:pt x="4007" y="7239"/>
                  </a:cubicBezTo>
                  <a:lnTo>
                    <a:pt x="4007" y="7236"/>
                  </a:lnTo>
                  <a:cubicBezTo>
                    <a:pt x="4014" y="7227"/>
                    <a:pt x="4008" y="7166"/>
                    <a:pt x="4007" y="7147"/>
                  </a:cubicBezTo>
                  <a:cubicBezTo>
                    <a:pt x="4007" y="7144"/>
                    <a:pt x="4007" y="7144"/>
                    <a:pt x="4008" y="7143"/>
                  </a:cubicBezTo>
                  <a:cubicBezTo>
                    <a:pt x="4020" y="7091"/>
                    <a:pt x="4022" y="7041"/>
                    <a:pt x="4006" y="6989"/>
                  </a:cubicBezTo>
                  <a:cubicBezTo>
                    <a:pt x="3978" y="6897"/>
                    <a:pt x="3883" y="6793"/>
                    <a:pt x="3776" y="6793"/>
                  </a:cubicBezTo>
                  <a:close/>
                  <a:moveTo>
                    <a:pt x="4753" y="7270"/>
                  </a:moveTo>
                  <a:cubicBezTo>
                    <a:pt x="4694" y="7270"/>
                    <a:pt x="4635" y="7291"/>
                    <a:pt x="4596" y="7329"/>
                  </a:cubicBezTo>
                  <a:cubicBezTo>
                    <a:pt x="4507" y="7410"/>
                    <a:pt x="4487" y="7530"/>
                    <a:pt x="4471" y="7646"/>
                  </a:cubicBezTo>
                  <a:cubicBezTo>
                    <a:pt x="4456" y="7748"/>
                    <a:pt x="4453" y="7832"/>
                    <a:pt x="4475" y="7935"/>
                  </a:cubicBezTo>
                  <a:cubicBezTo>
                    <a:pt x="4498" y="8043"/>
                    <a:pt x="4613" y="8137"/>
                    <a:pt x="4724" y="8137"/>
                  </a:cubicBezTo>
                  <a:cubicBezTo>
                    <a:pt x="4725" y="8137"/>
                    <a:pt x="4726" y="8137"/>
                    <a:pt x="4727" y="8137"/>
                  </a:cubicBezTo>
                  <a:cubicBezTo>
                    <a:pt x="4847" y="8136"/>
                    <a:pt x="4942" y="8065"/>
                    <a:pt x="4981" y="7954"/>
                  </a:cubicBezTo>
                  <a:cubicBezTo>
                    <a:pt x="5044" y="7772"/>
                    <a:pt x="5038" y="7499"/>
                    <a:pt x="4913" y="7341"/>
                  </a:cubicBezTo>
                  <a:cubicBezTo>
                    <a:pt x="4874" y="7292"/>
                    <a:pt x="4814" y="7270"/>
                    <a:pt x="4753" y="7270"/>
                  </a:cubicBezTo>
                  <a:close/>
                  <a:moveTo>
                    <a:pt x="449" y="8683"/>
                  </a:moveTo>
                  <a:cubicBezTo>
                    <a:pt x="380" y="8683"/>
                    <a:pt x="309" y="8715"/>
                    <a:pt x="281" y="8773"/>
                  </a:cubicBezTo>
                  <a:cubicBezTo>
                    <a:pt x="231" y="8874"/>
                    <a:pt x="217" y="8972"/>
                    <a:pt x="240" y="9084"/>
                  </a:cubicBezTo>
                  <a:cubicBezTo>
                    <a:pt x="260" y="9178"/>
                    <a:pt x="311" y="9271"/>
                    <a:pt x="385" y="9335"/>
                  </a:cubicBezTo>
                  <a:cubicBezTo>
                    <a:pt x="435" y="9377"/>
                    <a:pt x="490" y="9397"/>
                    <a:pt x="542" y="9397"/>
                  </a:cubicBezTo>
                  <a:cubicBezTo>
                    <a:pt x="623" y="9397"/>
                    <a:pt x="697" y="9349"/>
                    <a:pt x="733" y="9257"/>
                  </a:cubicBezTo>
                  <a:cubicBezTo>
                    <a:pt x="808" y="9063"/>
                    <a:pt x="721" y="8835"/>
                    <a:pt x="554" y="8713"/>
                  </a:cubicBezTo>
                  <a:cubicBezTo>
                    <a:pt x="525" y="8692"/>
                    <a:pt x="488" y="8683"/>
                    <a:pt x="449" y="8683"/>
                  </a:cubicBezTo>
                  <a:close/>
                  <a:moveTo>
                    <a:pt x="1268" y="8645"/>
                  </a:moveTo>
                  <a:cubicBezTo>
                    <a:pt x="1261" y="8645"/>
                    <a:pt x="1254" y="8645"/>
                    <a:pt x="1246" y="8646"/>
                  </a:cubicBezTo>
                  <a:cubicBezTo>
                    <a:pt x="1163" y="8654"/>
                    <a:pt x="1105" y="8706"/>
                    <a:pt x="1071" y="8777"/>
                  </a:cubicBezTo>
                  <a:lnTo>
                    <a:pt x="1071" y="8777"/>
                  </a:lnTo>
                  <a:cubicBezTo>
                    <a:pt x="1072" y="8775"/>
                    <a:pt x="1072" y="8774"/>
                    <a:pt x="1072" y="8774"/>
                  </a:cubicBezTo>
                  <a:lnTo>
                    <a:pt x="1072" y="8774"/>
                  </a:lnTo>
                  <a:cubicBezTo>
                    <a:pt x="1072" y="8774"/>
                    <a:pt x="1070" y="8778"/>
                    <a:pt x="1067" y="8788"/>
                  </a:cubicBezTo>
                  <a:lnTo>
                    <a:pt x="1067" y="8788"/>
                  </a:lnTo>
                  <a:cubicBezTo>
                    <a:pt x="1066" y="8789"/>
                    <a:pt x="1065" y="8791"/>
                    <a:pt x="1064" y="8793"/>
                  </a:cubicBezTo>
                  <a:cubicBezTo>
                    <a:pt x="1064" y="8794"/>
                    <a:pt x="1064" y="8795"/>
                    <a:pt x="1063" y="8796"/>
                  </a:cubicBezTo>
                  <a:lnTo>
                    <a:pt x="1063" y="8796"/>
                  </a:lnTo>
                  <a:cubicBezTo>
                    <a:pt x="1064" y="8795"/>
                    <a:pt x="1064" y="8795"/>
                    <a:pt x="1064" y="8795"/>
                  </a:cubicBezTo>
                  <a:lnTo>
                    <a:pt x="1064" y="8795"/>
                  </a:lnTo>
                  <a:cubicBezTo>
                    <a:pt x="1063" y="8796"/>
                    <a:pt x="1063" y="8797"/>
                    <a:pt x="1063" y="8797"/>
                  </a:cubicBezTo>
                  <a:lnTo>
                    <a:pt x="1063" y="8797"/>
                  </a:lnTo>
                  <a:cubicBezTo>
                    <a:pt x="1063" y="8797"/>
                    <a:pt x="1063" y="8796"/>
                    <a:pt x="1063" y="8796"/>
                  </a:cubicBezTo>
                  <a:lnTo>
                    <a:pt x="1063" y="8796"/>
                  </a:lnTo>
                  <a:cubicBezTo>
                    <a:pt x="1063" y="8796"/>
                    <a:pt x="1063" y="8797"/>
                    <a:pt x="1063" y="8797"/>
                  </a:cubicBezTo>
                  <a:cubicBezTo>
                    <a:pt x="1063" y="8797"/>
                    <a:pt x="1063" y="8797"/>
                    <a:pt x="1063" y="8797"/>
                  </a:cubicBezTo>
                  <a:lnTo>
                    <a:pt x="1063" y="8797"/>
                  </a:lnTo>
                  <a:cubicBezTo>
                    <a:pt x="1054" y="8824"/>
                    <a:pt x="1041" y="8863"/>
                    <a:pt x="1038" y="8873"/>
                  </a:cubicBezTo>
                  <a:cubicBezTo>
                    <a:pt x="1027" y="8918"/>
                    <a:pt x="1024" y="8965"/>
                    <a:pt x="1021" y="9011"/>
                  </a:cubicBezTo>
                  <a:cubicBezTo>
                    <a:pt x="1019" y="9091"/>
                    <a:pt x="1031" y="9168"/>
                    <a:pt x="1043" y="9245"/>
                  </a:cubicBezTo>
                  <a:cubicBezTo>
                    <a:pt x="1060" y="9364"/>
                    <a:pt x="1190" y="9441"/>
                    <a:pt x="1301" y="9441"/>
                  </a:cubicBezTo>
                  <a:cubicBezTo>
                    <a:pt x="1308" y="9441"/>
                    <a:pt x="1316" y="9441"/>
                    <a:pt x="1323" y="9440"/>
                  </a:cubicBezTo>
                  <a:cubicBezTo>
                    <a:pt x="1453" y="9427"/>
                    <a:pt x="1543" y="9325"/>
                    <a:pt x="1548" y="9197"/>
                  </a:cubicBezTo>
                  <a:cubicBezTo>
                    <a:pt x="1554" y="9053"/>
                    <a:pt x="1548" y="8885"/>
                    <a:pt x="1463" y="8758"/>
                  </a:cubicBezTo>
                  <a:cubicBezTo>
                    <a:pt x="1415" y="8690"/>
                    <a:pt x="1352" y="8645"/>
                    <a:pt x="1268" y="8645"/>
                  </a:cubicBezTo>
                  <a:close/>
                  <a:moveTo>
                    <a:pt x="7000" y="8951"/>
                  </a:moveTo>
                  <a:cubicBezTo>
                    <a:pt x="6963" y="8951"/>
                    <a:pt x="6926" y="8965"/>
                    <a:pt x="6897" y="8994"/>
                  </a:cubicBezTo>
                  <a:cubicBezTo>
                    <a:pt x="6787" y="9104"/>
                    <a:pt x="6726" y="9280"/>
                    <a:pt x="6695" y="9433"/>
                  </a:cubicBezTo>
                  <a:cubicBezTo>
                    <a:pt x="6663" y="9593"/>
                    <a:pt x="6785" y="9697"/>
                    <a:pt x="6907" y="9697"/>
                  </a:cubicBezTo>
                  <a:cubicBezTo>
                    <a:pt x="6985" y="9697"/>
                    <a:pt x="7063" y="9654"/>
                    <a:pt x="7099" y="9556"/>
                  </a:cubicBezTo>
                  <a:cubicBezTo>
                    <a:pt x="7153" y="9409"/>
                    <a:pt x="7195" y="9229"/>
                    <a:pt x="7161" y="9074"/>
                  </a:cubicBezTo>
                  <a:cubicBezTo>
                    <a:pt x="7144" y="8998"/>
                    <a:pt x="7072" y="8951"/>
                    <a:pt x="7000" y="8951"/>
                  </a:cubicBezTo>
                  <a:close/>
                  <a:moveTo>
                    <a:pt x="6102" y="9935"/>
                  </a:moveTo>
                  <a:cubicBezTo>
                    <a:pt x="6073" y="9935"/>
                    <a:pt x="6046" y="9942"/>
                    <a:pt x="6025" y="9956"/>
                  </a:cubicBezTo>
                  <a:cubicBezTo>
                    <a:pt x="5881" y="10056"/>
                    <a:pt x="5824" y="10216"/>
                    <a:pt x="5817" y="10389"/>
                  </a:cubicBezTo>
                  <a:cubicBezTo>
                    <a:pt x="5812" y="10523"/>
                    <a:pt x="5933" y="10609"/>
                    <a:pt x="6050" y="10609"/>
                  </a:cubicBezTo>
                  <a:cubicBezTo>
                    <a:pt x="6117" y="10609"/>
                    <a:pt x="6183" y="10580"/>
                    <a:pt x="6221" y="10513"/>
                  </a:cubicBezTo>
                  <a:cubicBezTo>
                    <a:pt x="6304" y="10365"/>
                    <a:pt x="6341" y="10197"/>
                    <a:pt x="6272" y="10033"/>
                  </a:cubicBezTo>
                  <a:cubicBezTo>
                    <a:pt x="6248" y="9974"/>
                    <a:pt x="6171" y="9935"/>
                    <a:pt x="6102" y="9935"/>
                  </a:cubicBezTo>
                  <a:close/>
                  <a:moveTo>
                    <a:pt x="2429" y="13094"/>
                  </a:moveTo>
                  <a:cubicBezTo>
                    <a:pt x="2417" y="13094"/>
                    <a:pt x="2405" y="13095"/>
                    <a:pt x="2393" y="13097"/>
                  </a:cubicBezTo>
                  <a:cubicBezTo>
                    <a:pt x="2267" y="13113"/>
                    <a:pt x="2179" y="13235"/>
                    <a:pt x="2137" y="13345"/>
                  </a:cubicBezTo>
                  <a:cubicBezTo>
                    <a:pt x="2100" y="13448"/>
                    <a:pt x="2102" y="13578"/>
                    <a:pt x="2168" y="13674"/>
                  </a:cubicBezTo>
                  <a:cubicBezTo>
                    <a:pt x="2217" y="13746"/>
                    <a:pt x="2285" y="13783"/>
                    <a:pt x="2355" y="13783"/>
                  </a:cubicBezTo>
                  <a:cubicBezTo>
                    <a:pt x="2403" y="13783"/>
                    <a:pt x="2452" y="13766"/>
                    <a:pt x="2498" y="13730"/>
                  </a:cubicBezTo>
                  <a:cubicBezTo>
                    <a:pt x="2571" y="13674"/>
                    <a:pt x="2616" y="13587"/>
                    <a:pt x="2640" y="13498"/>
                  </a:cubicBezTo>
                  <a:cubicBezTo>
                    <a:pt x="2667" y="13395"/>
                    <a:pt x="2669" y="13304"/>
                    <a:pt x="2629" y="13203"/>
                  </a:cubicBezTo>
                  <a:cubicBezTo>
                    <a:pt x="2595" y="13124"/>
                    <a:pt x="2507" y="13094"/>
                    <a:pt x="2429" y="13094"/>
                  </a:cubicBezTo>
                  <a:close/>
                  <a:moveTo>
                    <a:pt x="6605" y="13064"/>
                  </a:moveTo>
                  <a:cubicBezTo>
                    <a:pt x="6583" y="13064"/>
                    <a:pt x="6562" y="13069"/>
                    <a:pt x="6541" y="13081"/>
                  </a:cubicBezTo>
                  <a:cubicBezTo>
                    <a:pt x="6399" y="13159"/>
                    <a:pt x="6351" y="13328"/>
                    <a:pt x="6275" y="13462"/>
                  </a:cubicBezTo>
                  <a:cubicBezTo>
                    <a:pt x="6220" y="13562"/>
                    <a:pt x="6246" y="13697"/>
                    <a:pt x="6348" y="13760"/>
                  </a:cubicBezTo>
                  <a:cubicBezTo>
                    <a:pt x="6383" y="13782"/>
                    <a:pt x="6425" y="13793"/>
                    <a:pt x="6466" y="13793"/>
                  </a:cubicBezTo>
                  <a:cubicBezTo>
                    <a:pt x="6539" y="13793"/>
                    <a:pt x="6611" y="13759"/>
                    <a:pt x="6646" y="13694"/>
                  </a:cubicBezTo>
                  <a:cubicBezTo>
                    <a:pt x="6736" y="13534"/>
                    <a:pt x="6841" y="13316"/>
                    <a:pt x="6733" y="13139"/>
                  </a:cubicBezTo>
                  <a:cubicBezTo>
                    <a:pt x="6706" y="13093"/>
                    <a:pt x="6656" y="13064"/>
                    <a:pt x="6605" y="13064"/>
                  </a:cubicBezTo>
                  <a:close/>
                  <a:moveTo>
                    <a:pt x="1380" y="13536"/>
                  </a:moveTo>
                  <a:cubicBezTo>
                    <a:pt x="1348" y="13536"/>
                    <a:pt x="1314" y="13544"/>
                    <a:pt x="1281" y="13562"/>
                  </a:cubicBezTo>
                  <a:cubicBezTo>
                    <a:pt x="1048" y="13687"/>
                    <a:pt x="997" y="14158"/>
                    <a:pt x="1303" y="14245"/>
                  </a:cubicBezTo>
                  <a:cubicBezTo>
                    <a:pt x="1324" y="14251"/>
                    <a:pt x="1345" y="14255"/>
                    <a:pt x="1367" y="14255"/>
                  </a:cubicBezTo>
                  <a:cubicBezTo>
                    <a:pt x="1423" y="14255"/>
                    <a:pt x="1478" y="14235"/>
                    <a:pt x="1518" y="14194"/>
                  </a:cubicBezTo>
                  <a:cubicBezTo>
                    <a:pt x="1538" y="14174"/>
                    <a:pt x="1560" y="14146"/>
                    <a:pt x="1572" y="14122"/>
                  </a:cubicBezTo>
                  <a:cubicBezTo>
                    <a:pt x="1582" y="14101"/>
                    <a:pt x="1591" y="14079"/>
                    <a:pt x="1599" y="14059"/>
                  </a:cubicBezTo>
                  <a:cubicBezTo>
                    <a:pt x="1604" y="14035"/>
                    <a:pt x="1606" y="14016"/>
                    <a:pt x="1607" y="14005"/>
                  </a:cubicBezTo>
                  <a:lnTo>
                    <a:pt x="1607" y="14005"/>
                  </a:lnTo>
                  <a:cubicBezTo>
                    <a:pt x="1607" y="14006"/>
                    <a:pt x="1607" y="14008"/>
                    <a:pt x="1607" y="14010"/>
                  </a:cubicBezTo>
                  <a:cubicBezTo>
                    <a:pt x="1606" y="14019"/>
                    <a:pt x="1605" y="14024"/>
                    <a:pt x="1605" y="14024"/>
                  </a:cubicBezTo>
                  <a:cubicBezTo>
                    <a:pt x="1606" y="14024"/>
                    <a:pt x="1607" y="14012"/>
                    <a:pt x="1608" y="13997"/>
                  </a:cubicBezTo>
                  <a:lnTo>
                    <a:pt x="1608" y="13997"/>
                  </a:lnTo>
                  <a:cubicBezTo>
                    <a:pt x="1608" y="13999"/>
                    <a:pt x="1607" y="14001"/>
                    <a:pt x="1607" y="14005"/>
                  </a:cubicBezTo>
                  <a:lnTo>
                    <a:pt x="1607" y="14005"/>
                  </a:lnTo>
                  <a:cubicBezTo>
                    <a:pt x="1608" y="13996"/>
                    <a:pt x="1608" y="13992"/>
                    <a:pt x="1608" y="13992"/>
                  </a:cubicBezTo>
                  <a:cubicBezTo>
                    <a:pt x="1608" y="13992"/>
                    <a:pt x="1608" y="13993"/>
                    <a:pt x="1608" y="13997"/>
                  </a:cubicBezTo>
                  <a:cubicBezTo>
                    <a:pt x="1612" y="13973"/>
                    <a:pt x="1615" y="13941"/>
                    <a:pt x="1615" y="13931"/>
                  </a:cubicBezTo>
                  <a:cubicBezTo>
                    <a:pt x="1615" y="13909"/>
                    <a:pt x="1614" y="13888"/>
                    <a:pt x="1614" y="13866"/>
                  </a:cubicBezTo>
                  <a:cubicBezTo>
                    <a:pt x="1612" y="13813"/>
                    <a:pt x="1615" y="13755"/>
                    <a:pt x="1596" y="13704"/>
                  </a:cubicBezTo>
                  <a:cubicBezTo>
                    <a:pt x="1559" y="13608"/>
                    <a:pt x="1476" y="13536"/>
                    <a:pt x="1380" y="13536"/>
                  </a:cubicBezTo>
                  <a:close/>
                  <a:moveTo>
                    <a:pt x="5844" y="13717"/>
                  </a:moveTo>
                  <a:cubicBezTo>
                    <a:pt x="5755" y="13717"/>
                    <a:pt x="5686" y="13808"/>
                    <a:pt x="5646" y="13876"/>
                  </a:cubicBezTo>
                  <a:cubicBezTo>
                    <a:pt x="5602" y="13949"/>
                    <a:pt x="5570" y="14023"/>
                    <a:pt x="5537" y="14101"/>
                  </a:cubicBezTo>
                  <a:cubicBezTo>
                    <a:pt x="5493" y="14202"/>
                    <a:pt x="5573" y="14325"/>
                    <a:pt x="5663" y="14364"/>
                  </a:cubicBezTo>
                  <a:cubicBezTo>
                    <a:pt x="5695" y="14379"/>
                    <a:pt x="5726" y="14386"/>
                    <a:pt x="5756" y="14386"/>
                  </a:cubicBezTo>
                  <a:cubicBezTo>
                    <a:pt x="5828" y="14386"/>
                    <a:pt x="5894" y="14347"/>
                    <a:pt x="5941" y="14284"/>
                  </a:cubicBezTo>
                  <a:cubicBezTo>
                    <a:pt x="6006" y="14199"/>
                    <a:pt x="6042" y="14100"/>
                    <a:pt x="6050" y="13989"/>
                  </a:cubicBezTo>
                  <a:cubicBezTo>
                    <a:pt x="6057" y="13864"/>
                    <a:pt x="6002" y="13736"/>
                    <a:pt x="5865" y="13719"/>
                  </a:cubicBezTo>
                  <a:cubicBezTo>
                    <a:pt x="5858" y="13718"/>
                    <a:pt x="5851" y="13717"/>
                    <a:pt x="5844" y="13717"/>
                  </a:cubicBezTo>
                  <a:close/>
                  <a:moveTo>
                    <a:pt x="8438" y="14036"/>
                  </a:moveTo>
                  <a:cubicBezTo>
                    <a:pt x="8401" y="14036"/>
                    <a:pt x="8364" y="14053"/>
                    <a:pt x="8340" y="14090"/>
                  </a:cubicBezTo>
                  <a:cubicBezTo>
                    <a:pt x="8300" y="14149"/>
                    <a:pt x="8273" y="14213"/>
                    <a:pt x="8244" y="14279"/>
                  </a:cubicBezTo>
                  <a:cubicBezTo>
                    <a:pt x="8199" y="14380"/>
                    <a:pt x="8162" y="14460"/>
                    <a:pt x="8190" y="14574"/>
                  </a:cubicBezTo>
                  <a:cubicBezTo>
                    <a:pt x="8213" y="14674"/>
                    <a:pt x="8310" y="14733"/>
                    <a:pt x="8404" y="14733"/>
                  </a:cubicBezTo>
                  <a:cubicBezTo>
                    <a:pt x="8471" y="14733"/>
                    <a:pt x="8535" y="14704"/>
                    <a:pt x="8571" y="14639"/>
                  </a:cubicBezTo>
                  <a:cubicBezTo>
                    <a:pt x="8628" y="14536"/>
                    <a:pt x="8616" y="14449"/>
                    <a:pt x="8601" y="14338"/>
                  </a:cubicBezTo>
                  <a:cubicBezTo>
                    <a:pt x="8591" y="14266"/>
                    <a:pt x="8582" y="14196"/>
                    <a:pt x="8558" y="14126"/>
                  </a:cubicBezTo>
                  <a:cubicBezTo>
                    <a:pt x="8540" y="14069"/>
                    <a:pt x="8489" y="14036"/>
                    <a:pt x="8438" y="14036"/>
                  </a:cubicBezTo>
                  <a:close/>
                  <a:moveTo>
                    <a:pt x="2442" y="14300"/>
                  </a:moveTo>
                  <a:cubicBezTo>
                    <a:pt x="2424" y="14300"/>
                    <a:pt x="2405" y="14307"/>
                    <a:pt x="2389" y="14322"/>
                  </a:cubicBezTo>
                  <a:cubicBezTo>
                    <a:pt x="2339" y="14369"/>
                    <a:pt x="2283" y="14402"/>
                    <a:pt x="2241" y="14456"/>
                  </a:cubicBezTo>
                  <a:cubicBezTo>
                    <a:pt x="2194" y="14516"/>
                    <a:pt x="2165" y="14577"/>
                    <a:pt x="2145" y="14651"/>
                  </a:cubicBezTo>
                  <a:cubicBezTo>
                    <a:pt x="2115" y="14761"/>
                    <a:pt x="2188" y="14875"/>
                    <a:pt x="2303" y="14894"/>
                  </a:cubicBezTo>
                  <a:cubicBezTo>
                    <a:pt x="2314" y="14895"/>
                    <a:pt x="2325" y="14896"/>
                    <a:pt x="2335" y="14896"/>
                  </a:cubicBezTo>
                  <a:cubicBezTo>
                    <a:pt x="2437" y="14896"/>
                    <a:pt x="2515" y="14816"/>
                    <a:pt x="2521" y="14712"/>
                  </a:cubicBezTo>
                  <a:cubicBezTo>
                    <a:pt x="2524" y="14660"/>
                    <a:pt x="2527" y="14609"/>
                    <a:pt x="2524" y="14555"/>
                  </a:cubicBezTo>
                  <a:cubicBezTo>
                    <a:pt x="2523" y="14507"/>
                    <a:pt x="2514" y="14453"/>
                    <a:pt x="2527" y="14407"/>
                  </a:cubicBezTo>
                  <a:cubicBezTo>
                    <a:pt x="2543" y="14350"/>
                    <a:pt x="2493" y="14300"/>
                    <a:pt x="2442" y="14300"/>
                  </a:cubicBezTo>
                  <a:close/>
                  <a:moveTo>
                    <a:pt x="7788" y="14675"/>
                  </a:moveTo>
                  <a:cubicBezTo>
                    <a:pt x="7748" y="14675"/>
                    <a:pt x="7708" y="14689"/>
                    <a:pt x="7677" y="14719"/>
                  </a:cubicBezTo>
                  <a:cubicBezTo>
                    <a:pt x="7598" y="14795"/>
                    <a:pt x="7511" y="14886"/>
                    <a:pt x="7486" y="14998"/>
                  </a:cubicBezTo>
                  <a:cubicBezTo>
                    <a:pt x="7457" y="15125"/>
                    <a:pt x="7523" y="15277"/>
                    <a:pt x="7661" y="15312"/>
                  </a:cubicBezTo>
                  <a:cubicBezTo>
                    <a:pt x="7685" y="15319"/>
                    <a:pt x="7709" y="15322"/>
                    <a:pt x="7733" y="15322"/>
                  </a:cubicBezTo>
                  <a:cubicBezTo>
                    <a:pt x="7843" y="15322"/>
                    <a:pt x="7936" y="15254"/>
                    <a:pt x="7973" y="15145"/>
                  </a:cubicBezTo>
                  <a:cubicBezTo>
                    <a:pt x="8010" y="15039"/>
                    <a:pt x="7986" y="14913"/>
                    <a:pt x="7959" y="14805"/>
                  </a:cubicBezTo>
                  <a:cubicBezTo>
                    <a:pt x="7939" y="14724"/>
                    <a:pt x="7864" y="14675"/>
                    <a:pt x="7788" y="14675"/>
                  </a:cubicBezTo>
                  <a:close/>
                  <a:moveTo>
                    <a:pt x="2947" y="17941"/>
                  </a:moveTo>
                  <a:cubicBezTo>
                    <a:pt x="2938" y="17941"/>
                    <a:pt x="2929" y="17942"/>
                    <a:pt x="2921" y="17944"/>
                  </a:cubicBezTo>
                  <a:cubicBezTo>
                    <a:pt x="2800" y="17973"/>
                    <a:pt x="2742" y="18067"/>
                    <a:pt x="2710" y="18179"/>
                  </a:cubicBezTo>
                  <a:cubicBezTo>
                    <a:pt x="2675" y="18294"/>
                    <a:pt x="2706" y="18409"/>
                    <a:pt x="2762" y="18512"/>
                  </a:cubicBezTo>
                  <a:cubicBezTo>
                    <a:pt x="2801" y="18585"/>
                    <a:pt x="2868" y="18616"/>
                    <a:pt x="2935" y="18616"/>
                  </a:cubicBezTo>
                  <a:cubicBezTo>
                    <a:pt x="3055" y="18616"/>
                    <a:pt x="3175" y="18517"/>
                    <a:pt x="3132" y="18374"/>
                  </a:cubicBezTo>
                  <a:cubicBezTo>
                    <a:pt x="3111" y="18307"/>
                    <a:pt x="3116" y="18277"/>
                    <a:pt x="3097" y="18194"/>
                  </a:cubicBezTo>
                  <a:cubicBezTo>
                    <a:pt x="3095" y="18190"/>
                    <a:pt x="3095" y="18187"/>
                    <a:pt x="3095" y="18185"/>
                  </a:cubicBezTo>
                  <a:lnTo>
                    <a:pt x="3095" y="18182"/>
                  </a:lnTo>
                  <a:cubicBezTo>
                    <a:pt x="3094" y="18168"/>
                    <a:pt x="3095" y="18155"/>
                    <a:pt x="3095" y="18140"/>
                  </a:cubicBezTo>
                  <a:cubicBezTo>
                    <a:pt x="3094" y="18091"/>
                    <a:pt x="3079" y="18053"/>
                    <a:pt x="3061" y="18008"/>
                  </a:cubicBezTo>
                  <a:cubicBezTo>
                    <a:pt x="3042" y="17964"/>
                    <a:pt x="2992" y="17941"/>
                    <a:pt x="2947" y="17941"/>
                  </a:cubicBezTo>
                  <a:close/>
                  <a:moveTo>
                    <a:pt x="3661" y="18160"/>
                  </a:moveTo>
                  <a:cubicBezTo>
                    <a:pt x="3613" y="18160"/>
                    <a:pt x="3565" y="18186"/>
                    <a:pt x="3542" y="18248"/>
                  </a:cubicBezTo>
                  <a:cubicBezTo>
                    <a:pt x="3526" y="18288"/>
                    <a:pt x="3491" y="18328"/>
                    <a:pt x="3469" y="18367"/>
                  </a:cubicBezTo>
                  <a:cubicBezTo>
                    <a:pt x="3440" y="18422"/>
                    <a:pt x="3418" y="18475"/>
                    <a:pt x="3402" y="18533"/>
                  </a:cubicBezTo>
                  <a:cubicBezTo>
                    <a:pt x="3375" y="18629"/>
                    <a:pt x="3436" y="18735"/>
                    <a:pt x="3532" y="18765"/>
                  </a:cubicBezTo>
                  <a:cubicBezTo>
                    <a:pt x="3549" y="18771"/>
                    <a:pt x="3567" y="18773"/>
                    <a:pt x="3584" y="18773"/>
                  </a:cubicBezTo>
                  <a:cubicBezTo>
                    <a:pt x="3663" y="18773"/>
                    <a:pt x="3737" y="18722"/>
                    <a:pt x="3760" y="18643"/>
                  </a:cubicBezTo>
                  <a:cubicBezTo>
                    <a:pt x="3779" y="18584"/>
                    <a:pt x="3787" y="18527"/>
                    <a:pt x="3792" y="18466"/>
                  </a:cubicBezTo>
                  <a:cubicBezTo>
                    <a:pt x="3795" y="18419"/>
                    <a:pt x="3786" y="18367"/>
                    <a:pt x="3793" y="18323"/>
                  </a:cubicBezTo>
                  <a:cubicBezTo>
                    <a:pt x="3813" y="18224"/>
                    <a:pt x="3737" y="18160"/>
                    <a:pt x="3661" y="1816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1" name="Google Shape;971;p52"/>
          <p:cNvSpPr txBox="1">
            <a:spLocks noGrp="1"/>
          </p:cNvSpPr>
          <p:nvPr>
            <p:ph type="title"/>
          </p:nvPr>
        </p:nvSpPr>
        <p:spPr>
          <a:xfrm>
            <a:off x="4470377" y="979920"/>
            <a:ext cx="3858900" cy="1058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a:t>¿Q</a:t>
            </a:r>
            <a:r>
              <a:rPr lang="es-CO" dirty="0" err="1"/>
              <a:t>ué</a:t>
            </a:r>
            <a:r>
              <a:rPr lang="es" dirty="0"/>
              <a:t> debemos tener en cuenta?</a:t>
            </a:r>
            <a:endParaRPr dirty="0"/>
          </a:p>
        </p:txBody>
      </p:sp>
      <p:sp>
        <p:nvSpPr>
          <p:cNvPr id="972" name="Google Shape;972;p52"/>
          <p:cNvSpPr txBox="1">
            <a:spLocks noGrp="1"/>
          </p:cNvSpPr>
          <p:nvPr>
            <p:ph type="body" idx="1"/>
          </p:nvPr>
        </p:nvSpPr>
        <p:spPr>
          <a:xfrm>
            <a:off x="4572000" y="2396698"/>
            <a:ext cx="3858900" cy="2324157"/>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dirty="0"/>
              <a:t>Necesitamos incluir una buena cantidad de frutas y verduras en nuestra dieta para fortalecer el sistema inmune. "Las frutas y verduras contienen altas cantidades de vitaminas, minerales y antioxidantes“</a:t>
            </a:r>
          </a:p>
          <a:p>
            <a:pPr marL="0" lvl="0" indent="0" algn="l" rtl="0">
              <a:spcBef>
                <a:spcPts val="0"/>
              </a:spcBef>
              <a:spcAft>
                <a:spcPts val="0"/>
              </a:spcAft>
              <a:buNone/>
            </a:pPr>
            <a:r>
              <a:rPr lang="es-MX" dirty="0"/>
              <a:t>"y estos compuestos son esenciales para apoyar las reacciones del sistema inmunológico y luchar contra las infecciones"</a:t>
            </a:r>
          </a:p>
        </p:txBody>
      </p:sp>
      <p:pic>
        <p:nvPicPr>
          <p:cNvPr id="2" name="Imagen 1">
            <a:extLst>
              <a:ext uri="{FF2B5EF4-FFF2-40B4-BE49-F238E27FC236}">
                <a16:creationId xmlns:a16="http://schemas.microsoft.com/office/drawing/2014/main" id="{6FC73C32-5EEA-0CF6-4AFC-C6DD0B1DBA7F}"/>
              </a:ext>
            </a:extLst>
          </p:cNvPr>
          <p:cNvPicPr>
            <a:picLocks noChangeAspect="1"/>
          </p:cNvPicPr>
          <p:nvPr/>
        </p:nvPicPr>
        <p:blipFill>
          <a:blip r:embed="rId3"/>
          <a:stretch>
            <a:fillRect/>
          </a:stretch>
        </p:blipFill>
        <p:spPr>
          <a:xfrm>
            <a:off x="772449" y="1724068"/>
            <a:ext cx="3161348" cy="1371600"/>
          </a:xfrm>
          <a:prstGeom prst="rect">
            <a:avLst/>
          </a:prstGeom>
        </p:spPr>
      </p:pic>
    </p:spTree>
    <p:extLst>
      <p:ext uri="{BB962C8B-B14F-4D97-AF65-F5344CB8AC3E}">
        <p14:creationId xmlns:p14="http://schemas.microsoft.com/office/powerpoint/2010/main" val="4137711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53"/>
          <p:cNvSpPr txBox="1">
            <a:spLocks noGrp="1"/>
          </p:cNvSpPr>
          <p:nvPr>
            <p:ph type="title"/>
          </p:nvPr>
        </p:nvSpPr>
        <p:spPr>
          <a:xfrm>
            <a:off x="681091" y="2168130"/>
            <a:ext cx="5058900" cy="1104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dirty="0"/>
              <a:t>Salud espiritual</a:t>
            </a:r>
            <a:endParaRPr dirty="0"/>
          </a:p>
        </p:txBody>
      </p:sp>
      <p:sp>
        <p:nvSpPr>
          <p:cNvPr id="980" name="Google Shape;980;p53"/>
          <p:cNvSpPr txBox="1">
            <a:spLocks noGrp="1"/>
          </p:cNvSpPr>
          <p:nvPr>
            <p:ph type="subTitle" idx="1"/>
          </p:nvPr>
        </p:nvSpPr>
        <p:spPr>
          <a:xfrm>
            <a:off x="711175" y="4161995"/>
            <a:ext cx="5063100" cy="45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MX" b="0" i="0" dirty="0">
                <a:solidFill>
                  <a:srgbClr val="000000"/>
                </a:solidFill>
                <a:effectLst/>
                <a:latin typeface="system-ui"/>
              </a:rPr>
              <a:t>Y esta es la vida eterna: que te conozcan a ti, el único Dios verdadero, y a Jesucristo, a quien has enviado. </a:t>
            </a:r>
            <a:r>
              <a:rPr lang="es-CO" b="0" i="0" dirty="0">
                <a:solidFill>
                  <a:srgbClr val="000000"/>
                </a:solidFill>
                <a:effectLst/>
                <a:latin typeface="system-ui"/>
              </a:rPr>
              <a:t>Juan 17:3</a:t>
            </a:r>
            <a:endParaRPr dirty="0"/>
          </a:p>
        </p:txBody>
      </p:sp>
      <p:sp>
        <p:nvSpPr>
          <p:cNvPr id="981" name="Google Shape;981;p53"/>
          <p:cNvSpPr/>
          <p:nvPr/>
        </p:nvSpPr>
        <p:spPr>
          <a:xfrm>
            <a:off x="713250" y="4761745"/>
            <a:ext cx="7717500" cy="46500"/>
          </a:xfrm>
          <a:prstGeom prst="rect">
            <a:avLst/>
          </a:prstGeom>
          <a:gradFill>
            <a:gsLst>
              <a:gs pos="0">
                <a:schemeClr val="lt2"/>
              </a:gs>
              <a:gs pos="100000">
                <a:schemeClr val="accent1"/>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82" name="Google Shape;982;p53"/>
          <p:cNvGrpSpPr/>
          <p:nvPr/>
        </p:nvGrpSpPr>
        <p:grpSpPr>
          <a:xfrm>
            <a:off x="5600101" y="1311932"/>
            <a:ext cx="2602080" cy="3307275"/>
            <a:chOff x="5955579" y="1143547"/>
            <a:chExt cx="2400664" cy="3051273"/>
          </a:xfrm>
        </p:grpSpPr>
        <p:sp>
          <p:nvSpPr>
            <p:cNvPr id="983" name="Google Shape;983;p53"/>
            <p:cNvSpPr/>
            <p:nvPr/>
          </p:nvSpPr>
          <p:spPr>
            <a:xfrm>
              <a:off x="5955579" y="1552571"/>
              <a:ext cx="1884037" cy="2642250"/>
            </a:xfrm>
            <a:custGeom>
              <a:avLst/>
              <a:gdLst/>
              <a:ahLst/>
              <a:cxnLst/>
              <a:rect l="l" t="t" r="r" b="b"/>
              <a:pathLst>
                <a:path w="28434" h="39877" extrusionOk="0">
                  <a:moveTo>
                    <a:pt x="11626" y="0"/>
                  </a:moveTo>
                  <a:cubicBezTo>
                    <a:pt x="10632" y="331"/>
                    <a:pt x="9736" y="786"/>
                    <a:pt x="8941" y="1321"/>
                  </a:cubicBezTo>
                  <a:cubicBezTo>
                    <a:pt x="6578" y="2904"/>
                    <a:pt x="4895" y="5319"/>
                    <a:pt x="4099" y="8046"/>
                  </a:cubicBezTo>
                  <a:cubicBezTo>
                    <a:pt x="3937" y="8599"/>
                    <a:pt x="3828" y="9029"/>
                    <a:pt x="3813" y="9137"/>
                  </a:cubicBezTo>
                  <a:cubicBezTo>
                    <a:pt x="3615" y="10621"/>
                    <a:pt x="3870" y="12158"/>
                    <a:pt x="3540" y="13622"/>
                  </a:cubicBezTo>
                  <a:cubicBezTo>
                    <a:pt x="3133" y="15429"/>
                    <a:pt x="1891" y="16924"/>
                    <a:pt x="574" y="18225"/>
                  </a:cubicBezTo>
                  <a:cubicBezTo>
                    <a:pt x="313" y="18480"/>
                    <a:pt x="31" y="18769"/>
                    <a:pt x="15" y="19134"/>
                  </a:cubicBezTo>
                  <a:cubicBezTo>
                    <a:pt x="1" y="19460"/>
                    <a:pt x="203" y="19752"/>
                    <a:pt x="423" y="19997"/>
                  </a:cubicBezTo>
                  <a:cubicBezTo>
                    <a:pt x="952" y="20595"/>
                    <a:pt x="1623" y="21070"/>
                    <a:pt x="2363" y="21377"/>
                  </a:cubicBezTo>
                  <a:cubicBezTo>
                    <a:pt x="2167" y="21822"/>
                    <a:pt x="1969" y="22267"/>
                    <a:pt x="1769" y="22715"/>
                  </a:cubicBezTo>
                  <a:cubicBezTo>
                    <a:pt x="1695" y="22881"/>
                    <a:pt x="1622" y="23052"/>
                    <a:pt x="1638" y="23232"/>
                  </a:cubicBezTo>
                  <a:cubicBezTo>
                    <a:pt x="1669" y="23501"/>
                    <a:pt x="1897" y="23702"/>
                    <a:pt x="2111" y="23862"/>
                  </a:cubicBezTo>
                  <a:cubicBezTo>
                    <a:pt x="2305" y="24004"/>
                    <a:pt x="2505" y="24140"/>
                    <a:pt x="2711" y="24263"/>
                  </a:cubicBezTo>
                  <a:cubicBezTo>
                    <a:pt x="2598" y="24490"/>
                    <a:pt x="2406" y="24691"/>
                    <a:pt x="2233" y="24884"/>
                  </a:cubicBezTo>
                  <a:cubicBezTo>
                    <a:pt x="1993" y="25160"/>
                    <a:pt x="1762" y="25509"/>
                    <a:pt x="1842" y="25868"/>
                  </a:cubicBezTo>
                  <a:cubicBezTo>
                    <a:pt x="1898" y="26126"/>
                    <a:pt x="2105" y="26319"/>
                    <a:pt x="2284" y="26512"/>
                  </a:cubicBezTo>
                  <a:cubicBezTo>
                    <a:pt x="2917" y="27213"/>
                    <a:pt x="3297" y="28144"/>
                    <a:pt x="3338" y="29086"/>
                  </a:cubicBezTo>
                  <a:cubicBezTo>
                    <a:pt x="3368" y="29919"/>
                    <a:pt x="3169" y="30844"/>
                    <a:pt x="3650" y="31520"/>
                  </a:cubicBezTo>
                  <a:cubicBezTo>
                    <a:pt x="3918" y="31892"/>
                    <a:pt x="4351" y="32114"/>
                    <a:pt x="4800" y="32204"/>
                  </a:cubicBezTo>
                  <a:cubicBezTo>
                    <a:pt x="5005" y="32246"/>
                    <a:pt x="5213" y="32262"/>
                    <a:pt x="5421" y="32262"/>
                  </a:cubicBezTo>
                  <a:cubicBezTo>
                    <a:pt x="5670" y="32262"/>
                    <a:pt x="5919" y="32239"/>
                    <a:pt x="6165" y="32212"/>
                  </a:cubicBezTo>
                  <a:cubicBezTo>
                    <a:pt x="7204" y="32092"/>
                    <a:pt x="8215" y="31861"/>
                    <a:pt x="9203" y="31550"/>
                  </a:cubicBezTo>
                  <a:lnTo>
                    <a:pt x="9203" y="31550"/>
                  </a:lnTo>
                  <a:cubicBezTo>
                    <a:pt x="9214" y="32677"/>
                    <a:pt x="9175" y="33801"/>
                    <a:pt x="9091" y="34922"/>
                  </a:cubicBezTo>
                  <a:lnTo>
                    <a:pt x="9095" y="34922"/>
                  </a:lnTo>
                  <a:lnTo>
                    <a:pt x="9091" y="34926"/>
                  </a:lnTo>
                  <a:cubicBezTo>
                    <a:pt x="8982" y="36396"/>
                    <a:pt x="8788" y="37857"/>
                    <a:pt x="8509" y="39304"/>
                  </a:cubicBezTo>
                  <a:lnTo>
                    <a:pt x="8493" y="39438"/>
                  </a:lnTo>
                  <a:cubicBezTo>
                    <a:pt x="9670" y="39739"/>
                    <a:pt x="10927" y="39877"/>
                    <a:pt x="12209" y="39877"/>
                  </a:cubicBezTo>
                  <a:cubicBezTo>
                    <a:pt x="17939" y="39877"/>
                    <a:pt x="24150" y="37123"/>
                    <a:pt x="25741" y="33939"/>
                  </a:cubicBezTo>
                  <a:cubicBezTo>
                    <a:pt x="25181" y="32427"/>
                    <a:pt x="24579" y="29358"/>
                    <a:pt x="24246" y="27777"/>
                  </a:cubicBezTo>
                  <a:cubicBezTo>
                    <a:pt x="24297" y="26901"/>
                    <a:pt x="24585" y="26028"/>
                    <a:pt x="24972" y="25232"/>
                  </a:cubicBezTo>
                  <a:cubicBezTo>
                    <a:pt x="25300" y="24548"/>
                    <a:pt x="25697" y="23898"/>
                    <a:pt x="26082" y="23241"/>
                  </a:cubicBezTo>
                  <a:cubicBezTo>
                    <a:pt x="26082" y="23241"/>
                    <a:pt x="26084" y="23240"/>
                    <a:pt x="26090" y="23227"/>
                  </a:cubicBezTo>
                  <a:cubicBezTo>
                    <a:pt x="26133" y="23154"/>
                    <a:pt x="26177" y="23081"/>
                    <a:pt x="26216" y="23007"/>
                  </a:cubicBezTo>
                  <a:cubicBezTo>
                    <a:pt x="26235" y="22984"/>
                    <a:pt x="26253" y="22953"/>
                    <a:pt x="26269" y="22920"/>
                  </a:cubicBezTo>
                  <a:cubicBezTo>
                    <a:pt x="26475" y="22553"/>
                    <a:pt x="26827" y="21889"/>
                    <a:pt x="27221" y="21006"/>
                  </a:cubicBezTo>
                  <a:cubicBezTo>
                    <a:pt x="27621" y="20115"/>
                    <a:pt x="28061" y="19003"/>
                    <a:pt x="28433" y="17756"/>
                  </a:cubicBezTo>
                  <a:lnTo>
                    <a:pt x="11626" y="17756"/>
                  </a:lnTo>
                  <a:lnTo>
                    <a:pt x="11626" y="0"/>
                  </a:ln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53"/>
            <p:cNvSpPr/>
            <p:nvPr/>
          </p:nvSpPr>
          <p:spPr>
            <a:xfrm>
              <a:off x="7696293" y="2944430"/>
              <a:ext cx="63146" cy="126755"/>
            </a:xfrm>
            <a:custGeom>
              <a:avLst/>
              <a:gdLst/>
              <a:ahLst/>
              <a:cxnLst/>
              <a:rect l="l" t="t" r="r" b="b"/>
              <a:pathLst>
                <a:path w="953" h="1913" extrusionOk="0">
                  <a:moveTo>
                    <a:pt x="953" y="0"/>
                  </a:moveTo>
                  <a:cubicBezTo>
                    <a:pt x="557" y="882"/>
                    <a:pt x="204" y="1549"/>
                    <a:pt x="0" y="1912"/>
                  </a:cubicBezTo>
                  <a:cubicBezTo>
                    <a:pt x="160" y="1638"/>
                    <a:pt x="315" y="1361"/>
                    <a:pt x="460" y="1082"/>
                  </a:cubicBezTo>
                  <a:cubicBezTo>
                    <a:pt x="637" y="735"/>
                    <a:pt x="802" y="374"/>
                    <a:pt x="953" y="0"/>
                  </a:cubicBezTo>
                  <a:close/>
                </a:path>
              </a:pathLst>
            </a:custGeom>
            <a:solidFill>
              <a:srgbClr val="93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985;p53"/>
            <p:cNvSpPr/>
            <p:nvPr/>
          </p:nvSpPr>
          <p:spPr>
            <a:xfrm>
              <a:off x="7684433" y="3077016"/>
              <a:ext cx="8349" cy="14577"/>
            </a:xfrm>
            <a:custGeom>
              <a:avLst/>
              <a:gdLst/>
              <a:ahLst/>
              <a:cxnLst/>
              <a:rect l="l" t="t" r="r" b="b"/>
              <a:pathLst>
                <a:path w="126" h="220" extrusionOk="0">
                  <a:moveTo>
                    <a:pt x="126" y="0"/>
                  </a:moveTo>
                  <a:cubicBezTo>
                    <a:pt x="95" y="57"/>
                    <a:pt x="69" y="103"/>
                    <a:pt x="48" y="140"/>
                  </a:cubicBezTo>
                  <a:lnTo>
                    <a:pt x="48" y="140"/>
                  </a:lnTo>
                  <a:cubicBezTo>
                    <a:pt x="75" y="95"/>
                    <a:pt x="101" y="48"/>
                    <a:pt x="126" y="0"/>
                  </a:cubicBezTo>
                  <a:close/>
                  <a:moveTo>
                    <a:pt x="48" y="140"/>
                  </a:moveTo>
                  <a:cubicBezTo>
                    <a:pt x="33" y="167"/>
                    <a:pt x="16" y="193"/>
                    <a:pt x="1" y="220"/>
                  </a:cubicBezTo>
                  <a:cubicBezTo>
                    <a:pt x="10" y="205"/>
                    <a:pt x="27" y="178"/>
                    <a:pt x="48" y="140"/>
                  </a:cubicBezTo>
                  <a:close/>
                </a:path>
              </a:pathLst>
            </a:custGeom>
            <a:solidFill>
              <a:srgbClr val="93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53"/>
            <p:cNvSpPr/>
            <p:nvPr/>
          </p:nvSpPr>
          <p:spPr>
            <a:xfrm>
              <a:off x="6768853" y="1729816"/>
              <a:ext cx="587064" cy="956397"/>
            </a:xfrm>
            <a:custGeom>
              <a:avLst/>
              <a:gdLst/>
              <a:ahLst/>
              <a:cxnLst/>
              <a:rect l="l" t="t" r="r" b="b"/>
              <a:pathLst>
                <a:path w="8860" h="14434" extrusionOk="0">
                  <a:moveTo>
                    <a:pt x="4752" y="1"/>
                  </a:moveTo>
                  <a:cubicBezTo>
                    <a:pt x="3598" y="1"/>
                    <a:pt x="2666" y="936"/>
                    <a:pt x="2666" y="2087"/>
                  </a:cubicBezTo>
                  <a:cubicBezTo>
                    <a:pt x="2666" y="2702"/>
                    <a:pt x="2929" y="3253"/>
                    <a:pt x="3355" y="3635"/>
                  </a:cubicBezTo>
                  <a:cubicBezTo>
                    <a:pt x="3609" y="3867"/>
                    <a:pt x="3740" y="4202"/>
                    <a:pt x="3740" y="4543"/>
                  </a:cubicBezTo>
                  <a:lnTo>
                    <a:pt x="3740" y="4934"/>
                  </a:lnTo>
                  <a:lnTo>
                    <a:pt x="1" y="4934"/>
                  </a:lnTo>
                  <a:lnTo>
                    <a:pt x="1" y="14434"/>
                  </a:lnTo>
                  <a:lnTo>
                    <a:pt x="8859" y="14434"/>
                  </a:lnTo>
                  <a:lnTo>
                    <a:pt x="8859" y="12655"/>
                  </a:lnTo>
                  <a:cubicBezTo>
                    <a:pt x="8788" y="12686"/>
                    <a:pt x="8729" y="12727"/>
                    <a:pt x="8681" y="12778"/>
                  </a:cubicBezTo>
                  <a:cubicBezTo>
                    <a:pt x="8164" y="13353"/>
                    <a:pt x="7426" y="13680"/>
                    <a:pt x="6657" y="13680"/>
                  </a:cubicBezTo>
                  <a:cubicBezTo>
                    <a:pt x="5914" y="13680"/>
                    <a:pt x="5219" y="13388"/>
                    <a:pt x="4701" y="12859"/>
                  </a:cubicBezTo>
                  <a:cubicBezTo>
                    <a:pt x="4185" y="12327"/>
                    <a:pt x="3910" y="11628"/>
                    <a:pt x="3926" y="10886"/>
                  </a:cubicBezTo>
                  <a:cubicBezTo>
                    <a:pt x="3966" y="9450"/>
                    <a:pt x="5161" y="8256"/>
                    <a:pt x="6599" y="8225"/>
                  </a:cubicBezTo>
                  <a:lnTo>
                    <a:pt x="6648" y="8225"/>
                  </a:lnTo>
                  <a:cubicBezTo>
                    <a:pt x="7398" y="8225"/>
                    <a:pt x="8118" y="8534"/>
                    <a:pt x="8625" y="9069"/>
                  </a:cubicBezTo>
                  <a:cubicBezTo>
                    <a:pt x="8672" y="9117"/>
                    <a:pt x="8753" y="9189"/>
                    <a:pt x="8858" y="9239"/>
                  </a:cubicBezTo>
                  <a:lnTo>
                    <a:pt x="8858" y="4934"/>
                  </a:lnTo>
                  <a:lnTo>
                    <a:pt x="5761" y="4935"/>
                  </a:lnTo>
                  <a:lnTo>
                    <a:pt x="5761" y="4544"/>
                  </a:lnTo>
                  <a:cubicBezTo>
                    <a:pt x="5761" y="4184"/>
                    <a:pt x="5928" y="3849"/>
                    <a:pt x="6191" y="3598"/>
                  </a:cubicBezTo>
                  <a:cubicBezTo>
                    <a:pt x="6597" y="3207"/>
                    <a:pt x="6846" y="2651"/>
                    <a:pt x="6833" y="2043"/>
                  </a:cubicBezTo>
                  <a:cubicBezTo>
                    <a:pt x="6811" y="946"/>
                    <a:pt x="5901" y="28"/>
                    <a:pt x="4803" y="1"/>
                  </a:cubicBezTo>
                  <a:close/>
                </a:path>
              </a:pathLst>
            </a:custGeom>
            <a:gradFill>
              <a:gsLst>
                <a:gs pos="0">
                  <a:schemeClr val="lt2"/>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53"/>
            <p:cNvSpPr/>
            <p:nvPr/>
          </p:nvSpPr>
          <p:spPr>
            <a:xfrm>
              <a:off x="6596312" y="1143547"/>
              <a:ext cx="767953" cy="931881"/>
            </a:xfrm>
            <a:custGeom>
              <a:avLst/>
              <a:gdLst/>
              <a:ahLst/>
              <a:cxnLst/>
              <a:rect l="l" t="t" r="r" b="b"/>
              <a:pathLst>
                <a:path w="11590" h="14064" extrusionOk="0">
                  <a:moveTo>
                    <a:pt x="2310" y="0"/>
                  </a:moveTo>
                  <a:cubicBezTo>
                    <a:pt x="2135" y="0"/>
                    <a:pt x="1958" y="23"/>
                    <a:pt x="1783" y="70"/>
                  </a:cubicBezTo>
                  <a:lnTo>
                    <a:pt x="1738" y="85"/>
                  </a:lnTo>
                  <a:cubicBezTo>
                    <a:pt x="627" y="413"/>
                    <a:pt x="1" y="1575"/>
                    <a:pt x="328" y="2677"/>
                  </a:cubicBezTo>
                  <a:cubicBezTo>
                    <a:pt x="502" y="3269"/>
                    <a:pt x="915" y="3722"/>
                    <a:pt x="1427" y="3968"/>
                  </a:cubicBezTo>
                  <a:cubicBezTo>
                    <a:pt x="1738" y="4115"/>
                    <a:pt x="1958" y="4400"/>
                    <a:pt x="2057" y="4730"/>
                  </a:cubicBezTo>
                  <a:lnTo>
                    <a:pt x="2167" y="5101"/>
                  </a:lnTo>
                  <a:lnTo>
                    <a:pt x="579" y="5573"/>
                  </a:lnTo>
                  <a:lnTo>
                    <a:pt x="3102" y="14064"/>
                  </a:lnTo>
                  <a:lnTo>
                    <a:pt x="6024" y="13196"/>
                  </a:lnTo>
                  <a:cubicBezTo>
                    <a:pt x="5973" y="13138"/>
                    <a:pt x="5918" y="13093"/>
                    <a:pt x="5854" y="13062"/>
                  </a:cubicBezTo>
                  <a:cubicBezTo>
                    <a:pt x="5156" y="12729"/>
                    <a:pt x="4631" y="12113"/>
                    <a:pt x="4413" y="11377"/>
                  </a:cubicBezTo>
                  <a:cubicBezTo>
                    <a:pt x="3984" y="9936"/>
                    <a:pt x="4807" y="8411"/>
                    <a:pt x="6254" y="7984"/>
                  </a:cubicBezTo>
                  <a:lnTo>
                    <a:pt x="6318" y="7966"/>
                  </a:lnTo>
                  <a:cubicBezTo>
                    <a:pt x="6546" y="7905"/>
                    <a:pt x="6777" y="7876"/>
                    <a:pt x="7005" y="7876"/>
                  </a:cubicBezTo>
                  <a:cubicBezTo>
                    <a:pt x="8164" y="7876"/>
                    <a:pt x="9259" y="8629"/>
                    <a:pt x="9626" y="9770"/>
                  </a:cubicBezTo>
                  <a:cubicBezTo>
                    <a:pt x="9857" y="10499"/>
                    <a:pt x="9772" y="11296"/>
                    <a:pt x="9397" y="11960"/>
                  </a:cubicBezTo>
                  <a:cubicBezTo>
                    <a:pt x="9361" y="12021"/>
                    <a:pt x="9313" y="12116"/>
                    <a:pt x="9293" y="12220"/>
                  </a:cubicBezTo>
                  <a:lnTo>
                    <a:pt x="11590" y="11538"/>
                  </a:lnTo>
                  <a:lnTo>
                    <a:pt x="10952" y="9394"/>
                  </a:lnTo>
                  <a:lnTo>
                    <a:pt x="10745" y="8692"/>
                  </a:lnTo>
                  <a:lnTo>
                    <a:pt x="9072" y="3051"/>
                  </a:lnTo>
                  <a:lnTo>
                    <a:pt x="4102" y="4523"/>
                  </a:lnTo>
                  <a:lnTo>
                    <a:pt x="3993" y="4151"/>
                  </a:lnTo>
                  <a:cubicBezTo>
                    <a:pt x="3890" y="3807"/>
                    <a:pt x="3957" y="3437"/>
                    <a:pt x="4136" y="3120"/>
                  </a:cubicBezTo>
                  <a:cubicBezTo>
                    <a:pt x="4413" y="2632"/>
                    <a:pt x="4495" y="2028"/>
                    <a:pt x="4310" y="1448"/>
                  </a:cubicBezTo>
                  <a:cubicBezTo>
                    <a:pt x="4031" y="577"/>
                    <a:pt x="3194" y="0"/>
                    <a:pt x="2310" y="0"/>
                  </a:cubicBezTo>
                  <a:close/>
                </a:path>
              </a:pathLst>
            </a:custGeom>
            <a:gradFill>
              <a:gsLst>
                <a:gs pos="0">
                  <a:schemeClr val="accent3"/>
                </a:gs>
                <a:gs pos="100000">
                  <a:schemeClr val="accent1"/>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53"/>
            <p:cNvSpPr/>
            <p:nvPr/>
          </p:nvSpPr>
          <p:spPr>
            <a:xfrm>
              <a:off x="7069806" y="2099084"/>
              <a:ext cx="1286438" cy="586931"/>
            </a:xfrm>
            <a:custGeom>
              <a:avLst/>
              <a:gdLst/>
              <a:ahLst/>
              <a:cxnLst/>
              <a:rect l="l" t="t" r="r" b="b"/>
              <a:pathLst>
                <a:path w="19415" h="8858" extrusionOk="0">
                  <a:moveTo>
                    <a:pt x="11408" y="0"/>
                  </a:moveTo>
                  <a:cubicBezTo>
                    <a:pt x="11437" y="69"/>
                    <a:pt x="11479" y="131"/>
                    <a:pt x="11532" y="178"/>
                  </a:cubicBezTo>
                  <a:cubicBezTo>
                    <a:pt x="12104" y="694"/>
                    <a:pt x="12436" y="1434"/>
                    <a:pt x="12436" y="2203"/>
                  </a:cubicBezTo>
                  <a:cubicBezTo>
                    <a:pt x="12436" y="3709"/>
                    <a:pt x="11210" y="4934"/>
                    <a:pt x="9704" y="4934"/>
                  </a:cubicBezTo>
                  <a:cubicBezTo>
                    <a:pt x="9682" y="4934"/>
                    <a:pt x="9662" y="4932"/>
                    <a:pt x="9639" y="4932"/>
                  </a:cubicBezTo>
                  <a:cubicBezTo>
                    <a:pt x="8201" y="4897"/>
                    <a:pt x="7010" y="3701"/>
                    <a:pt x="6984" y="2264"/>
                  </a:cubicBezTo>
                  <a:cubicBezTo>
                    <a:pt x="6965" y="1499"/>
                    <a:pt x="7272" y="759"/>
                    <a:pt x="7824" y="230"/>
                  </a:cubicBezTo>
                  <a:cubicBezTo>
                    <a:pt x="7875" y="184"/>
                    <a:pt x="7945" y="105"/>
                    <a:pt x="7996" y="2"/>
                  </a:cubicBezTo>
                  <a:lnTo>
                    <a:pt x="4959" y="2"/>
                  </a:lnTo>
                  <a:lnTo>
                    <a:pt x="4959" y="4367"/>
                  </a:lnTo>
                  <a:lnTo>
                    <a:pt x="4567" y="4367"/>
                  </a:lnTo>
                  <a:cubicBezTo>
                    <a:pt x="4207" y="4367"/>
                    <a:pt x="3872" y="4199"/>
                    <a:pt x="3619" y="3936"/>
                  </a:cubicBezTo>
                  <a:cubicBezTo>
                    <a:pt x="3241" y="3536"/>
                    <a:pt x="2699" y="3291"/>
                    <a:pt x="2106" y="3291"/>
                  </a:cubicBezTo>
                  <a:lnTo>
                    <a:pt x="2067" y="3291"/>
                  </a:lnTo>
                  <a:cubicBezTo>
                    <a:pt x="972" y="3315"/>
                    <a:pt x="56" y="4227"/>
                    <a:pt x="28" y="5325"/>
                  </a:cubicBezTo>
                  <a:cubicBezTo>
                    <a:pt x="1" y="6501"/>
                    <a:pt x="944" y="7460"/>
                    <a:pt x="2115" y="7460"/>
                  </a:cubicBezTo>
                  <a:cubicBezTo>
                    <a:pt x="2727" y="7460"/>
                    <a:pt x="3279" y="7197"/>
                    <a:pt x="3663" y="6771"/>
                  </a:cubicBezTo>
                  <a:cubicBezTo>
                    <a:pt x="3890" y="6518"/>
                    <a:pt x="4230" y="6387"/>
                    <a:pt x="4570" y="6387"/>
                  </a:cubicBezTo>
                  <a:lnTo>
                    <a:pt x="4960" y="6387"/>
                  </a:lnTo>
                  <a:lnTo>
                    <a:pt x="4960" y="8858"/>
                  </a:lnTo>
                  <a:lnTo>
                    <a:pt x="14457" y="8858"/>
                  </a:lnTo>
                  <a:lnTo>
                    <a:pt x="14457" y="4798"/>
                  </a:lnTo>
                  <a:lnTo>
                    <a:pt x="14847" y="4798"/>
                  </a:lnTo>
                  <a:cubicBezTo>
                    <a:pt x="15209" y="4798"/>
                    <a:pt x="15543" y="4966"/>
                    <a:pt x="15796" y="5229"/>
                  </a:cubicBezTo>
                  <a:cubicBezTo>
                    <a:pt x="16174" y="5624"/>
                    <a:pt x="16710" y="5870"/>
                    <a:pt x="17304" y="5870"/>
                  </a:cubicBezTo>
                  <a:lnTo>
                    <a:pt x="17347" y="5870"/>
                  </a:lnTo>
                  <a:cubicBezTo>
                    <a:pt x="18443" y="5851"/>
                    <a:pt x="19359" y="4938"/>
                    <a:pt x="19387" y="3840"/>
                  </a:cubicBezTo>
                  <a:cubicBezTo>
                    <a:pt x="19415" y="2663"/>
                    <a:pt x="18471" y="1703"/>
                    <a:pt x="17301" y="1702"/>
                  </a:cubicBezTo>
                  <a:cubicBezTo>
                    <a:pt x="16689" y="1702"/>
                    <a:pt x="16136" y="1965"/>
                    <a:pt x="15752" y="2389"/>
                  </a:cubicBezTo>
                  <a:cubicBezTo>
                    <a:pt x="15526" y="2644"/>
                    <a:pt x="15185" y="2775"/>
                    <a:pt x="14845" y="2775"/>
                  </a:cubicBezTo>
                  <a:lnTo>
                    <a:pt x="14454" y="2775"/>
                  </a:lnTo>
                  <a:lnTo>
                    <a:pt x="144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53"/>
            <p:cNvSpPr/>
            <p:nvPr/>
          </p:nvSpPr>
          <p:spPr>
            <a:xfrm>
              <a:off x="7398124" y="1427074"/>
              <a:ext cx="629404" cy="956728"/>
            </a:xfrm>
            <a:custGeom>
              <a:avLst/>
              <a:gdLst/>
              <a:ahLst/>
              <a:cxnLst/>
              <a:rect l="l" t="t" r="r" b="b"/>
              <a:pathLst>
                <a:path w="9499" h="14439" extrusionOk="0">
                  <a:moveTo>
                    <a:pt x="7919" y="0"/>
                  </a:moveTo>
                  <a:lnTo>
                    <a:pt x="7919" y="390"/>
                  </a:lnTo>
                  <a:cubicBezTo>
                    <a:pt x="7919" y="731"/>
                    <a:pt x="8049" y="1070"/>
                    <a:pt x="8304" y="1297"/>
                  </a:cubicBezTo>
                  <a:cubicBezTo>
                    <a:pt x="8727" y="1681"/>
                    <a:pt x="8993" y="2233"/>
                    <a:pt x="8993" y="2845"/>
                  </a:cubicBezTo>
                  <a:cubicBezTo>
                    <a:pt x="8993" y="4001"/>
                    <a:pt x="8060" y="4936"/>
                    <a:pt x="6907" y="4936"/>
                  </a:cubicBezTo>
                  <a:cubicBezTo>
                    <a:pt x="6889" y="4936"/>
                    <a:pt x="6872" y="4933"/>
                    <a:pt x="6856" y="4933"/>
                  </a:cubicBezTo>
                  <a:cubicBezTo>
                    <a:pt x="6327" y="4919"/>
                    <a:pt x="5841" y="4701"/>
                    <a:pt x="5476" y="4354"/>
                  </a:cubicBezTo>
                  <a:cubicBezTo>
                    <a:pt x="5434" y="4315"/>
                    <a:pt x="5395" y="4275"/>
                    <a:pt x="5355" y="4231"/>
                  </a:cubicBezTo>
                  <a:cubicBezTo>
                    <a:pt x="5318" y="4187"/>
                    <a:pt x="5281" y="4139"/>
                    <a:pt x="5245" y="4096"/>
                  </a:cubicBezTo>
                  <a:cubicBezTo>
                    <a:pt x="5210" y="4052"/>
                    <a:pt x="5181" y="4008"/>
                    <a:pt x="5155" y="3965"/>
                  </a:cubicBezTo>
                  <a:cubicBezTo>
                    <a:pt x="4953" y="3652"/>
                    <a:pt x="4830" y="3287"/>
                    <a:pt x="4823" y="2896"/>
                  </a:cubicBezTo>
                  <a:cubicBezTo>
                    <a:pt x="4810" y="2286"/>
                    <a:pt x="5057" y="1730"/>
                    <a:pt x="5464" y="1342"/>
                  </a:cubicBezTo>
                  <a:cubicBezTo>
                    <a:pt x="5729" y="1090"/>
                    <a:pt x="5896" y="756"/>
                    <a:pt x="5896" y="394"/>
                  </a:cubicBezTo>
                  <a:lnTo>
                    <a:pt x="5896" y="3"/>
                  </a:lnTo>
                  <a:lnTo>
                    <a:pt x="1" y="3"/>
                  </a:lnTo>
                  <a:lnTo>
                    <a:pt x="1" y="5243"/>
                  </a:lnTo>
                  <a:lnTo>
                    <a:pt x="387" y="5243"/>
                  </a:lnTo>
                  <a:cubicBezTo>
                    <a:pt x="730" y="5243"/>
                    <a:pt x="1066" y="5112"/>
                    <a:pt x="1296" y="4859"/>
                  </a:cubicBezTo>
                  <a:cubicBezTo>
                    <a:pt x="1677" y="4436"/>
                    <a:pt x="2229" y="4170"/>
                    <a:pt x="2844" y="4170"/>
                  </a:cubicBezTo>
                  <a:cubicBezTo>
                    <a:pt x="4015" y="4170"/>
                    <a:pt x="4956" y="5129"/>
                    <a:pt x="4931" y="6306"/>
                  </a:cubicBezTo>
                  <a:cubicBezTo>
                    <a:pt x="4902" y="7403"/>
                    <a:pt x="3986" y="8316"/>
                    <a:pt x="2888" y="8340"/>
                  </a:cubicBezTo>
                  <a:lnTo>
                    <a:pt x="2850" y="8340"/>
                  </a:lnTo>
                  <a:cubicBezTo>
                    <a:pt x="2257" y="8340"/>
                    <a:pt x="1718" y="8094"/>
                    <a:pt x="1335" y="7694"/>
                  </a:cubicBezTo>
                  <a:cubicBezTo>
                    <a:pt x="1084" y="7431"/>
                    <a:pt x="749" y="7264"/>
                    <a:pt x="387" y="7264"/>
                  </a:cubicBezTo>
                  <a:lnTo>
                    <a:pt x="1" y="7264"/>
                  </a:lnTo>
                  <a:lnTo>
                    <a:pt x="1" y="9501"/>
                  </a:lnTo>
                  <a:lnTo>
                    <a:pt x="3739" y="9501"/>
                  </a:lnTo>
                  <a:lnTo>
                    <a:pt x="3739" y="9891"/>
                  </a:lnTo>
                  <a:cubicBezTo>
                    <a:pt x="3739" y="10253"/>
                    <a:pt x="3571" y="10587"/>
                    <a:pt x="3308" y="10839"/>
                  </a:cubicBezTo>
                  <a:cubicBezTo>
                    <a:pt x="2903" y="11229"/>
                    <a:pt x="2654" y="11785"/>
                    <a:pt x="2666" y="12392"/>
                  </a:cubicBezTo>
                  <a:cubicBezTo>
                    <a:pt x="2686" y="13489"/>
                    <a:pt x="3599" y="14408"/>
                    <a:pt x="4697" y="14434"/>
                  </a:cubicBezTo>
                  <a:cubicBezTo>
                    <a:pt x="4714" y="14434"/>
                    <a:pt x="4730" y="14439"/>
                    <a:pt x="4745" y="14439"/>
                  </a:cubicBezTo>
                  <a:cubicBezTo>
                    <a:pt x="5902" y="14439"/>
                    <a:pt x="6835" y="13501"/>
                    <a:pt x="6835" y="12348"/>
                  </a:cubicBezTo>
                  <a:cubicBezTo>
                    <a:pt x="6835" y="11735"/>
                    <a:pt x="6572" y="11183"/>
                    <a:pt x="6146" y="10800"/>
                  </a:cubicBezTo>
                  <a:cubicBezTo>
                    <a:pt x="5892" y="10570"/>
                    <a:pt x="5761" y="10233"/>
                    <a:pt x="5761" y="9894"/>
                  </a:cubicBezTo>
                  <a:lnTo>
                    <a:pt x="5761" y="9503"/>
                  </a:lnTo>
                  <a:lnTo>
                    <a:pt x="9499" y="9503"/>
                  </a:lnTo>
                  <a:lnTo>
                    <a:pt x="9499" y="3"/>
                  </a:lnTo>
                  <a:lnTo>
                    <a:pt x="9498" y="3"/>
                  </a:lnTo>
                  <a:lnTo>
                    <a:pt x="9498" y="0"/>
                  </a:lnTo>
                  <a:close/>
                </a:path>
              </a:pathLst>
            </a:custGeom>
            <a:gradFill>
              <a:gsLst>
                <a:gs pos="0">
                  <a:schemeClr val="accent4"/>
                </a:gs>
                <a:gs pos="100000">
                  <a:schemeClr val="accent5"/>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53"/>
            <p:cNvSpPr/>
            <p:nvPr/>
          </p:nvSpPr>
          <p:spPr>
            <a:xfrm>
              <a:off x="7076564" y="2512149"/>
              <a:ext cx="450899" cy="621718"/>
            </a:xfrm>
            <a:custGeom>
              <a:avLst/>
              <a:gdLst/>
              <a:ahLst/>
              <a:cxnLst/>
              <a:rect l="l" t="t" r="r" b="b"/>
              <a:pathLst>
                <a:path w="6805" h="9383" extrusionOk="0">
                  <a:moveTo>
                    <a:pt x="3825" y="0"/>
                  </a:moveTo>
                  <a:cubicBezTo>
                    <a:pt x="2898" y="0"/>
                    <a:pt x="1986" y="442"/>
                    <a:pt x="1366" y="1125"/>
                  </a:cubicBezTo>
                  <a:cubicBezTo>
                    <a:pt x="616" y="1950"/>
                    <a:pt x="259" y="3038"/>
                    <a:pt x="147" y="4131"/>
                  </a:cubicBezTo>
                  <a:lnTo>
                    <a:pt x="147" y="4134"/>
                  </a:lnTo>
                  <a:cubicBezTo>
                    <a:pt x="35" y="4729"/>
                    <a:pt x="1" y="5338"/>
                    <a:pt x="44" y="5941"/>
                  </a:cubicBezTo>
                  <a:cubicBezTo>
                    <a:pt x="114" y="6862"/>
                    <a:pt x="329" y="7913"/>
                    <a:pt x="943" y="8634"/>
                  </a:cubicBezTo>
                  <a:cubicBezTo>
                    <a:pt x="1374" y="9139"/>
                    <a:pt x="2022" y="9383"/>
                    <a:pt x="2673" y="9383"/>
                  </a:cubicBezTo>
                  <a:cubicBezTo>
                    <a:pt x="2933" y="9383"/>
                    <a:pt x="3193" y="9344"/>
                    <a:pt x="3440" y="9268"/>
                  </a:cubicBezTo>
                  <a:cubicBezTo>
                    <a:pt x="4378" y="8980"/>
                    <a:pt x="5095" y="8240"/>
                    <a:pt x="5570" y="7406"/>
                  </a:cubicBezTo>
                  <a:cubicBezTo>
                    <a:pt x="6107" y="6474"/>
                    <a:pt x="6491" y="5369"/>
                    <a:pt x="6654" y="4309"/>
                  </a:cubicBezTo>
                  <a:cubicBezTo>
                    <a:pt x="6805" y="3327"/>
                    <a:pt x="6726" y="2308"/>
                    <a:pt x="6223" y="1430"/>
                  </a:cubicBezTo>
                  <a:cubicBezTo>
                    <a:pt x="5777" y="665"/>
                    <a:pt x="5035" y="119"/>
                    <a:pt x="4146" y="18"/>
                  </a:cubicBezTo>
                  <a:cubicBezTo>
                    <a:pt x="4039" y="6"/>
                    <a:pt x="3932" y="0"/>
                    <a:pt x="3825" y="0"/>
                  </a:cubicBezTo>
                  <a:close/>
                </a:path>
              </a:pathLst>
            </a:custGeom>
            <a:solidFill>
              <a:srgbClr val="F4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53"/>
            <p:cNvSpPr/>
            <p:nvPr/>
          </p:nvSpPr>
          <p:spPr>
            <a:xfrm>
              <a:off x="6558213" y="2493000"/>
              <a:ext cx="1000990" cy="1373437"/>
            </a:xfrm>
            <a:custGeom>
              <a:avLst/>
              <a:gdLst/>
              <a:ahLst/>
              <a:cxnLst/>
              <a:rect l="l" t="t" r="r" b="b"/>
              <a:pathLst>
                <a:path w="15107" h="20728" extrusionOk="0">
                  <a:moveTo>
                    <a:pt x="11795" y="1"/>
                  </a:moveTo>
                  <a:cubicBezTo>
                    <a:pt x="11213" y="1"/>
                    <a:pt x="10624" y="150"/>
                    <a:pt x="10100" y="424"/>
                  </a:cubicBezTo>
                  <a:cubicBezTo>
                    <a:pt x="8950" y="1023"/>
                    <a:pt x="8236" y="2178"/>
                    <a:pt x="7886" y="3406"/>
                  </a:cubicBezTo>
                  <a:lnTo>
                    <a:pt x="2533" y="3406"/>
                  </a:lnTo>
                  <a:cubicBezTo>
                    <a:pt x="2257" y="3406"/>
                    <a:pt x="2257" y="3834"/>
                    <a:pt x="2533" y="3834"/>
                  </a:cubicBezTo>
                  <a:lnTo>
                    <a:pt x="7778" y="3834"/>
                  </a:lnTo>
                  <a:cubicBezTo>
                    <a:pt x="7755" y="3951"/>
                    <a:pt x="7730" y="4066"/>
                    <a:pt x="7712" y="4179"/>
                  </a:cubicBezTo>
                  <a:cubicBezTo>
                    <a:pt x="7685" y="4342"/>
                    <a:pt x="7823" y="4449"/>
                    <a:pt x="7947" y="4449"/>
                  </a:cubicBezTo>
                  <a:cubicBezTo>
                    <a:pt x="8030" y="4449"/>
                    <a:pt x="8106" y="4402"/>
                    <a:pt x="8123" y="4294"/>
                  </a:cubicBezTo>
                  <a:cubicBezTo>
                    <a:pt x="8318" y="3099"/>
                    <a:pt x="8824" y="1902"/>
                    <a:pt x="9792" y="1130"/>
                  </a:cubicBezTo>
                  <a:cubicBezTo>
                    <a:pt x="10349" y="688"/>
                    <a:pt x="11082" y="420"/>
                    <a:pt x="11803" y="420"/>
                  </a:cubicBezTo>
                  <a:cubicBezTo>
                    <a:pt x="12258" y="420"/>
                    <a:pt x="12709" y="526"/>
                    <a:pt x="13108" y="764"/>
                  </a:cubicBezTo>
                  <a:cubicBezTo>
                    <a:pt x="14213" y="1418"/>
                    <a:pt x="14612" y="2775"/>
                    <a:pt x="14541" y="3991"/>
                  </a:cubicBezTo>
                  <a:cubicBezTo>
                    <a:pt x="14466" y="5288"/>
                    <a:pt x="13994" y="6684"/>
                    <a:pt x="13263" y="7759"/>
                  </a:cubicBezTo>
                  <a:cubicBezTo>
                    <a:pt x="12618" y="8705"/>
                    <a:pt x="11555" y="9450"/>
                    <a:pt x="10407" y="9450"/>
                  </a:cubicBezTo>
                  <a:cubicBezTo>
                    <a:pt x="10164" y="9450"/>
                    <a:pt x="9917" y="9417"/>
                    <a:pt x="9670" y="9345"/>
                  </a:cubicBezTo>
                  <a:cubicBezTo>
                    <a:pt x="9648" y="9338"/>
                    <a:pt x="9627" y="9335"/>
                    <a:pt x="9607" y="9335"/>
                  </a:cubicBezTo>
                  <a:cubicBezTo>
                    <a:pt x="9389" y="9335"/>
                    <a:pt x="9313" y="9687"/>
                    <a:pt x="9555" y="9758"/>
                  </a:cubicBezTo>
                  <a:cubicBezTo>
                    <a:pt x="9834" y="9838"/>
                    <a:pt x="10115" y="9876"/>
                    <a:pt x="10394" y="9876"/>
                  </a:cubicBezTo>
                  <a:cubicBezTo>
                    <a:pt x="11471" y="9876"/>
                    <a:pt x="12514" y="9315"/>
                    <a:pt x="13225" y="8501"/>
                  </a:cubicBezTo>
                  <a:cubicBezTo>
                    <a:pt x="14184" y="7405"/>
                    <a:pt x="14737" y="5877"/>
                    <a:pt x="14926" y="4449"/>
                  </a:cubicBezTo>
                  <a:cubicBezTo>
                    <a:pt x="15106" y="3094"/>
                    <a:pt x="14808" y="1569"/>
                    <a:pt x="13702" y="659"/>
                  </a:cubicBezTo>
                  <a:cubicBezTo>
                    <a:pt x="13151" y="206"/>
                    <a:pt x="12477" y="1"/>
                    <a:pt x="11795" y="1"/>
                  </a:cubicBezTo>
                  <a:close/>
                  <a:moveTo>
                    <a:pt x="7973" y="13516"/>
                  </a:moveTo>
                  <a:cubicBezTo>
                    <a:pt x="5459" y="15005"/>
                    <a:pt x="2873" y="16492"/>
                    <a:pt x="111" y="17354"/>
                  </a:cubicBezTo>
                  <a:cubicBezTo>
                    <a:pt x="122" y="18481"/>
                    <a:pt x="86" y="19603"/>
                    <a:pt x="0" y="20727"/>
                  </a:cubicBezTo>
                  <a:cubicBezTo>
                    <a:pt x="5225" y="19718"/>
                    <a:pt x="7973" y="13516"/>
                    <a:pt x="7973" y="1351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53"/>
            <p:cNvSpPr/>
            <p:nvPr/>
          </p:nvSpPr>
          <p:spPr>
            <a:xfrm>
              <a:off x="6385957" y="2893446"/>
              <a:ext cx="418971" cy="381744"/>
            </a:xfrm>
            <a:custGeom>
              <a:avLst/>
              <a:gdLst/>
              <a:ahLst/>
              <a:cxnLst/>
              <a:rect l="l" t="t" r="r" b="b"/>
              <a:pathLst>
                <a:path w="7259" h="6614" extrusionOk="0">
                  <a:moveTo>
                    <a:pt x="3630" y="1"/>
                  </a:moveTo>
                  <a:cubicBezTo>
                    <a:pt x="2784" y="1"/>
                    <a:pt x="1937" y="323"/>
                    <a:pt x="1292" y="969"/>
                  </a:cubicBezTo>
                  <a:cubicBezTo>
                    <a:pt x="1" y="2260"/>
                    <a:pt x="1" y="4354"/>
                    <a:pt x="1292" y="5645"/>
                  </a:cubicBezTo>
                  <a:cubicBezTo>
                    <a:pt x="1937" y="6290"/>
                    <a:pt x="2784" y="6613"/>
                    <a:pt x="3630" y="6613"/>
                  </a:cubicBezTo>
                  <a:cubicBezTo>
                    <a:pt x="4476" y="6613"/>
                    <a:pt x="5322" y="6290"/>
                    <a:pt x="5968" y="5645"/>
                  </a:cubicBezTo>
                  <a:cubicBezTo>
                    <a:pt x="7259" y="4354"/>
                    <a:pt x="7259" y="2260"/>
                    <a:pt x="5968" y="969"/>
                  </a:cubicBezTo>
                  <a:cubicBezTo>
                    <a:pt x="5322" y="323"/>
                    <a:pt x="4476" y="1"/>
                    <a:pt x="363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93" name="Google Shape;993;p53"/>
          <p:cNvSpPr/>
          <p:nvPr/>
        </p:nvSpPr>
        <p:spPr>
          <a:xfrm rot="147442" flipH="1">
            <a:off x="1162339" y="1235850"/>
            <a:ext cx="256457" cy="185819"/>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53"/>
          <p:cNvSpPr/>
          <p:nvPr/>
        </p:nvSpPr>
        <p:spPr>
          <a:xfrm rot="719841">
            <a:off x="1858998" y="1119782"/>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54"/>
          <p:cNvSpPr txBox="1">
            <a:spLocks noGrp="1"/>
          </p:cNvSpPr>
          <p:nvPr>
            <p:ph type="title"/>
          </p:nvPr>
        </p:nvSpPr>
        <p:spPr>
          <a:xfrm>
            <a:off x="713225" y="377891"/>
            <a:ext cx="7717500" cy="640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a:t>Situación actual</a:t>
            </a:r>
            <a:endParaRPr/>
          </a:p>
        </p:txBody>
      </p:sp>
      <p:sp>
        <p:nvSpPr>
          <p:cNvPr id="1000" name="Google Shape;1000;p54"/>
          <p:cNvSpPr txBox="1">
            <a:spLocks noGrp="1"/>
          </p:cNvSpPr>
          <p:nvPr>
            <p:ph type="subTitle" idx="2"/>
          </p:nvPr>
        </p:nvSpPr>
        <p:spPr>
          <a:xfrm>
            <a:off x="727713" y="1898211"/>
            <a:ext cx="33192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¿Dónde estamos?</a:t>
            </a:r>
            <a:endParaRPr/>
          </a:p>
        </p:txBody>
      </p:sp>
      <p:sp>
        <p:nvSpPr>
          <p:cNvPr id="1001" name="Google Shape;1001;p54"/>
          <p:cNvSpPr txBox="1">
            <a:spLocks noGrp="1"/>
          </p:cNvSpPr>
          <p:nvPr>
            <p:ph type="body" idx="1"/>
          </p:nvPr>
        </p:nvSpPr>
        <p:spPr>
          <a:xfrm>
            <a:off x="5095888" y="2266222"/>
            <a:ext cx="3320400" cy="174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dirty="0"/>
              <a:t>Vi además la ciudad santa, la nueva Jerusalén, que bajaba del cielo, procedente de Dios, preparada como una novia hermosamente vestida para su prometido. 3 Oí una potente voz que provenía del trono y decía: «¡Aquí, entre los seres humanos, está la morada de Dios! Él acampará en medio de ellos, y ellos serán su pueblo; Dios mismo estará con ellos y será su Dios. Apocalipsis 21</a:t>
            </a:r>
          </a:p>
        </p:txBody>
      </p:sp>
      <p:sp>
        <p:nvSpPr>
          <p:cNvPr id="1002" name="Google Shape;1002;p54"/>
          <p:cNvSpPr txBox="1">
            <a:spLocks noGrp="1"/>
          </p:cNvSpPr>
          <p:nvPr>
            <p:ph type="body" idx="3"/>
          </p:nvPr>
        </p:nvSpPr>
        <p:spPr>
          <a:xfrm>
            <a:off x="727713" y="2266217"/>
            <a:ext cx="3319200" cy="174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CO" dirty="0"/>
              <a:t>E</a:t>
            </a:r>
            <a:r>
              <a:rPr lang="es" dirty="0"/>
              <a:t>n un mundo lleno de pecado, maldad, enfermedad (muchas veces provocadas por nosotros mismos)</a:t>
            </a:r>
          </a:p>
          <a:p>
            <a:pPr marL="0" lvl="0" indent="0" algn="ctr" rtl="0">
              <a:spcBef>
                <a:spcPts val="0"/>
              </a:spcBef>
              <a:spcAft>
                <a:spcPts val="0"/>
              </a:spcAft>
              <a:buNone/>
            </a:pPr>
            <a:r>
              <a:rPr lang="es-CO" dirty="0"/>
              <a:t>P</a:t>
            </a:r>
            <a:r>
              <a:rPr lang="es" dirty="0"/>
              <a:t>ensando siempre en nuestro bienestar, nuestro placer, sin hacer ningun esfuerzo por mantener la casa donde habitamos, que es nuestro cuerpo y sin poner a Dios en primer lugar</a:t>
            </a:r>
            <a:endParaRPr dirty="0"/>
          </a:p>
        </p:txBody>
      </p:sp>
      <p:sp>
        <p:nvSpPr>
          <p:cNvPr id="1003" name="Google Shape;1003;p54"/>
          <p:cNvSpPr txBox="1">
            <a:spLocks noGrp="1"/>
          </p:cNvSpPr>
          <p:nvPr>
            <p:ph type="subTitle" idx="4"/>
          </p:nvPr>
        </p:nvSpPr>
        <p:spPr>
          <a:xfrm>
            <a:off x="5095888" y="1898211"/>
            <a:ext cx="3320400" cy="3657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a:t>¿Dónde queremos estar?</a:t>
            </a:r>
            <a:endParaRPr/>
          </a:p>
        </p:txBody>
      </p:sp>
      <p:sp>
        <p:nvSpPr>
          <p:cNvPr id="1004" name="Google Shape;1004;p54"/>
          <p:cNvSpPr/>
          <p:nvPr/>
        </p:nvSpPr>
        <p:spPr>
          <a:xfrm>
            <a:off x="2165784" y="1354047"/>
            <a:ext cx="443057" cy="443143"/>
          </a:xfrm>
          <a:custGeom>
            <a:avLst/>
            <a:gdLst/>
            <a:ahLst/>
            <a:cxnLst/>
            <a:rect l="l" t="t" r="r" b="b"/>
            <a:pathLst>
              <a:path w="15408" h="15411" extrusionOk="0">
                <a:moveTo>
                  <a:pt x="8654" y="1925"/>
                </a:moveTo>
                <a:cubicBezTo>
                  <a:pt x="8410" y="1925"/>
                  <a:pt x="8185" y="2025"/>
                  <a:pt x="8055" y="2174"/>
                </a:cubicBezTo>
                <a:cubicBezTo>
                  <a:pt x="7988" y="2251"/>
                  <a:pt x="7925" y="2334"/>
                  <a:pt x="7954" y="2447"/>
                </a:cubicBezTo>
                <a:cubicBezTo>
                  <a:pt x="7981" y="2543"/>
                  <a:pt x="8033" y="2616"/>
                  <a:pt x="8136" y="2632"/>
                </a:cubicBezTo>
                <a:cubicBezTo>
                  <a:pt x="8154" y="2635"/>
                  <a:pt x="8172" y="2636"/>
                  <a:pt x="8189" y="2636"/>
                </a:cubicBezTo>
                <a:cubicBezTo>
                  <a:pt x="8279" y="2636"/>
                  <a:pt x="8353" y="2595"/>
                  <a:pt x="8398" y="2514"/>
                </a:cubicBezTo>
                <a:cubicBezTo>
                  <a:pt x="8442" y="2437"/>
                  <a:pt x="8555" y="2396"/>
                  <a:pt x="8669" y="2396"/>
                </a:cubicBezTo>
                <a:cubicBezTo>
                  <a:pt x="8782" y="2396"/>
                  <a:pt x="8897" y="2436"/>
                  <a:pt x="8946" y="2518"/>
                </a:cubicBezTo>
                <a:cubicBezTo>
                  <a:pt x="8996" y="2603"/>
                  <a:pt x="9076" y="2635"/>
                  <a:pt x="9150" y="2635"/>
                </a:cubicBezTo>
                <a:cubicBezTo>
                  <a:pt x="9199" y="2635"/>
                  <a:pt x="9245" y="2621"/>
                  <a:pt x="9277" y="2600"/>
                </a:cubicBezTo>
                <a:cubicBezTo>
                  <a:pt x="9397" y="2521"/>
                  <a:pt x="9421" y="2376"/>
                  <a:pt x="9340" y="2254"/>
                </a:cubicBezTo>
                <a:cubicBezTo>
                  <a:pt x="9182" y="2020"/>
                  <a:pt x="8949" y="1931"/>
                  <a:pt x="8674" y="1925"/>
                </a:cubicBezTo>
                <a:cubicBezTo>
                  <a:pt x="8667" y="1925"/>
                  <a:pt x="8660" y="1925"/>
                  <a:pt x="8654" y="1925"/>
                </a:cubicBezTo>
                <a:close/>
                <a:moveTo>
                  <a:pt x="6758" y="1923"/>
                </a:moveTo>
                <a:cubicBezTo>
                  <a:pt x="6677" y="1923"/>
                  <a:pt x="6594" y="1934"/>
                  <a:pt x="6511" y="1953"/>
                </a:cubicBezTo>
                <a:cubicBezTo>
                  <a:pt x="6312" y="1998"/>
                  <a:pt x="6149" y="2104"/>
                  <a:pt x="6051" y="2293"/>
                </a:cubicBezTo>
                <a:cubicBezTo>
                  <a:pt x="5995" y="2404"/>
                  <a:pt x="6032" y="2542"/>
                  <a:pt x="6136" y="2607"/>
                </a:cubicBezTo>
                <a:cubicBezTo>
                  <a:pt x="6169" y="2628"/>
                  <a:pt x="6211" y="2638"/>
                  <a:pt x="6255" y="2638"/>
                </a:cubicBezTo>
                <a:cubicBezTo>
                  <a:pt x="6336" y="2638"/>
                  <a:pt x="6420" y="2603"/>
                  <a:pt x="6454" y="2536"/>
                </a:cubicBezTo>
                <a:cubicBezTo>
                  <a:pt x="6501" y="2445"/>
                  <a:pt x="6622" y="2399"/>
                  <a:pt x="6744" y="2399"/>
                </a:cubicBezTo>
                <a:cubicBezTo>
                  <a:pt x="6864" y="2399"/>
                  <a:pt x="6985" y="2444"/>
                  <a:pt x="7033" y="2534"/>
                </a:cubicBezTo>
                <a:cubicBezTo>
                  <a:pt x="7068" y="2605"/>
                  <a:pt x="7132" y="2637"/>
                  <a:pt x="7207" y="2637"/>
                </a:cubicBezTo>
                <a:cubicBezTo>
                  <a:pt x="7238" y="2637"/>
                  <a:pt x="7272" y="2631"/>
                  <a:pt x="7306" y="2620"/>
                </a:cubicBezTo>
                <a:cubicBezTo>
                  <a:pt x="7402" y="2588"/>
                  <a:pt x="7462" y="2504"/>
                  <a:pt x="7462" y="2363"/>
                </a:cubicBezTo>
                <a:cubicBezTo>
                  <a:pt x="7446" y="2251"/>
                  <a:pt x="7355" y="2152"/>
                  <a:pt x="7243" y="2075"/>
                </a:cubicBezTo>
                <a:cubicBezTo>
                  <a:pt x="7093" y="1969"/>
                  <a:pt x="6929" y="1923"/>
                  <a:pt x="6758" y="1923"/>
                </a:cubicBezTo>
                <a:close/>
                <a:moveTo>
                  <a:pt x="6747" y="3430"/>
                </a:moveTo>
                <a:cubicBezTo>
                  <a:pt x="6730" y="3430"/>
                  <a:pt x="6713" y="3432"/>
                  <a:pt x="6695" y="3436"/>
                </a:cubicBezTo>
                <a:cubicBezTo>
                  <a:pt x="6540" y="3475"/>
                  <a:pt x="6447" y="3635"/>
                  <a:pt x="6551" y="3799"/>
                </a:cubicBezTo>
                <a:cubicBezTo>
                  <a:pt x="6621" y="3908"/>
                  <a:pt x="6722" y="4009"/>
                  <a:pt x="6828" y="4081"/>
                </a:cubicBezTo>
                <a:cubicBezTo>
                  <a:pt x="7089" y="4266"/>
                  <a:pt x="7393" y="4318"/>
                  <a:pt x="7707" y="4329"/>
                </a:cubicBezTo>
                <a:cubicBezTo>
                  <a:pt x="7784" y="4318"/>
                  <a:pt x="7861" y="4310"/>
                  <a:pt x="7938" y="4302"/>
                </a:cubicBezTo>
                <a:cubicBezTo>
                  <a:pt x="8276" y="4270"/>
                  <a:pt x="8571" y="4150"/>
                  <a:pt x="8803" y="3894"/>
                </a:cubicBezTo>
                <a:cubicBezTo>
                  <a:pt x="8867" y="3823"/>
                  <a:pt x="8914" y="3741"/>
                  <a:pt x="8907" y="3647"/>
                </a:cubicBezTo>
                <a:cubicBezTo>
                  <a:pt x="8898" y="3541"/>
                  <a:pt x="8806" y="3446"/>
                  <a:pt x="8710" y="3434"/>
                </a:cubicBezTo>
                <a:cubicBezTo>
                  <a:pt x="8697" y="3433"/>
                  <a:pt x="8684" y="3432"/>
                  <a:pt x="8672" y="3432"/>
                </a:cubicBezTo>
                <a:cubicBezTo>
                  <a:pt x="8583" y="3432"/>
                  <a:pt x="8510" y="3476"/>
                  <a:pt x="8459" y="3554"/>
                </a:cubicBezTo>
                <a:cubicBezTo>
                  <a:pt x="8393" y="3654"/>
                  <a:pt x="8300" y="3714"/>
                  <a:pt x="8194" y="3757"/>
                </a:cubicBezTo>
                <a:cubicBezTo>
                  <a:pt x="8038" y="3823"/>
                  <a:pt x="7877" y="3855"/>
                  <a:pt x="7713" y="3855"/>
                </a:cubicBezTo>
                <a:cubicBezTo>
                  <a:pt x="7626" y="3855"/>
                  <a:pt x="7538" y="3846"/>
                  <a:pt x="7450" y="3828"/>
                </a:cubicBezTo>
                <a:cubicBezTo>
                  <a:pt x="7248" y="3788"/>
                  <a:pt x="7056" y="3719"/>
                  <a:pt x="6929" y="3533"/>
                </a:cubicBezTo>
                <a:cubicBezTo>
                  <a:pt x="6887" y="3470"/>
                  <a:pt x="6821" y="3430"/>
                  <a:pt x="6747" y="3430"/>
                </a:cubicBezTo>
                <a:close/>
                <a:moveTo>
                  <a:pt x="1666" y="6748"/>
                </a:moveTo>
                <a:cubicBezTo>
                  <a:pt x="1543" y="6748"/>
                  <a:pt x="1446" y="6834"/>
                  <a:pt x="1451" y="6956"/>
                </a:cubicBezTo>
                <a:cubicBezTo>
                  <a:pt x="1451" y="7076"/>
                  <a:pt x="1485" y="7149"/>
                  <a:pt x="1585" y="7194"/>
                </a:cubicBezTo>
                <a:cubicBezTo>
                  <a:pt x="1738" y="7263"/>
                  <a:pt x="1887" y="7342"/>
                  <a:pt x="2037" y="7421"/>
                </a:cubicBezTo>
                <a:cubicBezTo>
                  <a:pt x="2081" y="7444"/>
                  <a:pt x="2124" y="7458"/>
                  <a:pt x="2169" y="7458"/>
                </a:cubicBezTo>
                <a:cubicBezTo>
                  <a:pt x="2192" y="7458"/>
                  <a:pt x="2216" y="7454"/>
                  <a:pt x="2241" y="7447"/>
                </a:cubicBezTo>
                <a:cubicBezTo>
                  <a:pt x="2332" y="7418"/>
                  <a:pt x="2379" y="7353"/>
                  <a:pt x="2393" y="7267"/>
                </a:cubicBezTo>
                <a:cubicBezTo>
                  <a:pt x="2411" y="7172"/>
                  <a:pt x="2390" y="7078"/>
                  <a:pt x="2297" y="7028"/>
                </a:cubicBezTo>
                <a:cubicBezTo>
                  <a:pt x="2129" y="6940"/>
                  <a:pt x="1961" y="6851"/>
                  <a:pt x="1787" y="6774"/>
                </a:cubicBezTo>
                <a:cubicBezTo>
                  <a:pt x="1746" y="6756"/>
                  <a:pt x="1705" y="6748"/>
                  <a:pt x="1666" y="6748"/>
                </a:cubicBezTo>
                <a:close/>
                <a:moveTo>
                  <a:pt x="4117" y="6743"/>
                </a:moveTo>
                <a:cubicBezTo>
                  <a:pt x="4092" y="6743"/>
                  <a:pt x="4067" y="6748"/>
                  <a:pt x="4041" y="6758"/>
                </a:cubicBezTo>
                <a:cubicBezTo>
                  <a:pt x="3838" y="6838"/>
                  <a:pt x="3644" y="6941"/>
                  <a:pt x="3452" y="7047"/>
                </a:cubicBezTo>
                <a:cubicBezTo>
                  <a:pt x="3360" y="7095"/>
                  <a:pt x="3350" y="7255"/>
                  <a:pt x="3405" y="7342"/>
                </a:cubicBezTo>
                <a:cubicBezTo>
                  <a:pt x="3451" y="7413"/>
                  <a:pt x="3518" y="7459"/>
                  <a:pt x="3592" y="7459"/>
                </a:cubicBezTo>
                <a:cubicBezTo>
                  <a:pt x="3617" y="7459"/>
                  <a:pt x="3643" y="7454"/>
                  <a:pt x="3670" y="7443"/>
                </a:cubicBezTo>
                <a:cubicBezTo>
                  <a:pt x="3849" y="7364"/>
                  <a:pt x="4023" y="7277"/>
                  <a:pt x="4198" y="7190"/>
                </a:cubicBezTo>
                <a:cubicBezTo>
                  <a:pt x="4289" y="7146"/>
                  <a:pt x="4325" y="7069"/>
                  <a:pt x="4318" y="6970"/>
                </a:cubicBezTo>
                <a:cubicBezTo>
                  <a:pt x="4318" y="6842"/>
                  <a:pt x="4230" y="6743"/>
                  <a:pt x="4117" y="6743"/>
                </a:cubicBezTo>
                <a:close/>
                <a:moveTo>
                  <a:pt x="13496" y="6987"/>
                </a:moveTo>
                <a:cubicBezTo>
                  <a:pt x="13390" y="6987"/>
                  <a:pt x="13292" y="7041"/>
                  <a:pt x="13274" y="7132"/>
                </a:cubicBezTo>
                <a:cubicBezTo>
                  <a:pt x="13251" y="7254"/>
                  <a:pt x="13244" y="7383"/>
                  <a:pt x="13257" y="7507"/>
                </a:cubicBezTo>
                <a:cubicBezTo>
                  <a:pt x="13271" y="7632"/>
                  <a:pt x="13368" y="7701"/>
                  <a:pt x="13487" y="7701"/>
                </a:cubicBezTo>
                <a:cubicBezTo>
                  <a:pt x="13498" y="7701"/>
                  <a:pt x="13510" y="7700"/>
                  <a:pt x="13521" y="7699"/>
                </a:cubicBezTo>
                <a:cubicBezTo>
                  <a:pt x="13636" y="7687"/>
                  <a:pt x="13722" y="7584"/>
                  <a:pt x="13722" y="7456"/>
                </a:cubicBezTo>
                <a:lnTo>
                  <a:pt x="13722" y="7337"/>
                </a:lnTo>
                <a:lnTo>
                  <a:pt x="13722" y="7210"/>
                </a:lnTo>
                <a:cubicBezTo>
                  <a:pt x="13722" y="7108"/>
                  <a:pt x="13641" y="7007"/>
                  <a:pt x="13550" y="6992"/>
                </a:cubicBezTo>
                <a:cubicBezTo>
                  <a:pt x="13532" y="6989"/>
                  <a:pt x="13514" y="6987"/>
                  <a:pt x="13496" y="6987"/>
                </a:cubicBezTo>
                <a:close/>
                <a:moveTo>
                  <a:pt x="11567" y="6991"/>
                </a:moveTo>
                <a:cubicBezTo>
                  <a:pt x="11421" y="6991"/>
                  <a:pt x="11327" y="7081"/>
                  <a:pt x="11326" y="7229"/>
                </a:cubicBezTo>
                <a:cubicBezTo>
                  <a:pt x="11326" y="7310"/>
                  <a:pt x="11325" y="7392"/>
                  <a:pt x="11326" y="7473"/>
                </a:cubicBezTo>
                <a:cubicBezTo>
                  <a:pt x="11327" y="7575"/>
                  <a:pt x="11405" y="7670"/>
                  <a:pt x="11502" y="7697"/>
                </a:cubicBezTo>
                <a:cubicBezTo>
                  <a:pt x="11519" y="7702"/>
                  <a:pt x="11537" y="7704"/>
                  <a:pt x="11556" y="7704"/>
                </a:cubicBezTo>
                <a:cubicBezTo>
                  <a:pt x="11639" y="7704"/>
                  <a:pt x="11727" y="7658"/>
                  <a:pt x="11761" y="7581"/>
                </a:cubicBezTo>
                <a:cubicBezTo>
                  <a:pt x="11791" y="7510"/>
                  <a:pt x="11797" y="7428"/>
                  <a:pt x="11813" y="7350"/>
                </a:cubicBezTo>
                <a:cubicBezTo>
                  <a:pt x="11807" y="7348"/>
                  <a:pt x="11804" y="7348"/>
                  <a:pt x="11799" y="7347"/>
                </a:cubicBezTo>
                <a:lnTo>
                  <a:pt x="11799" y="7229"/>
                </a:lnTo>
                <a:cubicBezTo>
                  <a:pt x="11797" y="7085"/>
                  <a:pt x="11705" y="6991"/>
                  <a:pt x="11567" y="6991"/>
                </a:cubicBezTo>
                <a:close/>
                <a:moveTo>
                  <a:pt x="12531" y="8426"/>
                </a:moveTo>
                <a:cubicBezTo>
                  <a:pt x="12308" y="8426"/>
                  <a:pt x="12084" y="8427"/>
                  <a:pt x="11861" y="8429"/>
                </a:cubicBezTo>
                <a:cubicBezTo>
                  <a:pt x="11813" y="8429"/>
                  <a:pt x="11767" y="8436"/>
                  <a:pt x="11720" y="8447"/>
                </a:cubicBezTo>
                <a:cubicBezTo>
                  <a:pt x="11633" y="8472"/>
                  <a:pt x="11548" y="8606"/>
                  <a:pt x="11563" y="8693"/>
                </a:cubicBezTo>
                <a:cubicBezTo>
                  <a:pt x="11582" y="8814"/>
                  <a:pt x="11672" y="8897"/>
                  <a:pt x="11784" y="8897"/>
                </a:cubicBezTo>
                <a:lnTo>
                  <a:pt x="12527" y="8897"/>
                </a:lnTo>
                <a:cubicBezTo>
                  <a:pt x="12648" y="8897"/>
                  <a:pt x="12769" y="8896"/>
                  <a:pt x="12890" y="8896"/>
                </a:cubicBezTo>
                <a:cubicBezTo>
                  <a:pt x="13011" y="8896"/>
                  <a:pt x="13132" y="8897"/>
                  <a:pt x="13252" y="8898"/>
                </a:cubicBezTo>
                <a:cubicBezTo>
                  <a:pt x="13255" y="8898"/>
                  <a:pt x="13258" y="8898"/>
                  <a:pt x="13261" y="8898"/>
                </a:cubicBezTo>
                <a:cubicBezTo>
                  <a:pt x="13353" y="8898"/>
                  <a:pt x="13408" y="8852"/>
                  <a:pt x="13455" y="8777"/>
                </a:cubicBezTo>
                <a:cubicBezTo>
                  <a:pt x="13504" y="8695"/>
                  <a:pt x="13494" y="8619"/>
                  <a:pt x="13447" y="8542"/>
                </a:cubicBezTo>
                <a:cubicBezTo>
                  <a:pt x="13395" y="8456"/>
                  <a:pt x="13312" y="8428"/>
                  <a:pt x="13218" y="8428"/>
                </a:cubicBezTo>
                <a:cubicBezTo>
                  <a:pt x="13213" y="8428"/>
                  <a:pt x="13208" y="8428"/>
                  <a:pt x="13203" y="8429"/>
                </a:cubicBezTo>
                <a:cubicBezTo>
                  <a:pt x="12979" y="8427"/>
                  <a:pt x="12755" y="8426"/>
                  <a:pt x="12531" y="8426"/>
                </a:cubicBezTo>
                <a:close/>
                <a:moveTo>
                  <a:pt x="2909" y="8259"/>
                </a:moveTo>
                <a:cubicBezTo>
                  <a:pt x="2769" y="8259"/>
                  <a:pt x="2627" y="8273"/>
                  <a:pt x="2489" y="8301"/>
                </a:cubicBezTo>
                <a:cubicBezTo>
                  <a:pt x="2181" y="8360"/>
                  <a:pt x="1900" y="8488"/>
                  <a:pt x="1726" y="8773"/>
                </a:cubicBezTo>
                <a:cubicBezTo>
                  <a:pt x="1656" y="8888"/>
                  <a:pt x="1682" y="9020"/>
                  <a:pt x="1781" y="9097"/>
                </a:cubicBezTo>
                <a:cubicBezTo>
                  <a:pt x="1822" y="9129"/>
                  <a:pt x="1871" y="9142"/>
                  <a:pt x="1918" y="9142"/>
                </a:cubicBezTo>
                <a:cubicBezTo>
                  <a:pt x="2002" y="9142"/>
                  <a:pt x="2084" y="9099"/>
                  <a:pt x="2118" y="9035"/>
                </a:cubicBezTo>
                <a:cubicBezTo>
                  <a:pt x="2180" y="8927"/>
                  <a:pt x="2281" y="8873"/>
                  <a:pt x="2386" y="8824"/>
                </a:cubicBezTo>
                <a:cubicBezTo>
                  <a:pt x="2539" y="8753"/>
                  <a:pt x="2698" y="8725"/>
                  <a:pt x="2858" y="8725"/>
                </a:cubicBezTo>
                <a:cubicBezTo>
                  <a:pt x="2960" y="8725"/>
                  <a:pt x="3064" y="8736"/>
                  <a:pt x="3167" y="8756"/>
                </a:cubicBezTo>
                <a:cubicBezTo>
                  <a:pt x="3357" y="8792"/>
                  <a:pt x="3536" y="8865"/>
                  <a:pt x="3652" y="9039"/>
                </a:cubicBezTo>
                <a:cubicBezTo>
                  <a:pt x="3698" y="9106"/>
                  <a:pt x="3770" y="9144"/>
                  <a:pt x="3848" y="9144"/>
                </a:cubicBezTo>
                <a:cubicBezTo>
                  <a:pt x="3875" y="9144"/>
                  <a:pt x="3903" y="9140"/>
                  <a:pt x="3930" y="9131"/>
                </a:cubicBezTo>
                <a:cubicBezTo>
                  <a:pt x="4011" y="9105"/>
                  <a:pt x="4091" y="9028"/>
                  <a:pt x="4081" y="8905"/>
                </a:cubicBezTo>
                <a:cubicBezTo>
                  <a:pt x="4091" y="8795"/>
                  <a:pt x="4019" y="8722"/>
                  <a:pt x="3955" y="8650"/>
                </a:cubicBezTo>
                <a:cubicBezTo>
                  <a:pt x="3709" y="8392"/>
                  <a:pt x="3394" y="8288"/>
                  <a:pt x="3052" y="8264"/>
                </a:cubicBezTo>
                <a:cubicBezTo>
                  <a:pt x="3005" y="8261"/>
                  <a:pt x="2957" y="8259"/>
                  <a:pt x="2909" y="8259"/>
                </a:cubicBezTo>
                <a:close/>
                <a:moveTo>
                  <a:pt x="2896" y="5287"/>
                </a:moveTo>
                <a:cubicBezTo>
                  <a:pt x="2916" y="5287"/>
                  <a:pt x="2937" y="5288"/>
                  <a:pt x="2957" y="5288"/>
                </a:cubicBezTo>
                <a:cubicBezTo>
                  <a:pt x="4182" y="5314"/>
                  <a:pt x="5364" y="6342"/>
                  <a:pt x="5297" y="7835"/>
                </a:cubicBezTo>
                <a:cubicBezTo>
                  <a:pt x="5243" y="9021"/>
                  <a:pt x="4244" y="10112"/>
                  <a:pt x="2909" y="10112"/>
                </a:cubicBezTo>
                <a:cubicBezTo>
                  <a:pt x="2901" y="10112"/>
                  <a:pt x="2893" y="10112"/>
                  <a:pt x="2885" y="10112"/>
                </a:cubicBezTo>
                <a:cubicBezTo>
                  <a:pt x="2871" y="10112"/>
                  <a:pt x="2856" y="10113"/>
                  <a:pt x="2842" y="10113"/>
                </a:cubicBezTo>
                <a:cubicBezTo>
                  <a:pt x="1551" y="10113"/>
                  <a:pt x="415" y="8999"/>
                  <a:pt x="471" y="7600"/>
                </a:cubicBezTo>
                <a:cubicBezTo>
                  <a:pt x="517" y="6403"/>
                  <a:pt x="1503" y="5287"/>
                  <a:pt x="2896" y="5287"/>
                </a:cubicBezTo>
                <a:close/>
                <a:moveTo>
                  <a:pt x="12538" y="5289"/>
                </a:moveTo>
                <a:cubicBezTo>
                  <a:pt x="12556" y="5289"/>
                  <a:pt x="12574" y="5289"/>
                  <a:pt x="12592" y="5290"/>
                </a:cubicBezTo>
                <a:cubicBezTo>
                  <a:pt x="13821" y="5313"/>
                  <a:pt x="15012" y="6349"/>
                  <a:pt x="14936" y="7851"/>
                </a:cubicBezTo>
                <a:cubicBezTo>
                  <a:pt x="14877" y="9023"/>
                  <a:pt x="13883" y="10115"/>
                  <a:pt x="12541" y="10115"/>
                </a:cubicBezTo>
                <a:cubicBezTo>
                  <a:pt x="12536" y="10115"/>
                  <a:pt x="12531" y="10115"/>
                  <a:pt x="12525" y="10115"/>
                </a:cubicBezTo>
                <a:cubicBezTo>
                  <a:pt x="12512" y="10115"/>
                  <a:pt x="12499" y="10115"/>
                  <a:pt x="12486" y="10115"/>
                </a:cubicBezTo>
                <a:cubicBezTo>
                  <a:pt x="11188" y="10115"/>
                  <a:pt x="10059" y="8997"/>
                  <a:pt x="10109" y="7611"/>
                </a:cubicBezTo>
                <a:cubicBezTo>
                  <a:pt x="10154" y="6394"/>
                  <a:pt x="11146" y="5289"/>
                  <a:pt x="12538" y="5289"/>
                </a:cubicBezTo>
                <a:close/>
                <a:moveTo>
                  <a:pt x="7219" y="11801"/>
                </a:moveTo>
                <a:cubicBezTo>
                  <a:pt x="7150" y="11801"/>
                  <a:pt x="7084" y="11828"/>
                  <a:pt x="7047" y="11882"/>
                </a:cubicBezTo>
                <a:cubicBezTo>
                  <a:pt x="6979" y="11983"/>
                  <a:pt x="6890" y="12034"/>
                  <a:pt x="6769" y="12049"/>
                </a:cubicBezTo>
                <a:cubicBezTo>
                  <a:pt x="6761" y="12050"/>
                  <a:pt x="6751" y="12050"/>
                  <a:pt x="6742" y="12050"/>
                </a:cubicBezTo>
                <a:cubicBezTo>
                  <a:pt x="6640" y="12050"/>
                  <a:pt x="6509" y="11995"/>
                  <a:pt x="6463" y="11915"/>
                </a:cubicBezTo>
                <a:cubicBezTo>
                  <a:pt x="6417" y="11842"/>
                  <a:pt x="6349" y="11803"/>
                  <a:pt x="6268" y="11803"/>
                </a:cubicBezTo>
                <a:cubicBezTo>
                  <a:pt x="6264" y="11803"/>
                  <a:pt x="6259" y="11803"/>
                  <a:pt x="6255" y="11803"/>
                </a:cubicBezTo>
                <a:cubicBezTo>
                  <a:pt x="6173" y="11806"/>
                  <a:pt x="6108" y="11839"/>
                  <a:pt x="6057" y="11918"/>
                </a:cubicBezTo>
                <a:cubicBezTo>
                  <a:pt x="5968" y="12057"/>
                  <a:pt x="6073" y="12233"/>
                  <a:pt x="6175" y="12319"/>
                </a:cubicBezTo>
                <a:cubicBezTo>
                  <a:pt x="6321" y="12442"/>
                  <a:pt x="6487" y="12513"/>
                  <a:pt x="6661" y="12513"/>
                </a:cubicBezTo>
                <a:cubicBezTo>
                  <a:pt x="6682" y="12513"/>
                  <a:pt x="6702" y="12512"/>
                  <a:pt x="6723" y="12510"/>
                </a:cubicBezTo>
                <a:cubicBezTo>
                  <a:pt x="6758" y="12510"/>
                  <a:pt x="6785" y="12512"/>
                  <a:pt x="6809" y="12512"/>
                </a:cubicBezTo>
                <a:cubicBezTo>
                  <a:pt x="6821" y="12512"/>
                  <a:pt x="6832" y="12511"/>
                  <a:pt x="6842" y="12510"/>
                </a:cubicBezTo>
                <a:cubicBezTo>
                  <a:pt x="7102" y="12486"/>
                  <a:pt x="7315" y="12383"/>
                  <a:pt x="7437" y="12139"/>
                </a:cubicBezTo>
                <a:cubicBezTo>
                  <a:pt x="7488" y="12037"/>
                  <a:pt x="7451" y="11900"/>
                  <a:pt x="7363" y="11842"/>
                </a:cubicBezTo>
                <a:cubicBezTo>
                  <a:pt x="7320" y="11815"/>
                  <a:pt x="7269" y="11801"/>
                  <a:pt x="7219" y="11801"/>
                </a:cubicBezTo>
                <a:close/>
                <a:moveTo>
                  <a:pt x="8193" y="11802"/>
                </a:moveTo>
                <a:cubicBezTo>
                  <a:pt x="8172" y="11802"/>
                  <a:pt x="8150" y="11805"/>
                  <a:pt x="8129" y="11812"/>
                </a:cubicBezTo>
                <a:cubicBezTo>
                  <a:pt x="7933" y="11871"/>
                  <a:pt x="7892" y="12082"/>
                  <a:pt x="8037" y="12245"/>
                </a:cubicBezTo>
                <a:cubicBezTo>
                  <a:pt x="8196" y="12420"/>
                  <a:pt x="8386" y="12512"/>
                  <a:pt x="8619" y="12512"/>
                </a:cubicBezTo>
                <a:cubicBezTo>
                  <a:pt x="8634" y="12512"/>
                  <a:pt x="8650" y="12512"/>
                  <a:pt x="8665" y="12511"/>
                </a:cubicBezTo>
                <a:cubicBezTo>
                  <a:pt x="8687" y="12513"/>
                  <a:pt x="8708" y="12514"/>
                  <a:pt x="8730" y="12514"/>
                </a:cubicBezTo>
                <a:cubicBezTo>
                  <a:pt x="8977" y="12514"/>
                  <a:pt x="9212" y="12385"/>
                  <a:pt x="9334" y="12210"/>
                </a:cubicBezTo>
                <a:cubicBezTo>
                  <a:pt x="9413" y="12095"/>
                  <a:pt x="9398" y="11918"/>
                  <a:pt x="9291" y="11848"/>
                </a:cubicBezTo>
                <a:cubicBezTo>
                  <a:pt x="9248" y="11820"/>
                  <a:pt x="9200" y="11806"/>
                  <a:pt x="9151" y="11806"/>
                </a:cubicBezTo>
                <a:cubicBezTo>
                  <a:pt x="9074" y="11806"/>
                  <a:pt x="8997" y="11843"/>
                  <a:pt x="8950" y="11919"/>
                </a:cubicBezTo>
                <a:cubicBezTo>
                  <a:pt x="8898" y="12006"/>
                  <a:pt x="8786" y="12048"/>
                  <a:pt x="8674" y="12048"/>
                </a:cubicBezTo>
                <a:cubicBezTo>
                  <a:pt x="8556" y="12048"/>
                  <a:pt x="8437" y="12002"/>
                  <a:pt x="8383" y="11912"/>
                </a:cubicBezTo>
                <a:cubicBezTo>
                  <a:pt x="8342" y="11840"/>
                  <a:pt x="8268" y="11802"/>
                  <a:pt x="8193" y="11802"/>
                </a:cubicBezTo>
                <a:close/>
                <a:moveTo>
                  <a:pt x="7718" y="13076"/>
                </a:moveTo>
                <a:cubicBezTo>
                  <a:pt x="7654" y="13076"/>
                  <a:pt x="7589" y="13079"/>
                  <a:pt x="7524" y="13085"/>
                </a:cubicBezTo>
                <a:cubicBezTo>
                  <a:pt x="7227" y="13117"/>
                  <a:pt x="6956" y="13205"/>
                  <a:pt x="6723" y="13388"/>
                </a:cubicBezTo>
                <a:cubicBezTo>
                  <a:pt x="6614" y="13475"/>
                  <a:pt x="6511" y="13577"/>
                  <a:pt x="6514" y="13750"/>
                </a:cubicBezTo>
                <a:cubicBezTo>
                  <a:pt x="6498" y="13853"/>
                  <a:pt x="6585" y="13926"/>
                  <a:pt x="6671" y="13956"/>
                </a:cubicBezTo>
                <a:cubicBezTo>
                  <a:pt x="6693" y="13965"/>
                  <a:pt x="6717" y="13969"/>
                  <a:pt x="6741" y="13969"/>
                </a:cubicBezTo>
                <a:cubicBezTo>
                  <a:pt x="6818" y="13969"/>
                  <a:pt x="6895" y="13928"/>
                  <a:pt x="6935" y="13862"/>
                </a:cubicBezTo>
                <a:cubicBezTo>
                  <a:pt x="7005" y="13750"/>
                  <a:pt x="7110" y="13684"/>
                  <a:pt x="7226" y="13636"/>
                </a:cubicBezTo>
                <a:cubicBezTo>
                  <a:pt x="7381" y="13574"/>
                  <a:pt x="7540" y="13541"/>
                  <a:pt x="7701" y="13541"/>
                </a:cubicBezTo>
                <a:cubicBezTo>
                  <a:pt x="7779" y="13541"/>
                  <a:pt x="7857" y="13549"/>
                  <a:pt x="7936" y="13564"/>
                </a:cubicBezTo>
                <a:cubicBezTo>
                  <a:pt x="8151" y="13606"/>
                  <a:pt x="8357" y="13677"/>
                  <a:pt x="8491" y="13876"/>
                </a:cubicBezTo>
                <a:cubicBezTo>
                  <a:pt x="8531" y="13935"/>
                  <a:pt x="8598" y="13965"/>
                  <a:pt x="8668" y="13965"/>
                </a:cubicBezTo>
                <a:cubicBezTo>
                  <a:pt x="8718" y="13965"/>
                  <a:pt x="8771" y="13950"/>
                  <a:pt x="8817" y="13918"/>
                </a:cubicBezTo>
                <a:cubicBezTo>
                  <a:pt x="8905" y="13859"/>
                  <a:pt x="8933" y="13706"/>
                  <a:pt x="8876" y="13607"/>
                </a:cubicBezTo>
                <a:cubicBezTo>
                  <a:pt x="8789" y="13456"/>
                  <a:pt x="8664" y="13351"/>
                  <a:pt x="8514" y="13271"/>
                </a:cubicBezTo>
                <a:cubicBezTo>
                  <a:pt x="8262" y="13137"/>
                  <a:pt x="7997" y="13076"/>
                  <a:pt x="7718" y="13076"/>
                </a:cubicBezTo>
                <a:close/>
                <a:moveTo>
                  <a:pt x="9690" y="4983"/>
                </a:moveTo>
                <a:lnTo>
                  <a:pt x="10425" y="5717"/>
                </a:lnTo>
                <a:cubicBezTo>
                  <a:pt x="9929" y="6252"/>
                  <a:pt x="9655" y="6887"/>
                  <a:pt x="9634" y="7619"/>
                </a:cubicBezTo>
                <a:cubicBezTo>
                  <a:pt x="9612" y="8351"/>
                  <a:pt x="9843" y="9003"/>
                  <a:pt x="10305" y="9563"/>
                </a:cubicBezTo>
                <a:cubicBezTo>
                  <a:pt x="10060" y="9811"/>
                  <a:pt x="9815" y="10054"/>
                  <a:pt x="9565" y="10306"/>
                </a:cubicBezTo>
                <a:cubicBezTo>
                  <a:pt x="9528" y="10278"/>
                  <a:pt x="9480" y="10246"/>
                  <a:pt x="9434" y="10211"/>
                </a:cubicBezTo>
                <a:cubicBezTo>
                  <a:pt x="9104" y="9964"/>
                  <a:pt x="8740" y="9797"/>
                  <a:pt x="8337" y="9709"/>
                </a:cubicBezTo>
                <a:cubicBezTo>
                  <a:pt x="8127" y="9665"/>
                  <a:pt x="7918" y="9641"/>
                  <a:pt x="7707" y="9641"/>
                </a:cubicBezTo>
                <a:cubicBezTo>
                  <a:pt x="7602" y="9641"/>
                  <a:pt x="7497" y="9647"/>
                  <a:pt x="7392" y="9659"/>
                </a:cubicBezTo>
                <a:cubicBezTo>
                  <a:pt x="7268" y="9672"/>
                  <a:pt x="7165" y="9693"/>
                  <a:pt x="7130" y="9834"/>
                </a:cubicBezTo>
                <a:cubicBezTo>
                  <a:pt x="7078" y="10045"/>
                  <a:pt x="7249" y="10135"/>
                  <a:pt x="7396" y="10135"/>
                </a:cubicBezTo>
                <a:cubicBezTo>
                  <a:pt x="7405" y="10135"/>
                  <a:pt x="7413" y="10135"/>
                  <a:pt x="7422" y="10134"/>
                </a:cubicBezTo>
                <a:cubicBezTo>
                  <a:pt x="7509" y="10129"/>
                  <a:pt x="7595" y="10127"/>
                  <a:pt x="7682" y="10127"/>
                </a:cubicBezTo>
                <a:cubicBezTo>
                  <a:pt x="7783" y="10127"/>
                  <a:pt x="7885" y="10129"/>
                  <a:pt x="7986" y="10133"/>
                </a:cubicBezTo>
                <a:cubicBezTo>
                  <a:pt x="8212" y="10140"/>
                  <a:pt x="8423" y="10212"/>
                  <a:pt x="8628" y="10298"/>
                </a:cubicBezTo>
                <a:cubicBezTo>
                  <a:pt x="8882" y="10403"/>
                  <a:pt x="9113" y="10545"/>
                  <a:pt x="9318" y="10733"/>
                </a:cubicBezTo>
                <a:cubicBezTo>
                  <a:pt x="9533" y="10931"/>
                  <a:pt x="9714" y="11158"/>
                  <a:pt x="9847" y="11416"/>
                </a:cubicBezTo>
                <a:cubicBezTo>
                  <a:pt x="9967" y="11646"/>
                  <a:pt x="10055" y="11893"/>
                  <a:pt x="10087" y="12153"/>
                </a:cubicBezTo>
                <a:cubicBezTo>
                  <a:pt x="10103" y="12293"/>
                  <a:pt x="10128" y="12434"/>
                  <a:pt x="10121" y="12574"/>
                </a:cubicBezTo>
                <a:cubicBezTo>
                  <a:pt x="10099" y="13016"/>
                  <a:pt x="9983" y="13431"/>
                  <a:pt x="9746" y="13809"/>
                </a:cubicBezTo>
                <a:cubicBezTo>
                  <a:pt x="9568" y="14089"/>
                  <a:pt x="9349" y="14326"/>
                  <a:pt x="9077" y="14509"/>
                </a:cubicBezTo>
                <a:cubicBezTo>
                  <a:pt x="8774" y="14712"/>
                  <a:pt x="8446" y="14862"/>
                  <a:pt x="8078" y="14907"/>
                </a:cubicBezTo>
                <a:cubicBezTo>
                  <a:pt x="7941" y="14923"/>
                  <a:pt x="7802" y="14943"/>
                  <a:pt x="7664" y="14943"/>
                </a:cubicBezTo>
                <a:cubicBezTo>
                  <a:pt x="7651" y="14943"/>
                  <a:pt x="7638" y="14942"/>
                  <a:pt x="7624" y="14942"/>
                </a:cubicBezTo>
                <a:cubicBezTo>
                  <a:pt x="7209" y="14925"/>
                  <a:pt x="6813" y="14820"/>
                  <a:pt x="6463" y="14593"/>
                </a:cubicBezTo>
                <a:cubicBezTo>
                  <a:pt x="6294" y="14484"/>
                  <a:pt x="6127" y="14363"/>
                  <a:pt x="5984" y="14222"/>
                </a:cubicBezTo>
                <a:cubicBezTo>
                  <a:pt x="5628" y="13860"/>
                  <a:pt x="5398" y="13424"/>
                  <a:pt x="5316" y="12921"/>
                </a:cubicBezTo>
                <a:cubicBezTo>
                  <a:pt x="5211" y="12267"/>
                  <a:pt x="5359" y="11663"/>
                  <a:pt x="5737" y="11121"/>
                </a:cubicBezTo>
                <a:cubicBezTo>
                  <a:pt x="5938" y="10835"/>
                  <a:pt x="6198" y="10602"/>
                  <a:pt x="6503" y="10431"/>
                </a:cubicBezTo>
                <a:cubicBezTo>
                  <a:pt x="6642" y="10355"/>
                  <a:pt x="6644" y="10183"/>
                  <a:pt x="6583" y="10082"/>
                </a:cubicBezTo>
                <a:cubicBezTo>
                  <a:pt x="6547" y="10022"/>
                  <a:pt x="6480" y="9986"/>
                  <a:pt x="6405" y="9986"/>
                </a:cubicBezTo>
                <a:cubicBezTo>
                  <a:pt x="6360" y="9986"/>
                  <a:pt x="6312" y="9999"/>
                  <a:pt x="6266" y="10028"/>
                </a:cubicBezTo>
                <a:cubicBezTo>
                  <a:pt x="6076" y="10147"/>
                  <a:pt x="5894" y="10279"/>
                  <a:pt x="5705" y="10409"/>
                </a:cubicBezTo>
                <a:cubicBezTo>
                  <a:pt x="5476" y="10182"/>
                  <a:pt x="5239" y="9942"/>
                  <a:pt x="4987" y="9691"/>
                </a:cubicBezTo>
                <a:cubicBezTo>
                  <a:pt x="5471" y="9160"/>
                  <a:pt x="5749" y="8526"/>
                  <a:pt x="5766" y="7790"/>
                </a:cubicBezTo>
                <a:cubicBezTo>
                  <a:pt x="5785" y="7056"/>
                  <a:pt x="5554" y="6408"/>
                  <a:pt x="5087" y="5842"/>
                </a:cubicBezTo>
                <a:cubicBezTo>
                  <a:pt x="5333" y="5598"/>
                  <a:pt x="5580" y="5351"/>
                  <a:pt x="5836" y="5095"/>
                </a:cubicBezTo>
                <a:cubicBezTo>
                  <a:pt x="6371" y="5542"/>
                  <a:pt x="6995" y="5777"/>
                  <a:pt x="7687" y="5777"/>
                </a:cubicBezTo>
                <a:cubicBezTo>
                  <a:pt x="7718" y="5777"/>
                  <a:pt x="7749" y="5776"/>
                  <a:pt x="7780" y="5775"/>
                </a:cubicBezTo>
                <a:cubicBezTo>
                  <a:pt x="8513" y="5753"/>
                  <a:pt x="9157" y="5487"/>
                  <a:pt x="9690" y="4983"/>
                </a:cubicBezTo>
                <a:close/>
                <a:moveTo>
                  <a:pt x="7422" y="0"/>
                </a:moveTo>
                <a:cubicBezTo>
                  <a:pt x="7297" y="24"/>
                  <a:pt x="7169" y="48"/>
                  <a:pt x="7044" y="73"/>
                </a:cubicBezTo>
                <a:cubicBezTo>
                  <a:pt x="6796" y="122"/>
                  <a:pt x="6563" y="215"/>
                  <a:pt x="6341" y="335"/>
                </a:cubicBezTo>
                <a:cubicBezTo>
                  <a:pt x="6047" y="493"/>
                  <a:pt x="5787" y="697"/>
                  <a:pt x="5563" y="945"/>
                </a:cubicBezTo>
                <a:cubicBezTo>
                  <a:pt x="5353" y="1178"/>
                  <a:pt x="5186" y="1438"/>
                  <a:pt x="5060" y="1727"/>
                </a:cubicBezTo>
                <a:cubicBezTo>
                  <a:pt x="4936" y="2007"/>
                  <a:pt x="4855" y="2297"/>
                  <a:pt x="4833" y="2600"/>
                </a:cubicBezTo>
                <a:cubicBezTo>
                  <a:pt x="4807" y="2957"/>
                  <a:pt x="4820" y="3317"/>
                  <a:pt x="4924" y="3666"/>
                </a:cubicBezTo>
                <a:cubicBezTo>
                  <a:pt x="5036" y="4033"/>
                  <a:pt x="5201" y="4369"/>
                  <a:pt x="5441" y="4672"/>
                </a:cubicBezTo>
                <a:cubicBezTo>
                  <a:pt x="5461" y="4696"/>
                  <a:pt x="5477" y="4724"/>
                  <a:pt x="5494" y="4747"/>
                </a:cubicBezTo>
                <a:lnTo>
                  <a:pt x="4747" y="5495"/>
                </a:lnTo>
                <a:cubicBezTo>
                  <a:pt x="4398" y="5205"/>
                  <a:pt x="4009" y="4994"/>
                  <a:pt x="3564" y="4898"/>
                </a:cubicBezTo>
                <a:cubicBezTo>
                  <a:pt x="3411" y="4865"/>
                  <a:pt x="3252" y="4849"/>
                  <a:pt x="3098" y="4829"/>
                </a:cubicBezTo>
                <a:cubicBezTo>
                  <a:pt x="3009" y="4817"/>
                  <a:pt x="2920" y="4812"/>
                  <a:pt x="2832" y="4812"/>
                </a:cubicBezTo>
                <a:cubicBezTo>
                  <a:pt x="2528" y="4812"/>
                  <a:pt x="2231" y="4876"/>
                  <a:pt x="1941" y="4974"/>
                </a:cubicBezTo>
                <a:cubicBezTo>
                  <a:pt x="1612" y="5086"/>
                  <a:pt x="1316" y="5255"/>
                  <a:pt x="1047" y="5476"/>
                </a:cubicBezTo>
                <a:cubicBezTo>
                  <a:pt x="730" y="5736"/>
                  <a:pt x="481" y="6048"/>
                  <a:pt x="300" y="6413"/>
                </a:cubicBezTo>
                <a:cubicBezTo>
                  <a:pt x="167" y="6681"/>
                  <a:pt x="71" y="6964"/>
                  <a:pt x="36" y="7264"/>
                </a:cubicBezTo>
                <a:cubicBezTo>
                  <a:pt x="28" y="7337"/>
                  <a:pt x="13" y="7408"/>
                  <a:pt x="0" y="7479"/>
                </a:cubicBezTo>
                <a:lnTo>
                  <a:pt x="0" y="7933"/>
                </a:lnTo>
                <a:cubicBezTo>
                  <a:pt x="13" y="7998"/>
                  <a:pt x="29" y="8064"/>
                  <a:pt x="35" y="8129"/>
                </a:cubicBezTo>
                <a:cubicBezTo>
                  <a:pt x="60" y="8365"/>
                  <a:pt x="127" y="8587"/>
                  <a:pt x="217" y="8804"/>
                </a:cubicBezTo>
                <a:cubicBezTo>
                  <a:pt x="342" y="9109"/>
                  <a:pt x="516" y="9382"/>
                  <a:pt x="737" y="9627"/>
                </a:cubicBezTo>
                <a:cubicBezTo>
                  <a:pt x="1165" y="10103"/>
                  <a:pt x="1692" y="10397"/>
                  <a:pt x="2315" y="10532"/>
                </a:cubicBezTo>
                <a:cubicBezTo>
                  <a:pt x="2502" y="10572"/>
                  <a:pt x="2691" y="10591"/>
                  <a:pt x="2878" y="10591"/>
                </a:cubicBezTo>
                <a:cubicBezTo>
                  <a:pt x="2965" y="10591"/>
                  <a:pt x="3052" y="10587"/>
                  <a:pt x="3139" y="10579"/>
                </a:cubicBezTo>
                <a:cubicBezTo>
                  <a:pt x="3677" y="10532"/>
                  <a:pt x="4168" y="10346"/>
                  <a:pt x="4597" y="10025"/>
                </a:cubicBezTo>
                <a:cubicBezTo>
                  <a:pt x="4858" y="10285"/>
                  <a:pt x="5112" y="10541"/>
                  <a:pt x="5374" y="10803"/>
                </a:cubicBezTo>
                <a:cubicBezTo>
                  <a:pt x="5321" y="10890"/>
                  <a:pt x="5256" y="10990"/>
                  <a:pt x="5196" y="11094"/>
                </a:cubicBezTo>
                <a:cubicBezTo>
                  <a:pt x="5025" y="11386"/>
                  <a:pt x="4903" y="11697"/>
                  <a:pt x="4865" y="12033"/>
                </a:cubicBezTo>
                <a:cubicBezTo>
                  <a:pt x="4837" y="12283"/>
                  <a:pt x="4818" y="12537"/>
                  <a:pt x="4830" y="12787"/>
                </a:cubicBezTo>
                <a:cubicBezTo>
                  <a:pt x="4847" y="13094"/>
                  <a:pt x="4935" y="13392"/>
                  <a:pt x="5058" y="13676"/>
                </a:cubicBezTo>
                <a:cubicBezTo>
                  <a:pt x="5205" y="14013"/>
                  <a:pt x="5404" y="14314"/>
                  <a:pt x="5666" y="14570"/>
                </a:cubicBezTo>
                <a:cubicBezTo>
                  <a:pt x="6063" y="14961"/>
                  <a:pt x="6534" y="15221"/>
                  <a:pt x="7079" y="15336"/>
                </a:cubicBezTo>
                <a:cubicBezTo>
                  <a:pt x="7211" y="15362"/>
                  <a:pt x="7350" y="15374"/>
                  <a:pt x="7483" y="15391"/>
                </a:cubicBezTo>
                <a:cubicBezTo>
                  <a:pt x="7501" y="15394"/>
                  <a:pt x="7515" y="15403"/>
                  <a:pt x="7530" y="15410"/>
                </a:cubicBezTo>
                <a:lnTo>
                  <a:pt x="7874" y="15410"/>
                </a:lnTo>
                <a:cubicBezTo>
                  <a:pt x="7954" y="15397"/>
                  <a:pt x="8036" y="15387"/>
                  <a:pt x="8116" y="15374"/>
                </a:cubicBezTo>
                <a:cubicBezTo>
                  <a:pt x="8471" y="15323"/>
                  <a:pt x="8805" y="15212"/>
                  <a:pt x="9118" y="15034"/>
                </a:cubicBezTo>
                <a:cubicBezTo>
                  <a:pt x="9373" y="14888"/>
                  <a:pt x="9609" y="14715"/>
                  <a:pt x="9807" y="14500"/>
                </a:cubicBezTo>
                <a:cubicBezTo>
                  <a:pt x="10172" y="14103"/>
                  <a:pt x="10426" y="13647"/>
                  <a:pt x="10522" y="13113"/>
                </a:cubicBezTo>
                <a:cubicBezTo>
                  <a:pt x="10561" y="12905"/>
                  <a:pt x="10598" y="12693"/>
                  <a:pt x="10592" y="12483"/>
                </a:cubicBezTo>
                <a:cubicBezTo>
                  <a:pt x="10576" y="11822"/>
                  <a:pt x="10372" y="11221"/>
                  <a:pt x="9948" y="10702"/>
                </a:cubicBezTo>
                <a:cubicBezTo>
                  <a:pt x="9917" y="10666"/>
                  <a:pt x="9904" y="10641"/>
                  <a:pt x="9946" y="10601"/>
                </a:cubicBezTo>
                <a:cubicBezTo>
                  <a:pt x="10179" y="10372"/>
                  <a:pt x="10409" y="10140"/>
                  <a:pt x="10641" y="9907"/>
                </a:cubicBezTo>
                <a:cubicBezTo>
                  <a:pt x="10788" y="10005"/>
                  <a:pt x="10929" y="10106"/>
                  <a:pt x="11077" y="10196"/>
                </a:cubicBezTo>
                <a:cubicBezTo>
                  <a:pt x="11336" y="10354"/>
                  <a:pt x="11620" y="10455"/>
                  <a:pt x="11916" y="10524"/>
                </a:cubicBezTo>
                <a:cubicBezTo>
                  <a:pt x="12107" y="10569"/>
                  <a:pt x="12300" y="10584"/>
                  <a:pt x="12495" y="10584"/>
                </a:cubicBezTo>
                <a:cubicBezTo>
                  <a:pt x="12582" y="10584"/>
                  <a:pt x="12670" y="10581"/>
                  <a:pt x="12758" y="10576"/>
                </a:cubicBezTo>
                <a:cubicBezTo>
                  <a:pt x="13078" y="10556"/>
                  <a:pt x="13389" y="10473"/>
                  <a:pt x="13683" y="10342"/>
                </a:cubicBezTo>
                <a:cubicBezTo>
                  <a:pt x="14040" y="10183"/>
                  <a:pt x="14360" y="9965"/>
                  <a:pt x="14626" y="9677"/>
                </a:cubicBezTo>
                <a:cubicBezTo>
                  <a:pt x="14945" y="9333"/>
                  <a:pt x="15182" y="8940"/>
                  <a:pt x="15297" y="8481"/>
                </a:cubicBezTo>
                <a:cubicBezTo>
                  <a:pt x="15339" y="8311"/>
                  <a:pt x="15361" y="8136"/>
                  <a:pt x="15391" y="7966"/>
                </a:cubicBezTo>
                <a:cubicBezTo>
                  <a:pt x="15393" y="7959"/>
                  <a:pt x="15403" y="7953"/>
                  <a:pt x="15407" y="7947"/>
                </a:cubicBezTo>
                <a:lnTo>
                  <a:pt x="15407" y="7438"/>
                </a:lnTo>
                <a:cubicBezTo>
                  <a:pt x="15395" y="7379"/>
                  <a:pt x="15378" y="7321"/>
                  <a:pt x="15374" y="7261"/>
                </a:cubicBezTo>
                <a:cubicBezTo>
                  <a:pt x="15345" y="6978"/>
                  <a:pt x="15252" y="6706"/>
                  <a:pt x="15127" y="6447"/>
                </a:cubicBezTo>
                <a:cubicBezTo>
                  <a:pt x="14923" y="6027"/>
                  <a:pt x="14632" y="5676"/>
                  <a:pt x="14257" y="5394"/>
                </a:cubicBezTo>
                <a:cubicBezTo>
                  <a:pt x="13766" y="5023"/>
                  <a:pt x="13207" y="4833"/>
                  <a:pt x="12597" y="4818"/>
                </a:cubicBezTo>
                <a:cubicBezTo>
                  <a:pt x="12581" y="4818"/>
                  <a:pt x="12564" y="4818"/>
                  <a:pt x="12548" y="4818"/>
                </a:cubicBezTo>
                <a:cubicBezTo>
                  <a:pt x="12337" y="4818"/>
                  <a:pt x="12123" y="4852"/>
                  <a:pt x="11913" y="4890"/>
                </a:cubicBezTo>
                <a:cubicBezTo>
                  <a:pt x="11522" y="4957"/>
                  <a:pt x="11170" y="5122"/>
                  <a:pt x="10851" y="5356"/>
                </a:cubicBezTo>
                <a:cubicBezTo>
                  <a:pt x="10829" y="5372"/>
                  <a:pt x="10812" y="5380"/>
                  <a:pt x="10797" y="5380"/>
                </a:cubicBezTo>
                <a:cubicBezTo>
                  <a:pt x="10778" y="5380"/>
                  <a:pt x="10762" y="5369"/>
                  <a:pt x="10742" y="5348"/>
                </a:cubicBezTo>
                <a:cubicBezTo>
                  <a:pt x="10513" y="5117"/>
                  <a:pt x="10285" y="4890"/>
                  <a:pt x="10055" y="4660"/>
                </a:cubicBezTo>
                <a:cubicBezTo>
                  <a:pt x="10041" y="4645"/>
                  <a:pt x="10031" y="4629"/>
                  <a:pt x="10019" y="4616"/>
                </a:cubicBezTo>
                <a:cubicBezTo>
                  <a:pt x="10191" y="4382"/>
                  <a:pt x="10324" y="4137"/>
                  <a:pt x="10422" y="3871"/>
                </a:cubicBezTo>
                <a:cubicBezTo>
                  <a:pt x="10548" y="3514"/>
                  <a:pt x="10611" y="3148"/>
                  <a:pt x="10582" y="2770"/>
                </a:cubicBezTo>
                <a:cubicBezTo>
                  <a:pt x="10569" y="2606"/>
                  <a:pt x="10558" y="2436"/>
                  <a:pt x="10525" y="2274"/>
                </a:cubicBezTo>
                <a:cubicBezTo>
                  <a:pt x="10416" y="1751"/>
                  <a:pt x="10179" y="1293"/>
                  <a:pt x="9805" y="907"/>
                </a:cubicBezTo>
                <a:cubicBezTo>
                  <a:pt x="9759" y="860"/>
                  <a:pt x="9691" y="836"/>
                  <a:pt x="9624" y="836"/>
                </a:cubicBezTo>
                <a:cubicBezTo>
                  <a:pt x="9565" y="836"/>
                  <a:pt x="9507" y="855"/>
                  <a:pt x="9465" y="893"/>
                </a:cubicBezTo>
                <a:cubicBezTo>
                  <a:pt x="9379" y="971"/>
                  <a:pt x="9381" y="1137"/>
                  <a:pt x="9461" y="1236"/>
                </a:cubicBezTo>
                <a:cubicBezTo>
                  <a:pt x="9565" y="1364"/>
                  <a:pt x="9669" y="1489"/>
                  <a:pt x="9759" y="1626"/>
                </a:cubicBezTo>
                <a:cubicBezTo>
                  <a:pt x="10004" y="1994"/>
                  <a:pt x="10108" y="2409"/>
                  <a:pt x="10122" y="2844"/>
                </a:cubicBezTo>
                <a:cubicBezTo>
                  <a:pt x="10128" y="3007"/>
                  <a:pt x="10100" y="3171"/>
                  <a:pt x="10070" y="3331"/>
                </a:cubicBezTo>
                <a:cubicBezTo>
                  <a:pt x="9952" y="3969"/>
                  <a:pt x="9619" y="4472"/>
                  <a:pt x="9096" y="4850"/>
                </a:cubicBezTo>
                <a:cubicBezTo>
                  <a:pt x="8694" y="5140"/>
                  <a:pt x="8242" y="5287"/>
                  <a:pt x="7749" y="5300"/>
                </a:cubicBezTo>
                <a:cubicBezTo>
                  <a:pt x="7729" y="5300"/>
                  <a:pt x="7709" y="5301"/>
                  <a:pt x="7689" y="5301"/>
                </a:cubicBezTo>
                <a:cubicBezTo>
                  <a:pt x="7398" y="5301"/>
                  <a:pt x="7116" y="5242"/>
                  <a:pt x="6842" y="5138"/>
                </a:cubicBezTo>
                <a:cubicBezTo>
                  <a:pt x="6521" y="5015"/>
                  <a:pt x="6236" y="4833"/>
                  <a:pt x="5996" y="4589"/>
                </a:cubicBezTo>
                <a:cubicBezTo>
                  <a:pt x="5774" y="4363"/>
                  <a:pt x="5598" y="4106"/>
                  <a:pt x="5474" y="3809"/>
                </a:cubicBezTo>
                <a:cubicBezTo>
                  <a:pt x="5313" y="3421"/>
                  <a:pt x="5255" y="3019"/>
                  <a:pt x="5300" y="2607"/>
                </a:cubicBezTo>
                <a:cubicBezTo>
                  <a:pt x="5334" y="2299"/>
                  <a:pt x="5430" y="2007"/>
                  <a:pt x="5582" y="1735"/>
                </a:cubicBezTo>
                <a:cubicBezTo>
                  <a:pt x="5811" y="1316"/>
                  <a:pt x="6131" y="990"/>
                  <a:pt x="6553" y="764"/>
                </a:cubicBezTo>
                <a:cubicBezTo>
                  <a:pt x="6817" y="623"/>
                  <a:pt x="7094" y="522"/>
                  <a:pt x="7393" y="492"/>
                </a:cubicBezTo>
                <a:cubicBezTo>
                  <a:pt x="7513" y="479"/>
                  <a:pt x="7633" y="470"/>
                  <a:pt x="7752" y="470"/>
                </a:cubicBezTo>
                <a:cubicBezTo>
                  <a:pt x="7907" y="470"/>
                  <a:pt x="8061" y="485"/>
                  <a:pt x="8213" y="528"/>
                </a:cubicBezTo>
                <a:cubicBezTo>
                  <a:pt x="8391" y="579"/>
                  <a:pt x="8565" y="641"/>
                  <a:pt x="8744" y="698"/>
                </a:cubicBezTo>
                <a:cubicBezTo>
                  <a:pt x="8769" y="706"/>
                  <a:pt x="8794" y="710"/>
                  <a:pt x="8819" y="710"/>
                </a:cubicBezTo>
                <a:cubicBezTo>
                  <a:pt x="8910" y="710"/>
                  <a:pt x="8991" y="656"/>
                  <a:pt x="9027" y="566"/>
                </a:cubicBezTo>
                <a:cubicBezTo>
                  <a:pt x="9072" y="450"/>
                  <a:pt x="9027" y="300"/>
                  <a:pt x="8915" y="261"/>
                </a:cubicBezTo>
                <a:cubicBezTo>
                  <a:pt x="8709" y="186"/>
                  <a:pt x="8497" y="121"/>
                  <a:pt x="8286" y="57"/>
                </a:cubicBezTo>
                <a:cubicBezTo>
                  <a:pt x="8194" y="29"/>
                  <a:pt x="8097" y="19"/>
                  <a:pt x="80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54"/>
          <p:cNvSpPr/>
          <p:nvPr/>
        </p:nvSpPr>
        <p:spPr>
          <a:xfrm>
            <a:off x="6565629" y="1342463"/>
            <a:ext cx="380917" cy="443115"/>
          </a:xfrm>
          <a:custGeom>
            <a:avLst/>
            <a:gdLst/>
            <a:ahLst/>
            <a:cxnLst/>
            <a:rect l="l" t="t" r="r" b="b"/>
            <a:pathLst>
              <a:path w="13247" h="15410" extrusionOk="0">
                <a:moveTo>
                  <a:pt x="5937" y="452"/>
                </a:moveTo>
                <a:cubicBezTo>
                  <a:pt x="6592" y="452"/>
                  <a:pt x="7247" y="452"/>
                  <a:pt x="7902" y="455"/>
                </a:cubicBezTo>
                <a:cubicBezTo>
                  <a:pt x="8292" y="457"/>
                  <a:pt x="8657" y="566"/>
                  <a:pt x="8967" y="807"/>
                </a:cubicBezTo>
                <a:cubicBezTo>
                  <a:pt x="9310" y="1075"/>
                  <a:pt x="9534" y="1423"/>
                  <a:pt x="9602" y="1855"/>
                </a:cubicBezTo>
                <a:cubicBezTo>
                  <a:pt x="9630" y="2027"/>
                  <a:pt x="9633" y="2201"/>
                  <a:pt x="9640" y="2373"/>
                </a:cubicBezTo>
                <a:cubicBezTo>
                  <a:pt x="9646" y="2524"/>
                  <a:pt x="9724" y="2623"/>
                  <a:pt x="9855" y="2630"/>
                </a:cubicBezTo>
                <a:cubicBezTo>
                  <a:pt x="9860" y="2630"/>
                  <a:pt x="9865" y="2631"/>
                  <a:pt x="9870" y="2631"/>
                </a:cubicBezTo>
                <a:cubicBezTo>
                  <a:pt x="10008" y="2631"/>
                  <a:pt x="10111" y="2536"/>
                  <a:pt x="10111" y="2384"/>
                </a:cubicBezTo>
                <a:cubicBezTo>
                  <a:pt x="10109" y="2132"/>
                  <a:pt x="10200" y="1915"/>
                  <a:pt x="10365" y="1737"/>
                </a:cubicBezTo>
                <a:cubicBezTo>
                  <a:pt x="10533" y="1556"/>
                  <a:pt x="10745" y="1447"/>
                  <a:pt x="10999" y="1431"/>
                </a:cubicBezTo>
                <a:cubicBezTo>
                  <a:pt x="11025" y="1429"/>
                  <a:pt x="11051" y="1428"/>
                  <a:pt x="11077" y="1428"/>
                </a:cubicBezTo>
                <a:cubicBezTo>
                  <a:pt x="11349" y="1428"/>
                  <a:pt x="11583" y="1528"/>
                  <a:pt x="11776" y="1724"/>
                </a:cubicBezTo>
                <a:cubicBezTo>
                  <a:pt x="11892" y="1842"/>
                  <a:pt x="11976" y="1986"/>
                  <a:pt x="12013" y="2158"/>
                </a:cubicBezTo>
                <a:lnTo>
                  <a:pt x="11571" y="2158"/>
                </a:lnTo>
                <a:cubicBezTo>
                  <a:pt x="11424" y="2158"/>
                  <a:pt x="11337" y="2251"/>
                  <a:pt x="11331" y="2398"/>
                </a:cubicBezTo>
                <a:cubicBezTo>
                  <a:pt x="11312" y="2826"/>
                  <a:pt x="11177" y="3209"/>
                  <a:pt x="10879" y="3530"/>
                </a:cubicBezTo>
                <a:cubicBezTo>
                  <a:pt x="10653" y="3780"/>
                  <a:pt x="10375" y="3950"/>
                  <a:pt x="10045" y="4036"/>
                </a:cubicBezTo>
                <a:cubicBezTo>
                  <a:pt x="9942" y="4064"/>
                  <a:pt x="9835" y="4078"/>
                  <a:pt x="9729" y="4080"/>
                </a:cubicBezTo>
                <a:cubicBezTo>
                  <a:pt x="9463" y="4082"/>
                  <a:pt x="9199" y="4084"/>
                  <a:pt x="8935" y="4084"/>
                </a:cubicBezTo>
                <a:cubicBezTo>
                  <a:pt x="8706" y="4084"/>
                  <a:pt x="8477" y="4082"/>
                  <a:pt x="8247" y="4080"/>
                </a:cubicBezTo>
                <a:cubicBezTo>
                  <a:pt x="8245" y="4080"/>
                  <a:pt x="8244" y="4080"/>
                  <a:pt x="8242" y="4080"/>
                </a:cubicBezTo>
                <a:cubicBezTo>
                  <a:pt x="8117" y="4080"/>
                  <a:pt x="8029" y="4133"/>
                  <a:pt x="7952" y="4224"/>
                </a:cubicBezTo>
                <a:cubicBezTo>
                  <a:pt x="7828" y="4368"/>
                  <a:pt x="7705" y="4507"/>
                  <a:pt x="7580" y="4648"/>
                </a:cubicBezTo>
                <a:cubicBezTo>
                  <a:pt x="7356" y="4903"/>
                  <a:pt x="7136" y="5160"/>
                  <a:pt x="6906" y="5409"/>
                </a:cubicBezTo>
                <a:cubicBezTo>
                  <a:pt x="6736" y="5598"/>
                  <a:pt x="6556" y="5775"/>
                  <a:pt x="6287" y="5826"/>
                </a:cubicBezTo>
                <a:cubicBezTo>
                  <a:pt x="6214" y="5840"/>
                  <a:pt x="6143" y="5847"/>
                  <a:pt x="6074" y="5847"/>
                </a:cubicBezTo>
                <a:cubicBezTo>
                  <a:pt x="5859" y="5847"/>
                  <a:pt x="5661" y="5779"/>
                  <a:pt x="5477" y="5643"/>
                </a:cubicBezTo>
                <a:cubicBezTo>
                  <a:pt x="5314" y="5523"/>
                  <a:pt x="5150" y="5407"/>
                  <a:pt x="4977" y="5281"/>
                </a:cubicBezTo>
                <a:cubicBezTo>
                  <a:pt x="5095" y="5191"/>
                  <a:pt x="5213" y="5097"/>
                  <a:pt x="5333" y="5007"/>
                </a:cubicBezTo>
                <a:cubicBezTo>
                  <a:pt x="5710" y="4725"/>
                  <a:pt x="6085" y="4448"/>
                  <a:pt x="6460" y="4166"/>
                </a:cubicBezTo>
                <a:cubicBezTo>
                  <a:pt x="6808" y="3905"/>
                  <a:pt x="7152" y="3642"/>
                  <a:pt x="7500" y="3383"/>
                </a:cubicBezTo>
                <a:cubicBezTo>
                  <a:pt x="7530" y="3362"/>
                  <a:pt x="7578" y="3354"/>
                  <a:pt x="7617" y="3354"/>
                </a:cubicBezTo>
                <a:cubicBezTo>
                  <a:pt x="7861" y="3353"/>
                  <a:pt x="8104" y="3353"/>
                  <a:pt x="8347" y="3353"/>
                </a:cubicBezTo>
                <a:cubicBezTo>
                  <a:pt x="8525" y="3353"/>
                  <a:pt x="8703" y="3353"/>
                  <a:pt x="8881" y="3354"/>
                </a:cubicBezTo>
                <a:cubicBezTo>
                  <a:pt x="8884" y="3354"/>
                  <a:pt x="8887" y="3354"/>
                  <a:pt x="8891" y="3354"/>
                </a:cubicBezTo>
                <a:cubicBezTo>
                  <a:pt x="8990" y="3354"/>
                  <a:pt x="9063" y="3311"/>
                  <a:pt x="9114" y="3231"/>
                </a:cubicBezTo>
                <a:cubicBezTo>
                  <a:pt x="9167" y="3146"/>
                  <a:pt x="9145" y="3056"/>
                  <a:pt x="9099" y="2975"/>
                </a:cubicBezTo>
                <a:cubicBezTo>
                  <a:pt x="9057" y="2902"/>
                  <a:pt x="8988" y="2882"/>
                  <a:pt x="8909" y="2882"/>
                </a:cubicBezTo>
                <a:cubicBezTo>
                  <a:pt x="8654" y="2882"/>
                  <a:pt x="8399" y="2881"/>
                  <a:pt x="8145" y="2881"/>
                </a:cubicBezTo>
                <a:cubicBezTo>
                  <a:pt x="7763" y="2881"/>
                  <a:pt x="7382" y="2882"/>
                  <a:pt x="7000" y="2885"/>
                </a:cubicBezTo>
                <a:cubicBezTo>
                  <a:pt x="6998" y="2885"/>
                  <a:pt x="6997" y="2885"/>
                  <a:pt x="6996" y="2885"/>
                </a:cubicBezTo>
                <a:cubicBezTo>
                  <a:pt x="6714" y="2885"/>
                  <a:pt x="6397" y="2697"/>
                  <a:pt x="6300" y="2393"/>
                </a:cubicBezTo>
                <a:lnTo>
                  <a:pt x="8152" y="2393"/>
                </a:lnTo>
                <a:cubicBezTo>
                  <a:pt x="8263" y="2393"/>
                  <a:pt x="8359" y="2358"/>
                  <a:pt x="8407" y="2249"/>
                </a:cubicBezTo>
                <a:cubicBezTo>
                  <a:pt x="8479" y="2089"/>
                  <a:pt x="8351" y="1919"/>
                  <a:pt x="8188" y="1919"/>
                </a:cubicBezTo>
                <a:cubicBezTo>
                  <a:pt x="8187" y="1919"/>
                  <a:pt x="8187" y="1919"/>
                  <a:pt x="8186" y="1919"/>
                </a:cubicBezTo>
                <a:cubicBezTo>
                  <a:pt x="7962" y="1921"/>
                  <a:pt x="7738" y="1921"/>
                  <a:pt x="7514" y="1921"/>
                </a:cubicBezTo>
                <a:cubicBezTo>
                  <a:pt x="7290" y="1921"/>
                  <a:pt x="7066" y="1921"/>
                  <a:pt x="6841" y="1921"/>
                </a:cubicBezTo>
                <a:cubicBezTo>
                  <a:pt x="6621" y="1921"/>
                  <a:pt x="6401" y="1923"/>
                  <a:pt x="6182" y="1923"/>
                </a:cubicBezTo>
                <a:cubicBezTo>
                  <a:pt x="6044" y="1923"/>
                  <a:pt x="5907" y="1922"/>
                  <a:pt x="5770" y="1919"/>
                </a:cubicBezTo>
                <a:cubicBezTo>
                  <a:pt x="5473" y="1913"/>
                  <a:pt x="5201" y="1733"/>
                  <a:pt x="5093" y="1431"/>
                </a:cubicBezTo>
                <a:lnTo>
                  <a:pt x="7418" y="1431"/>
                </a:lnTo>
                <a:cubicBezTo>
                  <a:pt x="7516" y="1431"/>
                  <a:pt x="7604" y="1405"/>
                  <a:pt x="7661" y="1314"/>
                </a:cubicBezTo>
                <a:cubicBezTo>
                  <a:pt x="7709" y="1237"/>
                  <a:pt x="7718" y="1162"/>
                  <a:pt x="7668" y="1079"/>
                </a:cubicBezTo>
                <a:cubicBezTo>
                  <a:pt x="7623" y="1004"/>
                  <a:pt x="7568" y="958"/>
                  <a:pt x="7475" y="958"/>
                </a:cubicBezTo>
                <a:cubicBezTo>
                  <a:pt x="7472" y="958"/>
                  <a:pt x="7469" y="958"/>
                  <a:pt x="7466" y="958"/>
                </a:cubicBezTo>
                <a:cubicBezTo>
                  <a:pt x="6869" y="959"/>
                  <a:pt x="6271" y="961"/>
                  <a:pt x="5673" y="961"/>
                </a:cubicBezTo>
                <a:cubicBezTo>
                  <a:pt x="5311" y="961"/>
                  <a:pt x="4949" y="960"/>
                  <a:pt x="4588" y="958"/>
                </a:cubicBezTo>
                <a:cubicBezTo>
                  <a:pt x="4265" y="955"/>
                  <a:pt x="4032" y="792"/>
                  <a:pt x="3890" y="502"/>
                </a:cubicBezTo>
                <a:cubicBezTo>
                  <a:pt x="3885" y="490"/>
                  <a:pt x="3887" y="478"/>
                  <a:pt x="3882" y="458"/>
                </a:cubicBezTo>
                <a:cubicBezTo>
                  <a:pt x="3914" y="457"/>
                  <a:pt x="3943" y="452"/>
                  <a:pt x="3970" y="452"/>
                </a:cubicBezTo>
                <a:cubicBezTo>
                  <a:pt x="4625" y="452"/>
                  <a:pt x="5281" y="452"/>
                  <a:pt x="5937" y="452"/>
                </a:cubicBezTo>
                <a:close/>
                <a:moveTo>
                  <a:pt x="3509" y="0"/>
                </a:moveTo>
                <a:cubicBezTo>
                  <a:pt x="3467" y="51"/>
                  <a:pt x="3394" y="100"/>
                  <a:pt x="3389" y="154"/>
                </a:cubicBezTo>
                <a:cubicBezTo>
                  <a:pt x="3376" y="275"/>
                  <a:pt x="3379" y="403"/>
                  <a:pt x="3408" y="519"/>
                </a:cubicBezTo>
                <a:cubicBezTo>
                  <a:pt x="3536" y="1019"/>
                  <a:pt x="3958" y="1390"/>
                  <a:pt x="4470" y="1416"/>
                </a:cubicBezTo>
                <a:cubicBezTo>
                  <a:pt x="4556" y="1419"/>
                  <a:pt x="4614" y="1447"/>
                  <a:pt x="4640" y="1550"/>
                </a:cubicBezTo>
                <a:cubicBezTo>
                  <a:pt x="4708" y="1832"/>
                  <a:pt x="4887" y="2043"/>
                  <a:pt x="5124" y="2198"/>
                </a:cubicBezTo>
                <a:cubicBezTo>
                  <a:pt x="5330" y="2335"/>
                  <a:pt x="5565" y="2390"/>
                  <a:pt x="5806" y="2395"/>
                </a:cubicBezTo>
                <a:cubicBezTo>
                  <a:pt x="5935" y="2904"/>
                  <a:pt x="6257" y="3212"/>
                  <a:pt x="6763" y="3338"/>
                </a:cubicBezTo>
                <a:cubicBezTo>
                  <a:pt x="6749" y="3354"/>
                  <a:pt x="6744" y="3366"/>
                  <a:pt x="6736" y="3373"/>
                </a:cubicBezTo>
                <a:cubicBezTo>
                  <a:pt x="6414" y="3616"/>
                  <a:pt x="6091" y="3859"/>
                  <a:pt x="5768" y="4100"/>
                </a:cubicBezTo>
                <a:cubicBezTo>
                  <a:pt x="5323" y="4433"/>
                  <a:pt x="4877" y="4763"/>
                  <a:pt x="4433" y="5096"/>
                </a:cubicBezTo>
                <a:cubicBezTo>
                  <a:pt x="4301" y="5196"/>
                  <a:pt x="4313" y="5387"/>
                  <a:pt x="4448" y="5484"/>
                </a:cubicBezTo>
                <a:cubicBezTo>
                  <a:pt x="4672" y="5647"/>
                  <a:pt x="4899" y="5803"/>
                  <a:pt x="5120" y="5971"/>
                </a:cubicBezTo>
                <a:cubicBezTo>
                  <a:pt x="5415" y="6199"/>
                  <a:pt x="5733" y="6323"/>
                  <a:pt x="6081" y="6323"/>
                </a:cubicBezTo>
                <a:cubicBezTo>
                  <a:pt x="6199" y="6323"/>
                  <a:pt x="6321" y="6309"/>
                  <a:pt x="6446" y="6279"/>
                </a:cubicBezTo>
                <a:cubicBezTo>
                  <a:pt x="6709" y="6217"/>
                  <a:pt x="6940" y="6083"/>
                  <a:pt x="7123" y="5888"/>
                </a:cubicBezTo>
                <a:cubicBezTo>
                  <a:pt x="7353" y="5647"/>
                  <a:pt x="7565" y="5393"/>
                  <a:pt x="7785" y="5143"/>
                </a:cubicBezTo>
                <a:cubicBezTo>
                  <a:pt x="7915" y="4996"/>
                  <a:pt x="8045" y="4847"/>
                  <a:pt x="8176" y="4698"/>
                </a:cubicBezTo>
                <a:cubicBezTo>
                  <a:pt x="8251" y="4613"/>
                  <a:pt x="8326" y="4550"/>
                  <a:pt x="8455" y="4550"/>
                </a:cubicBezTo>
                <a:cubicBezTo>
                  <a:pt x="8461" y="4550"/>
                  <a:pt x="8466" y="4551"/>
                  <a:pt x="8472" y="4551"/>
                </a:cubicBezTo>
                <a:cubicBezTo>
                  <a:pt x="8653" y="4557"/>
                  <a:pt x="8833" y="4559"/>
                  <a:pt x="9013" y="4559"/>
                </a:cubicBezTo>
                <a:cubicBezTo>
                  <a:pt x="9256" y="4559"/>
                  <a:pt x="9500" y="4555"/>
                  <a:pt x="9745" y="4554"/>
                </a:cubicBezTo>
                <a:cubicBezTo>
                  <a:pt x="9827" y="4554"/>
                  <a:pt x="9913" y="4551"/>
                  <a:pt x="9995" y="4535"/>
                </a:cubicBezTo>
                <a:cubicBezTo>
                  <a:pt x="10487" y="4434"/>
                  <a:pt x="10916" y="4216"/>
                  <a:pt x="11257" y="3830"/>
                </a:cubicBezTo>
                <a:cubicBezTo>
                  <a:pt x="11460" y="3598"/>
                  <a:pt x="11611" y="3341"/>
                  <a:pt x="11700" y="3047"/>
                </a:cubicBezTo>
                <a:cubicBezTo>
                  <a:pt x="11741" y="2914"/>
                  <a:pt x="11767" y="2773"/>
                  <a:pt x="11802" y="2630"/>
                </a:cubicBezTo>
                <a:lnTo>
                  <a:pt x="11899" y="2630"/>
                </a:lnTo>
                <a:cubicBezTo>
                  <a:pt x="12099" y="2630"/>
                  <a:pt x="12297" y="2628"/>
                  <a:pt x="12496" y="2628"/>
                </a:cubicBezTo>
                <a:cubicBezTo>
                  <a:pt x="12646" y="2628"/>
                  <a:pt x="12795" y="2629"/>
                  <a:pt x="12945" y="2633"/>
                </a:cubicBezTo>
                <a:cubicBezTo>
                  <a:pt x="12951" y="2633"/>
                  <a:pt x="12957" y="2633"/>
                  <a:pt x="12963" y="2633"/>
                </a:cubicBezTo>
                <a:cubicBezTo>
                  <a:pt x="13088" y="2633"/>
                  <a:pt x="13178" y="2589"/>
                  <a:pt x="13247" y="2486"/>
                </a:cubicBezTo>
                <a:lnTo>
                  <a:pt x="13247" y="2305"/>
                </a:lnTo>
                <a:cubicBezTo>
                  <a:pt x="13180" y="2206"/>
                  <a:pt x="13096" y="2156"/>
                  <a:pt x="12978" y="2156"/>
                </a:cubicBezTo>
                <a:cubicBezTo>
                  <a:pt x="12967" y="2156"/>
                  <a:pt x="12956" y="2157"/>
                  <a:pt x="12945" y="2158"/>
                </a:cubicBezTo>
                <a:cubicBezTo>
                  <a:pt x="12892" y="2161"/>
                  <a:pt x="12838" y="2163"/>
                  <a:pt x="12785" y="2163"/>
                </a:cubicBezTo>
                <a:cubicBezTo>
                  <a:pt x="12694" y="2163"/>
                  <a:pt x="12603" y="2159"/>
                  <a:pt x="12514" y="2159"/>
                </a:cubicBezTo>
                <a:cubicBezTo>
                  <a:pt x="12398" y="1612"/>
                  <a:pt x="12094" y="1217"/>
                  <a:pt x="11569" y="1040"/>
                </a:cubicBezTo>
                <a:cubicBezTo>
                  <a:pt x="11394" y="980"/>
                  <a:pt x="11225" y="951"/>
                  <a:pt x="11062" y="951"/>
                </a:cubicBezTo>
                <a:cubicBezTo>
                  <a:pt x="10672" y="951"/>
                  <a:pt x="10317" y="1117"/>
                  <a:pt x="10000" y="1434"/>
                </a:cubicBezTo>
                <a:cubicBezTo>
                  <a:pt x="9960" y="1348"/>
                  <a:pt x="9926" y="1265"/>
                  <a:pt x="9886" y="1185"/>
                </a:cubicBezTo>
                <a:cubicBezTo>
                  <a:pt x="9689" y="794"/>
                  <a:pt x="9401" y="489"/>
                  <a:pt x="9019" y="272"/>
                </a:cubicBezTo>
                <a:cubicBezTo>
                  <a:pt x="8779" y="137"/>
                  <a:pt x="8525" y="47"/>
                  <a:pt x="8250" y="16"/>
                </a:cubicBezTo>
                <a:cubicBezTo>
                  <a:pt x="8243" y="16"/>
                  <a:pt x="8238" y="6"/>
                  <a:pt x="8232" y="0"/>
                </a:cubicBezTo>
                <a:close/>
                <a:moveTo>
                  <a:pt x="5233" y="3360"/>
                </a:moveTo>
                <a:cubicBezTo>
                  <a:pt x="4936" y="3364"/>
                  <a:pt x="4643" y="3367"/>
                  <a:pt x="4346" y="3379"/>
                </a:cubicBezTo>
                <a:cubicBezTo>
                  <a:pt x="4199" y="3385"/>
                  <a:pt x="4052" y="3392"/>
                  <a:pt x="3909" y="3417"/>
                </a:cubicBezTo>
                <a:cubicBezTo>
                  <a:pt x="3567" y="3479"/>
                  <a:pt x="3235" y="3575"/>
                  <a:pt x="2916" y="3715"/>
                </a:cubicBezTo>
                <a:cubicBezTo>
                  <a:pt x="2490" y="3901"/>
                  <a:pt x="2112" y="4157"/>
                  <a:pt x="1770" y="4471"/>
                </a:cubicBezTo>
                <a:cubicBezTo>
                  <a:pt x="1635" y="4593"/>
                  <a:pt x="1518" y="4737"/>
                  <a:pt x="1399" y="4875"/>
                </a:cubicBezTo>
                <a:cubicBezTo>
                  <a:pt x="1126" y="5189"/>
                  <a:pt x="921" y="5548"/>
                  <a:pt x="767" y="5932"/>
                </a:cubicBezTo>
                <a:cubicBezTo>
                  <a:pt x="557" y="6450"/>
                  <a:pt x="466" y="6993"/>
                  <a:pt x="472" y="7553"/>
                </a:cubicBezTo>
                <a:cubicBezTo>
                  <a:pt x="476" y="7882"/>
                  <a:pt x="473" y="8213"/>
                  <a:pt x="470" y="8542"/>
                </a:cubicBezTo>
                <a:cubicBezTo>
                  <a:pt x="470" y="8577"/>
                  <a:pt x="444" y="8614"/>
                  <a:pt x="421" y="8642"/>
                </a:cubicBezTo>
                <a:cubicBezTo>
                  <a:pt x="345" y="8729"/>
                  <a:pt x="245" y="8801"/>
                  <a:pt x="187" y="8897"/>
                </a:cubicBezTo>
                <a:cubicBezTo>
                  <a:pt x="108" y="9026"/>
                  <a:pt x="62" y="9173"/>
                  <a:pt x="0" y="9311"/>
                </a:cubicBezTo>
                <a:lnTo>
                  <a:pt x="0" y="9692"/>
                </a:lnTo>
                <a:cubicBezTo>
                  <a:pt x="48" y="9852"/>
                  <a:pt x="98" y="10015"/>
                  <a:pt x="203" y="10147"/>
                </a:cubicBezTo>
                <a:cubicBezTo>
                  <a:pt x="371" y="10361"/>
                  <a:pt x="586" y="10509"/>
                  <a:pt x="858" y="10563"/>
                </a:cubicBezTo>
                <a:cubicBezTo>
                  <a:pt x="892" y="10570"/>
                  <a:pt x="927" y="10577"/>
                  <a:pt x="963" y="10586"/>
                </a:cubicBezTo>
                <a:cubicBezTo>
                  <a:pt x="1002" y="11185"/>
                  <a:pt x="1149" y="11749"/>
                  <a:pt x="1438" y="12270"/>
                </a:cubicBezTo>
                <a:cubicBezTo>
                  <a:pt x="1569" y="12508"/>
                  <a:pt x="1738" y="12723"/>
                  <a:pt x="1888" y="12951"/>
                </a:cubicBezTo>
                <a:cubicBezTo>
                  <a:pt x="1909" y="12983"/>
                  <a:pt x="1924" y="13026"/>
                  <a:pt x="1924" y="13063"/>
                </a:cubicBezTo>
                <a:cubicBezTo>
                  <a:pt x="1927" y="13745"/>
                  <a:pt x="1930" y="14424"/>
                  <a:pt x="1924" y="15105"/>
                </a:cubicBezTo>
                <a:cubicBezTo>
                  <a:pt x="1923" y="15252"/>
                  <a:pt x="1963" y="15358"/>
                  <a:pt x="2107" y="15410"/>
                </a:cubicBezTo>
                <a:lnTo>
                  <a:pt x="2199" y="15410"/>
                </a:lnTo>
                <a:cubicBezTo>
                  <a:pt x="2362" y="15355"/>
                  <a:pt x="2402" y="15237"/>
                  <a:pt x="2399" y="15074"/>
                </a:cubicBezTo>
                <a:cubicBezTo>
                  <a:pt x="2394" y="14573"/>
                  <a:pt x="2398" y="14068"/>
                  <a:pt x="2398" y="13566"/>
                </a:cubicBezTo>
                <a:lnTo>
                  <a:pt x="2398" y="13465"/>
                </a:lnTo>
                <a:cubicBezTo>
                  <a:pt x="3175" y="14115"/>
                  <a:pt x="4062" y="14442"/>
                  <a:pt x="5051" y="14442"/>
                </a:cubicBezTo>
                <a:cubicBezTo>
                  <a:pt x="5056" y="14442"/>
                  <a:pt x="5060" y="14442"/>
                  <a:pt x="5064" y="14442"/>
                </a:cubicBezTo>
                <a:cubicBezTo>
                  <a:pt x="6054" y="14437"/>
                  <a:pt x="6944" y="14116"/>
                  <a:pt x="7722" y="13450"/>
                </a:cubicBezTo>
                <a:lnTo>
                  <a:pt x="7722" y="13564"/>
                </a:lnTo>
                <a:cubicBezTo>
                  <a:pt x="7722" y="14078"/>
                  <a:pt x="7726" y="14591"/>
                  <a:pt x="7718" y="15106"/>
                </a:cubicBezTo>
                <a:cubicBezTo>
                  <a:pt x="7715" y="15259"/>
                  <a:pt x="7763" y="15355"/>
                  <a:pt x="7904" y="15410"/>
                </a:cubicBezTo>
                <a:lnTo>
                  <a:pt x="7994" y="15410"/>
                </a:lnTo>
                <a:cubicBezTo>
                  <a:pt x="8134" y="15358"/>
                  <a:pt x="8182" y="15259"/>
                  <a:pt x="8180" y="15106"/>
                </a:cubicBezTo>
                <a:cubicBezTo>
                  <a:pt x="8173" y="14424"/>
                  <a:pt x="8176" y="13745"/>
                  <a:pt x="8177" y="13063"/>
                </a:cubicBezTo>
                <a:cubicBezTo>
                  <a:pt x="8177" y="13029"/>
                  <a:pt x="8183" y="12989"/>
                  <a:pt x="8205" y="12969"/>
                </a:cubicBezTo>
                <a:cubicBezTo>
                  <a:pt x="8315" y="12810"/>
                  <a:pt x="8437" y="12662"/>
                  <a:pt x="8542" y="12499"/>
                </a:cubicBezTo>
                <a:cubicBezTo>
                  <a:pt x="8750" y="12179"/>
                  <a:pt x="8904" y="11835"/>
                  <a:pt x="8996" y="11464"/>
                </a:cubicBezTo>
                <a:cubicBezTo>
                  <a:pt x="9066" y="11176"/>
                  <a:pt x="9114" y="10884"/>
                  <a:pt x="9173" y="10584"/>
                </a:cubicBezTo>
                <a:cubicBezTo>
                  <a:pt x="9179" y="10583"/>
                  <a:pt x="9204" y="10571"/>
                  <a:pt x="9230" y="10568"/>
                </a:cubicBezTo>
                <a:cubicBezTo>
                  <a:pt x="9462" y="10541"/>
                  <a:pt x="9657" y="10430"/>
                  <a:pt x="9811" y="10266"/>
                </a:cubicBezTo>
                <a:cubicBezTo>
                  <a:pt x="10035" y="10028"/>
                  <a:pt x="10141" y="9743"/>
                  <a:pt x="10109" y="9405"/>
                </a:cubicBezTo>
                <a:cubicBezTo>
                  <a:pt x="10079" y="9097"/>
                  <a:pt x="9942" y="8854"/>
                  <a:pt x="9711" y="8664"/>
                </a:cubicBezTo>
                <a:cubicBezTo>
                  <a:pt x="9647" y="8610"/>
                  <a:pt x="9631" y="8564"/>
                  <a:pt x="9631" y="8491"/>
                </a:cubicBezTo>
                <a:cubicBezTo>
                  <a:pt x="9628" y="8033"/>
                  <a:pt x="9622" y="7573"/>
                  <a:pt x="9614" y="7115"/>
                </a:cubicBezTo>
                <a:cubicBezTo>
                  <a:pt x="9608" y="6841"/>
                  <a:pt x="9545" y="6575"/>
                  <a:pt x="9471" y="6311"/>
                </a:cubicBezTo>
                <a:cubicBezTo>
                  <a:pt x="9355" y="5896"/>
                  <a:pt x="9170" y="5513"/>
                  <a:pt x="8932" y="5157"/>
                </a:cubicBezTo>
                <a:cubicBezTo>
                  <a:pt x="8881" y="5085"/>
                  <a:pt x="8811" y="5051"/>
                  <a:pt x="8739" y="5051"/>
                </a:cubicBezTo>
                <a:cubicBezTo>
                  <a:pt x="8692" y="5051"/>
                  <a:pt x="8643" y="5066"/>
                  <a:pt x="8600" y="5095"/>
                </a:cubicBezTo>
                <a:cubicBezTo>
                  <a:pt x="8488" y="5169"/>
                  <a:pt x="8462" y="5302"/>
                  <a:pt x="8535" y="5432"/>
                </a:cubicBezTo>
                <a:cubicBezTo>
                  <a:pt x="8656" y="5647"/>
                  <a:pt x="8785" y="5858"/>
                  <a:pt x="8884" y="6080"/>
                </a:cubicBezTo>
                <a:cubicBezTo>
                  <a:pt x="9061" y="6477"/>
                  <a:pt x="9153" y="6897"/>
                  <a:pt x="9160" y="7334"/>
                </a:cubicBezTo>
                <a:cubicBezTo>
                  <a:pt x="9164" y="7592"/>
                  <a:pt x="9160" y="7853"/>
                  <a:pt x="9160" y="8113"/>
                </a:cubicBezTo>
                <a:lnTo>
                  <a:pt x="9160" y="8433"/>
                </a:lnTo>
                <a:cubicBezTo>
                  <a:pt x="9117" y="8432"/>
                  <a:pt x="9079" y="8424"/>
                  <a:pt x="9042" y="8424"/>
                </a:cubicBezTo>
                <a:cubicBezTo>
                  <a:pt x="9034" y="8424"/>
                  <a:pt x="9027" y="8425"/>
                  <a:pt x="9019" y="8425"/>
                </a:cubicBezTo>
                <a:cubicBezTo>
                  <a:pt x="8895" y="8434"/>
                  <a:pt x="8792" y="8550"/>
                  <a:pt x="8797" y="8668"/>
                </a:cubicBezTo>
                <a:cubicBezTo>
                  <a:pt x="8802" y="8802"/>
                  <a:pt x="8901" y="8894"/>
                  <a:pt x="9034" y="8898"/>
                </a:cubicBezTo>
                <a:cubicBezTo>
                  <a:pt x="9079" y="8899"/>
                  <a:pt x="9124" y="8905"/>
                  <a:pt x="9166" y="8915"/>
                </a:cubicBezTo>
                <a:cubicBezTo>
                  <a:pt x="9449" y="8994"/>
                  <a:pt x="9621" y="9186"/>
                  <a:pt x="9646" y="9480"/>
                </a:cubicBezTo>
                <a:cubicBezTo>
                  <a:pt x="9665" y="9695"/>
                  <a:pt x="9551" y="9929"/>
                  <a:pt x="9301" y="10054"/>
                </a:cubicBezTo>
                <a:cubicBezTo>
                  <a:pt x="9201" y="10104"/>
                  <a:pt x="9095" y="10114"/>
                  <a:pt x="8986" y="10114"/>
                </a:cubicBezTo>
                <a:cubicBezTo>
                  <a:pt x="8969" y="10114"/>
                  <a:pt x="8951" y="10114"/>
                  <a:pt x="8933" y="10113"/>
                </a:cubicBezTo>
                <a:cubicBezTo>
                  <a:pt x="8811" y="10113"/>
                  <a:pt x="8698" y="10199"/>
                  <a:pt x="8688" y="10295"/>
                </a:cubicBezTo>
                <a:cubicBezTo>
                  <a:pt x="8680" y="10382"/>
                  <a:pt x="8672" y="10468"/>
                  <a:pt x="8670" y="10555"/>
                </a:cubicBezTo>
                <a:cubicBezTo>
                  <a:pt x="8664" y="10861"/>
                  <a:pt x="8605" y="11157"/>
                  <a:pt x="8510" y="11447"/>
                </a:cubicBezTo>
                <a:cubicBezTo>
                  <a:pt x="8320" y="12040"/>
                  <a:pt x="7997" y="12552"/>
                  <a:pt x="7542" y="12981"/>
                </a:cubicBezTo>
                <a:cubicBezTo>
                  <a:pt x="7222" y="13280"/>
                  <a:pt x="6863" y="13513"/>
                  <a:pt x="6466" y="13687"/>
                </a:cubicBezTo>
                <a:cubicBezTo>
                  <a:pt x="6023" y="13880"/>
                  <a:pt x="5553" y="13966"/>
                  <a:pt x="5072" y="13978"/>
                </a:cubicBezTo>
                <a:cubicBezTo>
                  <a:pt x="5063" y="13978"/>
                  <a:pt x="5055" y="13978"/>
                  <a:pt x="5047" y="13978"/>
                </a:cubicBezTo>
                <a:cubicBezTo>
                  <a:pt x="4865" y="13978"/>
                  <a:pt x="4681" y="13948"/>
                  <a:pt x="4500" y="13927"/>
                </a:cubicBezTo>
                <a:cubicBezTo>
                  <a:pt x="4150" y="13886"/>
                  <a:pt x="3820" y="13771"/>
                  <a:pt x="3503" y="13622"/>
                </a:cubicBezTo>
                <a:cubicBezTo>
                  <a:pt x="3030" y="13396"/>
                  <a:pt x="2628" y="13079"/>
                  <a:pt x="2289" y="12680"/>
                </a:cubicBezTo>
                <a:cubicBezTo>
                  <a:pt x="2000" y="12338"/>
                  <a:pt x="1781" y="11958"/>
                  <a:pt x="1635" y="11537"/>
                </a:cubicBezTo>
                <a:cubicBezTo>
                  <a:pt x="1505" y="11170"/>
                  <a:pt x="1433" y="10791"/>
                  <a:pt x="1438" y="10401"/>
                </a:cubicBezTo>
                <a:cubicBezTo>
                  <a:pt x="1440" y="10229"/>
                  <a:pt x="1346" y="10112"/>
                  <a:pt x="1168" y="10112"/>
                </a:cubicBezTo>
                <a:cubicBezTo>
                  <a:pt x="1164" y="10112"/>
                  <a:pt x="1159" y="10112"/>
                  <a:pt x="1155" y="10112"/>
                </a:cubicBezTo>
                <a:cubicBezTo>
                  <a:pt x="1147" y="10112"/>
                  <a:pt x="1140" y="10112"/>
                  <a:pt x="1132" y="10112"/>
                </a:cubicBezTo>
                <a:cubicBezTo>
                  <a:pt x="1043" y="10112"/>
                  <a:pt x="949" y="10104"/>
                  <a:pt x="866" y="10074"/>
                </a:cubicBezTo>
                <a:cubicBezTo>
                  <a:pt x="572" y="9964"/>
                  <a:pt x="408" y="9664"/>
                  <a:pt x="495" y="9343"/>
                </a:cubicBezTo>
                <a:cubicBezTo>
                  <a:pt x="572" y="9059"/>
                  <a:pt x="818" y="8905"/>
                  <a:pt x="1084" y="8898"/>
                </a:cubicBezTo>
                <a:cubicBezTo>
                  <a:pt x="1264" y="8892"/>
                  <a:pt x="1366" y="8702"/>
                  <a:pt x="1287" y="8559"/>
                </a:cubicBezTo>
                <a:cubicBezTo>
                  <a:pt x="1265" y="8521"/>
                  <a:pt x="1232" y="8475"/>
                  <a:pt x="1191" y="8462"/>
                </a:cubicBezTo>
                <a:cubicBezTo>
                  <a:pt x="1117" y="8437"/>
                  <a:pt x="1036" y="8431"/>
                  <a:pt x="931" y="8412"/>
                </a:cubicBezTo>
                <a:cubicBezTo>
                  <a:pt x="948" y="7954"/>
                  <a:pt x="957" y="7476"/>
                  <a:pt x="986" y="6999"/>
                </a:cubicBezTo>
                <a:cubicBezTo>
                  <a:pt x="1011" y="6598"/>
                  <a:pt x="1145" y="6221"/>
                  <a:pt x="1322" y="5865"/>
                </a:cubicBezTo>
                <a:cubicBezTo>
                  <a:pt x="1530" y="5445"/>
                  <a:pt x="1806" y="5074"/>
                  <a:pt x="2162" y="4763"/>
                </a:cubicBezTo>
                <a:cubicBezTo>
                  <a:pt x="2366" y="4584"/>
                  <a:pt x="2584" y="4426"/>
                  <a:pt x="2820" y="4293"/>
                </a:cubicBezTo>
                <a:cubicBezTo>
                  <a:pt x="3395" y="3971"/>
                  <a:pt x="4019" y="3831"/>
                  <a:pt x="4675" y="3831"/>
                </a:cubicBezTo>
                <a:cubicBezTo>
                  <a:pt x="4682" y="3831"/>
                  <a:pt x="4688" y="3831"/>
                  <a:pt x="4695" y="3831"/>
                </a:cubicBezTo>
                <a:cubicBezTo>
                  <a:pt x="4726" y="3831"/>
                  <a:pt x="4756" y="3831"/>
                  <a:pt x="4786" y="3831"/>
                </a:cubicBezTo>
                <a:cubicBezTo>
                  <a:pt x="4883" y="3831"/>
                  <a:pt x="4979" y="3831"/>
                  <a:pt x="5076" y="3831"/>
                </a:cubicBezTo>
                <a:cubicBezTo>
                  <a:pt x="5146" y="3831"/>
                  <a:pt x="5216" y="3831"/>
                  <a:pt x="5285" y="3833"/>
                </a:cubicBezTo>
                <a:cubicBezTo>
                  <a:pt x="5289" y="3833"/>
                  <a:pt x="5292" y="3833"/>
                  <a:pt x="5296" y="3833"/>
                </a:cubicBezTo>
                <a:cubicBezTo>
                  <a:pt x="5440" y="3833"/>
                  <a:pt x="5511" y="3742"/>
                  <a:pt x="5522" y="3651"/>
                </a:cubicBezTo>
                <a:cubicBezTo>
                  <a:pt x="5537" y="3530"/>
                  <a:pt x="5524" y="3415"/>
                  <a:pt x="5339" y="3378"/>
                </a:cubicBezTo>
                <a:cubicBezTo>
                  <a:pt x="5304" y="3370"/>
                  <a:pt x="5268" y="3360"/>
                  <a:pt x="5233" y="33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06" name="Google Shape;1006;p54"/>
          <p:cNvGrpSpPr/>
          <p:nvPr/>
        </p:nvGrpSpPr>
        <p:grpSpPr>
          <a:xfrm rot="1241619">
            <a:off x="4330711" y="1762403"/>
            <a:ext cx="481392" cy="556132"/>
            <a:chOff x="1182325" y="4709275"/>
            <a:chExt cx="403200" cy="465800"/>
          </a:xfrm>
        </p:grpSpPr>
        <p:sp>
          <p:nvSpPr>
            <p:cNvPr id="1007" name="Google Shape;1007;p54"/>
            <p:cNvSpPr/>
            <p:nvPr/>
          </p:nvSpPr>
          <p:spPr>
            <a:xfrm>
              <a:off x="1182325" y="4714600"/>
              <a:ext cx="397375" cy="460475"/>
            </a:xfrm>
            <a:custGeom>
              <a:avLst/>
              <a:gdLst/>
              <a:ahLst/>
              <a:cxnLst/>
              <a:rect l="l" t="t" r="r" b="b"/>
              <a:pathLst>
                <a:path w="15895" h="18419" extrusionOk="0">
                  <a:moveTo>
                    <a:pt x="7900" y="1"/>
                  </a:moveTo>
                  <a:cubicBezTo>
                    <a:pt x="6786" y="1"/>
                    <a:pt x="5784" y="779"/>
                    <a:pt x="5545" y="1913"/>
                  </a:cubicBezTo>
                  <a:cubicBezTo>
                    <a:pt x="5428" y="2467"/>
                    <a:pt x="5511" y="3013"/>
                    <a:pt x="5747" y="3484"/>
                  </a:cubicBezTo>
                  <a:lnTo>
                    <a:pt x="2257" y="2746"/>
                  </a:lnTo>
                  <a:lnTo>
                    <a:pt x="1519" y="6235"/>
                  </a:lnTo>
                  <a:cubicBezTo>
                    <a:pt x="1846" y="6072"/>
                    <a:pt x="2211" y="5981"/>
                    <a:pt x="2590" y="5981"/>
                  </a:cubicBezTo>
                  <a:cubicBezTo>
                    <a:pt x="2755" y="5981"/>
                    <a:pt x="2922" y="5998"/>
                    <a:pt x="3090" y="6035"/>
                  </a:cubicBezTo>
                  <a:cubicBezTo>
                    <a:pt x="4392" y="6308"/>
                    <a:pt x="5225" y="7587"/>
                    <a:pt x="4950" y="8889"/>
                  </a:cubicBezTo>
                  <a:cubicBezTo>
                    <a:pt x="4711" y="10022"/>
                    <a:pt x="3709" y="10801"/>
                    <a:pt x="2594" y="10801"/>
                  </a:cubicBezTo>
                  <a:cubicBezTo>
                    <a:pt x="2429" y="10801"/>
                    <a:pt x="2262" y="10784"/>
                    <a:pt x="2095" y="10748"/>
                  </a:cubicBezTo>
                  <a:cubicBezTo>
                    <a:pt x="1541" y="10632"/>
                    <a:pt x="1074" y="10332"/>
                    <a:pt x="739" y="9927"/>
                  </a:cubicBezTo>
                  <a:lnTo>
                    <a:pt x="1" y="13416"/>
                  </a:lnTo>
                  <a:lnTo>
                    <a:pt x="3490" y="14155"/>
                  </a:lnTo>
                  <a:cubicBezTo>
                    <a:pt x="3088" y="14489"/>
                    <a:pt x="2788" y="14956"/>
                    <a:pt x="2670" y="15510"/>
                  </a:cubicBezTo>
                  <a:cubicBezTo>
                    <a:pt x="2395" y="16811"/>
                    <a:pt x="3227" y="18090"/>
                    <a:pt x="4528" y="18365"/>
                  </a:cubicBezTo>
                  <a:cubicBezTo>
                    <a:pt x="4697" y="18401"/>
                    <a:pt x="4865" y="18418"/>
                    <a:pt x="5031" y="18418"/>
                  </a:cubicBezTo>
                  <a:cubicBezTo>
                    <a:pt x="6146" y="18418"/>
                    <a:pt x="7145" y="17640"/>
                    <a:pt x="7384" y="16506"/>
                  </a:cubicBezTo>
                  <a:cubicBezTo>
                    <a:pt x="7500" y="15952"/>
                    <a:pt x="7417" y="15405"/>
                    <a:pt x="7182" y="14934"/>
                  </a:cubicBezTo>
                  <a:lnTo>
                    <a:pt x="7182" y="14934"/>
                  </a:lnTo>
                  <a:lnTo>
                    <a:pt x="10671" y="15671"/>
                  </a:lnTo>
                  <a:lnTo>
                    <a:pt x="11410" y="12182"/>
                  </a:lnTo>
                  <a:cubicBezTo>
                    <a:pt x="11744" y="12586"/>
                    <a:pt x="12211" y="12885"/>
                    <a:pt x="12765" y="13003"/>
                  </a:cubicBezTo>
                  <a:cubicBezTo>
                    <a:pt x="12932" y="13039"/>
                    <a:pt x="13100" y="13056"/>
                    <a:pt x="13264" y="13056"/>
                  </a:cubicBezTo>
                  <a:cubicBezTo>
                    <a:pt x="14379" y="13056"/>
                    <a:pt x="15381" y="12277"/>
                    <a:pt x="15620" y="11145"/>
                  </a:cubicBezTo>
                  <a:cubicBezTo>
                    <a:pt x="15895" y="9844"/>
                    <a:pt x="15062" y="8564"/>
                    <a:pt x="13761" y="8290"/>
                  </a:cubicBezTo>
                  <a:cubicBezTo>
                    <a:pt x="13593" y="8254"/>
                    <a:pt x="13426" y="8237"/>
                    <a:pt x="13262" y="8237"/>
                  </a:cubicBezTo>
                  <a:cubicBezTo>
                    <a:pt x="12883" y="8237"/>
                    <a:pt x="12517" y="8327"/>
                    <a:pt x="12189" y="8492"/>
                  </a:cubicBezTo>
                  <a:lnTo>
                    <a:pt x="12926" y="5002"/>
                  </a:lnTo>
                  <a:lnTo>
                    <a:pt x="9437" y="4264"/>
                  </a:lnTo>
                  <a:cubicBezTo>
                    <a:pt x="9841" y="3929"/>
                    <a:pt x="10140" y="3463"/>
                    <a:pt x="10258" y="2909"/>
                  </a:cubicBezTo>
                  <a:cubicBezTo>
                    <a:pt x="10533" y="1608"/>
                    <a:pt x="9701" y="328"/>
                    <a:pt x="8400" y="53"/>
                  </a:cubicBezTo>
                  <a:cubicBezTo>
                    <a:pt x="8232" y="18"/>
                    <a:pt x="8065" y="1"/>
                    <a:pt x="7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54"/>
            <p:cNvSpPr/>
            <p:nvPr/>
          </p:nvSpPr>
          <p:spPr>
            <a:xfrm>
              <a:off x="1214475" y="4709275"/>
              <a:ext cx="371050" cy="289275"/>
            </a:xfrm>
            <a:custGeom>
              <a:avLst/>
              <a:gdLst/>
              <a:ahLst/>
              <a:cxnLst/>
              <a:rect l="l" t="t" r="r" b="b"/>
              <a:pathLst>
                <a:path w="14842" h="11571" extrusionOk="0">
                  <a:moveTo>
                    <a:pt x="6608" y="1"/>
                  </a:moveTo>
                  <a:cubicBezTo>
                    <a:pt x="6105" y="1"/>
                    <a:pt x="5614" y="146"/>
                    <a:pt x="5183" y="426"/>
                  </a:cubicBezTo>
                  <a:cubicBezTo>
                    <a:pt x="4597" y="807"/>
                    <a:pt x="4195" y="1395"/>
                    <a:pt x="4049" y="2079"/>
                  </a:cubicBezTo>
                  <a:cubicBezTo>
                    <a:pt x="3955" y="2527"/>
                    <a:pt x="3977" y="2978"/>
                    <a:pt x="4113" y="3405"/>
                  </a:cubicBezTo>
                  <a:lnTo>
                    <a:pt x="1014" y="2751"/>
                  </a:lnTo>
                  <a:cubicBezTo>
                    <a:pt x="998" y="2747"/>
                    <a:pt x="982" y="2746"/>
                    <a:pt x="967" y="2746"/>
                  </a:cubicBezTo>
                  <a:cubicBezTo>
                    <a:pt x="869" y="2746"/>
                    <a:pt x="782" y="2815"/>
                    <a:pt x="762" y="2914"/>
                  </a:cubicBezTo>
                  <a:lnTo>
                    <a:pt x="23" y="6403"/>
                  </a:lnTo>
                  <a:cubicBezTo>
                    <a:pt x="0" y="6518"/>
                    <a:pt x="73" y="6630"/>
                    <a:pt x="188" y="6655"/>
                  </a:cubicBezTo>
                  <a:cubicBezTo>
                    <a:pt x="202" y="6658"/>
                    <a:pt x="217" y="6659"/>
                    <a:pt x="231" y="6659"/>
                  </a:cubicBezTo>
                  <a:cubicBezTo>
                    <a:pt x="330" y="6659"/>
                    <a:pt x="416" y="6591"/>
                    <a:pt x="439" y="6492"/>
                  </a:cubicBezTo>
                  <a:lnTo>
                    <a:pt x="1133" y="3210"/>
                  </a:lnTo>
                  <a:lnTo>
                    <a:pt x="4416" y="3904"/>
                  </a:lnTo>
                  <a:cubicBezTo>
                    <a:pt x="4432" y="3908"/>
                    <a:pt x="4448" y="3909"/>
                    <a:pt x="4463" y="3909"/>
                  </a:cubicBezTo>
                  <a:cubicBezTo>
                    <a:pt x="4527" y="3909"/>
                    <a:pt x="4586" y="3879"/>
                    <a:pt x="4625" y="3827"/>
                  </a:cubicBezTo>
                  <a:cubicBezTo>
                    <a:pt x="4674" y="3763"/>
                    <a:pt x="4683" y="3676"/>
                    <a:pt x="4647" y="3603"/>
                  </a:cubicBezTo>
                  <a:cubicBezTo>
                    <a:pt x="4424" y="3154"/>
                    <a:pt x="4360" y="2658"/>
                    <a:pt x="4462" y="2171"/>
                  </a:cubicBezTo>
                  <a:cubicBezTo>
                    <a:pt x="4681" y="1139"/>
                    <a:pt x="5595" y="428"/>
                    <a:pt x="6611" y="428"/>
                  </a:cubicBezTo>
                  <a:cubicBezTo>
                    <a:pt x="6761" y="428"/>
                    <a:pt x="6913" y="443"/>
                    <a:pt x="7066" y="476"/>
                  </a:cubicBezTo>
                  <a:cubicBezTo>
                    <a:pt x="7640" y="596"/>
                    <a:pt x="8133" y="935"/>
                    <a:pt x="8453" y="1425"/>
                  </a:cubicBezTo>
                  <a:cubicBezTo>
                    <a:pt x="8773" y="1918"/>
                    <a:pt x="8883" y="2505"/>
                    <a:pt x="8763" y="3080"/>
                  </a:cubicBezTo>
                  <a:cubicBezTo>
                    <a:pt x="8738" y="3194"/>
                    <a:pt x="8811" y="3306"/>
                    <a:pt x="8926" y="3330"/>
                  </a:cubicBezTo>
                  <a:cubicBezTo>
                    <a:pt x="8941" y="3333"/>
                    <a:pt x="8957" y="3335"/>
                    <a:pt x="8972" y="3335"/>
                  </a:cubicBezTo>
                  <a:cubicBezTo>
                    <a:pt x="9069" y="3335"/>
                    <a:pt x="9156" y="3266"/>
                    <a:pt x="9177" y="3167"/>
                  </a:cubicBezTo>
                  <a:cubicBezTo>
                    <a:pt x="9323" y="2482"/>
                    <a:pt x="9192" y="1781"/>
                    <a:pt x="8809" y="1195"/>
                  </a:cubicBezTo>
                  <a:cubicBezTo>
                    <a:pt x="8430" y="606"/>
                    <a:pt x="7841" y="202"/>
                    <a:pt x="7156" y="58"/>
                  </a:cubicBezTo>
                  <a:cubicBezTo>
                    <a:pt x="6973" y="20"/>
                    <a:pt x="6790" y="1"/>
                    <a:pt x="6608" y="1"/>
                  </a:cubicBezTo>
                  <a:close/>
                  <a:moveTo>
                    <a:pt x="3660" y="8890"/>
                  </a:moveTo>
                  <a:cubicBezTo>
                    <a:pt x="3563" y="8890"/>
                    <a:pt x="3476" y="8960"/>
                    <a:pt x="3456" y="9058"/>
                  </a:cubicBezTo>
                  <a:cubicBezTo>
                    <a:pt x="3237" y="10091"/>
                    <a:pt x="2321" y="10802"/>
                    <a:pt x="1304" y="10802"/>
                  </a:cubicBezTo>
                  <a:cubicBezTo>
                    <a:pt x="1155" y="10802"/>
                    <a:pt x="1003" y="10787"/>
                    <a:pt x="851" y="10755"/>
                  </a:cubicBezTo>
                  <a:cubicBezTo>
                    <a:pt x="835" y="10751"/>
                    <a:pt x="820" y="10749"/>
                    <a:pt x="804" y="10749"/>
                  </a:cubicBezTo>
                  <a:cubicBezTo>
                    <a:pt x="707" y="10749"/>
                    <a:pt x="621" y="10818"/>
                    <a:pt x="601" y="10918"/>
                  </a:cubicBezTo>
                  <a:cubicBezTo>
                    <a:pt x="576" y="11032"/>
                    <a:pt x="649" y="11144"/>
                    <a:pt x="763" y="11168"/>
                  </a:cubicBezTo>
                  <a:cubicBezTo>
                    <a:pt x="945" y="11207"/>
                    <a:pt x="1128" y="11227"/>
                    <a:pt x="1310" y="11227"/>
                  </a:cubicBezTo>
                  <a:cubicBezTo>
                    <a:pt x="1812" y="11227"/>
                    <a:pt x="2305" y="11082"/>
                    <a:pt x="2735" y="10801"/>
                  </a:cubicBezTo>
                  <a:cubicBezTo>
                    <a:pt x="3322" y="10419"/>
                    <a:pt x="3725" y="9833"/>
                    <a:pt x="3870" y="9147"/>
                  </a:cubicBezTo>
                  <a:cubicBezTo>
                    <a:pt x="3894" y="9032"/>
                    <a:pt x="3821" y="8918"/>
                    <a:pt x="3706" y="8895"/>
                  </a:cubicBezTo>
                  <a:cubicBezTo>
                    <a:pt x="3691" y="8892"/>
                    <a:pt x="3675" y="8890"/>
                    <a:pt x="3660" y="8890"/>
                  </a:cubicBezTo>
                  <a:close/>
                  <a:moveTo>
                    <a:pt x="11972" y="8240"/>
                  </a:moveTo>
                  <a:cubicBezTo>
                    <a:pt x="11572" y="8240"/>
                    <a:pt x="11178" y="8333"/>
                    <a:pt x="10808" y="8517"/>
                  </a:cubicBezTo>
                  <a:cubicBezTo>
                    <a:pt x="10705" y="8568"/>
                    <a:pt x="10662" y="8695"/>
                    <a:pt x="10714" y="8801"/>
                  </a:cubicBezTo>
                  <a:cubicBezTo>
                    <a:pt x="10751" y="8874"/>
                    <a:pt x="10825" y="8917"/>
                    <a:pt x="10903" y="8917"/>
                  </a:cubicBezTo>
                  <a:cubicBezTo>
                    <a:pt x="10935" y="8917"/>
                    <a:pt x="10967" y="8910"/>
                    <a:pt x="10997" y="8895"/>
                  </a:cubicBezTo>
                  <a:cubicBezTo>
                    <a:pt x="11307" y="8740"/>
                    <a:pt x="11639" y="8661"/>
                    <a:pt x="11976" y="8661"/>
                  </a:cubicBezTo>
                  <a:cubicBezTo>
                    <a:pt x="12127" y="8661"/>
                    <a:pt x="12279" y="8677"/>
                    <a:pt x="12431" y="8709"/>
                  </a:cubicBezTo>
                  <a:cubicBezTo>
                    <a:pt x="13616" y="8961"/>
                    <a:pt x="14378" y="10130"/>
                    <a:pt x="14128" y="11314"/>
                  </a:cubicBezTo>
                  <a:cubicBezTo>
                    <a:pt x="14103" y="11428"/>
                    <a:pt x="14176" y="11541"/>
                    <a:pt x="14291" y="11565"/>
                  </a:cubicBezTo>
                  <a:cubicBezTo>
                    <a:pt x="14305" y="11569"/>
                    <a:pt x="14320" y="11570"/>
                    <a:pt x="14334" y="11570"/>
                  </a:cubicBezTo>
                  <a:cubicBezTo>
                    <a:pt x="14433" y="11570"/>
                    <a:pt x="14520" y="11501"/>
                    <a:pt x="14542" y="11402"/>
                  </a:cubicBezTo>
                  <a:cubicBezTo>
                    <a:pt x="14842" y="9987"/>
                    <a:pt x="13933" y="8593"/>
                    <a:pt x="12518" y="8298"/>
                  </a:cubicBezTo>
                  <a:cubicBezTo>
                    <a:pt x="12336" y="8259"/>
                    <a:pt x="12154" y="8240"/>
                    <a:pt x="11972" y="824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9" name="Google Shape;1009;p54"/>
          <p:cNvSpPr/>
          <p:nvPr/>
        </p:nvSpPr>
        <p:spPr>
          <a:xfrm rot="719841">
            <a:off x="4621098" y="3184044"/>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54"/>
          <p:cNvSpPr/>
          <p:nvPr/>
        </p:nvSpPr>
        <p:spPr>
          <a:xfrm rot="719841">
            <a:off x="4364473" y="2594794"/>
            <a:ext cx="189866" cy="18989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07"/>
        <p:cNvGrpSpPr/>
        <p:nvPr/>
      </p:nvGrpSpPr>
      <p:grpSpPr>
        <a:xfrm>
          <a:off x="0" y="0"/>
          <a:ext cx="0" cy="0"/>
          <a:chOff x="0" y="0"/>
          <a:chExt cx="0" cy="0"/>
        </a:xfrm>
      </p:grpSpPr>
      <p:sp>
        <p:nvSpPr>
          <p:cNvPr id="1608" name="Google Shape;1608;p69"/>
          <p:cNvSpPr txBox="1">
            <a:spLocks noGrp="1"/>
          </p:cNvSpPr>
          <p:nvPr>
            <p:ph type="ctrTitle"/>
          </p:nvPr>
        </p:nvSpPr>
        <p:spPr>
          <a:xfrm>
            <a:off x="4574400" y="1125250"/>
            <a:ext cx="3856500" cy="650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a:t>¡Gracias!</a:t>
            </a:r>
            <a:endParaRPr/>
          </a:p>
        </p:txBody>
      </p:sp>
      <p:sp>
        <p:nvSpPr>
          <p:cNvPr id="1609" name="Google Shape;1609;p69"/>
          <p:cNvSpPr txBox="1"/>
          <p:nvPr/>
        </p:nvSpPr>
        <p:spPr>
          <a:xfrm>
            <a:off x="2742525" y="3881650"/>
            <a:ext cx="3568500" cy="281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sz="1100">
                <a:solidFill>
                  <a:schemeClr val="dk1"/>
                </a:solidFill>
                <a:latin typeface="Nunito Medium"/>
                <a:ea typeface="Nunito Medium"/>
                <a:cs typeface="Nunito Medium"/>
                <a:sym typeface="Nunito Medium"/>
              </a:rPr>
              <a:t>Por favor, conserva esta diapositiva para atribuirnos</a:t>
            </a:r>
            <a:endParaRPr sz="1500">
              <a:solidFill>
                <a:schemeClr val="dk1"/>
              </a:solidFill>
              <a:latin typeface="Nunito Medium"/>
              <a:ea typeface="Nunito Medium"/>
              <a:cs typeface="Nunito Medium"/>
              <a:sym typeface="Nunito Medium"/>
            </a:endParaRPr>
          </a:p>
        </p:txBody>
      </p:sp>
      <p:sp>
        <p:nvSpPr>
          <p:cNvPr id="1610" name="Google Shape;1610;p69"/>
          <p:cNvSpPr txBox="1">
            <a:spLocks noGrp="1"/>
          </p:cNvSpPr>
          <p:nvPr>
            <p:ph type="subTitle" idx="1"/>
          </p:nvPr>
        </p:nvSpPr>
        <p:spPr>
          <a:xfrm>
            <a:off x="5012250" y="2538938"/>
            <a:ext cx="2980800" cy="866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solidFill>
                  <a:schemeClr val="dk1"/>
                </a:solidFill>
              </a:rPr>
              <a:t>¿Tienes alguna pregunta? </a:t>
            </a:r>
            <a:endParaRPr dirty="0">
              <a:solidFill>
                <a:schemeClr val="dk1"/>
              </a:solidFill>
            </a:endParaRPr>
          </a:p>
        </p:txBody>
      </p:sp>
      <p:grpSp>
        <p:nvGrpSpPr>
          <p:cNvPr id="1611" name="Google Shape;1611;p69"/>
          <p:cNvGrpSpPr/>
          <p:nvPr/>
        </p:nvGrpSpPr>
        <p:grpSpPr>
          <a:xfrm>
            <a:off x="1180417" y="907820"/>
            <a:ext cx="450406" cy="450330"/>
            <a:chOff x="3382659" y="3"/>
            <a:chExt cx="1106649" cy="1106462"/>
          </a:xfrm>
        </p:grpSpPr>
        <p:sp>
          <p:nvSpPr>
            <p:cNvPr id="1612" name="Google Shape;1612;p69"/>
            <p:cNvSpPr/>
            <p:nvPr/>
          </p:nvSpPr>
          <p:spPr>
            <a:xfrm>
              <a:off x="3382659" y="3"/>
              <a:ext cx="1106649" cy="1106462"/>
            </a:xfrm>
            <a:custGeom>
              <a:avLst/>
              <a:gdLst/>
              <a:ahLst/>
              <a:cxnLst/>
              <a:rect l="l" t="t" r="r" b="b"/>
              <a:pathLst>
                <a:path w="9726" h="9725" extrusionOk="0">
                  <a:moveTo>
                    <a:pt x="4862" y="768"/>
                  </a:moveTo>
                  <a:cubicBezTo>
                    <a:pt x="7119" y="768"/>
                    <a:pt x="8957" y="2603"/>
                    <a:pt x="8957" y="4861"/>
                  </a:cubicBezTo>
                  <a:cubicBezTo>
                    <a:pt x="8957" y="7117"/>
                    <a:pt x="7119" y="8954"/>
                    <a:pt x="4862" y="8954"/>
                  </a:cubicBezTo>
                  <a:cubicBezTo>
                    <a:pt x="2604" y="8954"/>
                    <a:pt x="770" y="7117"/>
                    <a:pt x="770" y="4861"/>
                  </a:cubicBezTo>
                  <a:cubicBezTo>
                    <a:pt x="770" y="2603"/>
                    <a:pt x="2604" y="768"/>
                    <a:pt x="4862" y="768"/>
                  </a:cubicBezTo>
                  <a:close/>
                  <a:moveTo>
                    <a:pt x="4862" y="0"/>
                  </a:moveTo>
                  <a:cubicBezTo>
                    <a:pt x="2181" y="0"/>
                    <a:pt x="0" y="2181"/>
                    <a:pt x="0" y="4862"/>
                  </a:cubicBezTo>
                  <a:cubicBezTo>
                    <a:pt x="0" y="7543"/>
                    <a:pt x="2181" y="9724"/>
                    <a:pt x="4862" y="9724"/>
                  </a:cubicBezTo>
                  <a:cubicBezTo>
                    <a:pt x="7545" y="9724"/>
                    <a:pt x="9726" y="7540"/>
                    <a:pt x="9723" y="4862"/>
                  </a:cubicBezTo>
                  <a:cubicBezTo>
                    <a:pt x="9723" y="2181"/>
                    <a:pt x="7542" y="0"/>
                    <a:pt x="486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69"/>
            <p:cNvSpPr/>
            <p:nvPr/>
          </p:nvSpPr>
          <p:spPr>
            <a:xfrm rot="1044809">
              <a:off x="3701581" y="313377"/>
              <a:ext cx="479623" cy="479697"/>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14" name="Google Shape;1614;p69"/>
          <p:cNvSpPr/>
          <p:nvPr/>
        </p:nvSpPr>
        <p:spPr>
          <a:xfrm rot="676936">
            <a:off x="1703434" y="444545"/>
            <a:ext cx="189873" cy="189900"/>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1615;p69"/>
          <p:cNvSpPr/>
          <p:nvPr/>
        </p:nvSpPr>
        <p:spPr>
          <a:xfrm rot="-187564">
            <a:off x="3626812" y="968695"/>
            <a:ext cx="246636" cy="246654"/>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69"/>
          <p:cNvSpPr/>
          <p:nvPr/>
        </p:nvSpPr>
        <p:spPr>
          <a:xfrm rot="855225">
            <a:off x="4048339" y="470262"/>
            <a:ext cx="246626" cy="246666"/>
          </a:xfrm>
          <a:custGeom>
            <a:avLst/>
            <a:gdLst/>
            <a:ahLst/>
            <a:cxnLst/>
            <a:rect l="l" t="t" r="r" b="b"/>
            <a:pathLst>
              <a:path w="6924" h="6925" extrusionOk="0">
                <a:moveTo>
                  <a:pt x="3497" y="1"/>
                </a:moveTo>
                <a:lnTo>
                  <a:pt x="1796" y="428"/>
                </a:lnTo>
                <a:lnTo>
                  <a:pt x="2396" y="2826"/>
                </a:lnTo>
                <a:lnTo>
                  <a:pt x="0" y="3429"/>
                </a:lnTo>
                <a:lnTo>
                  <a:pt x="426" y="5130"/>
                </a:lnTo>
                <a:lnTo>
                  <a:pt x="2824" y="4528"/>
                </a:lnTo>
                <a:lnTo>
                  <a:pt x="3427" y="6924"/>
                </a:lnTo>
                <a:lnTo>
                  <a:pt x="5132" y="6495"/>
                </a:lnTo>
                <a:lnTo>
                  <a:pt x="4526" y="4098"/>
                </a:lnTo>
                <a:lnTo>
                  <a:pt x="6924" y="3497"/>
                </a:lnTo>
                <a:lnTo>
                  <a:pt x="6496" y="1795"/>
                </a:lnTo>
                <a:lnTo>
                  <a:pt x="4100" y="2398"/>
                </a:lnTo>
                <a:lnTo>
                  <a:pt x="34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69"/>
          <p:cNvSpPr/>
          <p:nvPr/>
        </p:nvSpPr>
        <p:spPr>
          <a:xfrm rot="-864355">
            <a:off x="3322245" y="418456"/>
            <a:ext cx="334723" cy="242584"/>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1618;p69"/>
          <p:cNvSpPr/>
          <p:nvPr/>
        </p:nvSpPr>
        <p:spPr>
          <a:xfrm rot="868280">
            <a:off x="1042250" y="497689"/>
            <a:ext cx="257673" cy="186744"/>
          </a:xfrm>
          <a:custGeom>
            <a:avLst/>
            <a:gdLst/>
            <a:ahLst/>
            <a:cxnLst/>
            <a:rect l="l" t="t" r="r" b="b"/>
            <a:pathLst>
              <a:path w="11952" h="8662" extrusionOk="0">
                <a:moveTo>
                  <a:pt x="9018" y="0"/>
                </a:moveTo>
                <a:cubicBezTo>
                  <a:pt x="8101" y="0"/>
                  <a:pt x="6806" y="738"/>
                  <a:pt x="5741" y="2600"/>
                </a:cubicBezTo>
                <a:cubicBezTo>
                  <a:pt x="4106" y="783"/>
                  <a:pt x="3216" y="444"/>
                  <a:pt x="2757" y="444"/>
                </a:cubicBezTo>
                <a:cubicBezTo>
                  <a:pt x="2619" y="444"/>
                  <a:pt x="2520" y="475"/>
                  <a:pt x="2451" y="505"/>
                </a:cubicBezTo>
                <a:cubicBezTo>
                  <a:pt x="1346" y="991"/>
                  <a:pt x="1" y="2647"/>
                  <a:pt x="2792" y="6556"/>
                </a:cubicBezTo>
                <a:cubicBezTo>
                  <a:pt x="3698" y="7824"/>
                  <a:pt x="4954" y="8401"/>
                  <a:pt x="5675" y="8661"/>
                </a:cubicBezTo>
                <a:cubicBezTo>
                  <a:pt x="6455" y="8238"/>
                  <a:pt x="7554" y="7491"/>
                  <a:pt x="8412" y="6225"/>
                </a:cubicBezTo>
                <a:cubicBezTo>
                  <a:pt x="10244" y="3515"/>
                  <a:pt x="11952" y="519"/>
                  <a:pt x="9298" y="25"/>
                </a:cubicBezTo>
                <a:cubicBezTo>
                  <a:pt x="9210" y="9"/>
                  <a:pt x="9116" y="0"/>
                  <a:pt x="90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1619;p69"/>
          <p:cNvSpPr/>
          <p:nvPr/>
        </p:nvSpPr>
        <p:spPr>
          <a:xfrm>
            <a:off x="6438217" y="2041821"/>
            <a:ext cx="281704" cy="230957"/>
          </a:xfrm>
          <a:custGeom>
            <a:avLst/>
            <a:gdLst/>
            <a:ahLst/>
            <a:cxnLst/>
            <a:rect l="l" t="t" r="r" b="b"/>
            <a:pathLst>
              <a:path w="5640" h="4624" extrusionOk="0">
                <a:moveTo>
                  <a:pt x="3939" y="1"/>
                </a:moveTo>
                <a:cubicBezTo>
                  <a:pt x="3914" y="1"/>
                  <a:pt x="3889" y="2"/>
                  <a:pt x="3864" y="3"/>
                </a:cubicBezTo>
                <a:cubicBezTo>
                  <a:pt x="3699" y="13"/>
                  <a:pt x="3536" y="60"/>
                  <a:pt x="3389" y="136"/>
                </a:cubicBezTo>
                <a:cubicBezTo>
                  <a:pt x="3243" y="214"/>
                  <a:pt x="3110" y="321"/>
                  <a:pt x="3006" y="450"/>
                </a:cubicBezTo>
                <a:cubicBezTo>
                  <a:pt x="2899" y="584"/>
                  <a:pt x="2819" y="742"/>
                  <a:pt x="2778" y="908"/>
                </a:cubicBezTo>
                <a:cubicBezTo>
                  <a:pt x="2737" y="1069"/>
                  <a:pt x="2742" y="1228"/>
                  <a:pt x="2765" y="1391"/>
                </a:cubicBezTo>
                <a:cubicBezTo>
                  <a:pt x="2768" y="1411"/>
                  <a:pt x="2767" y="1418"/>
                  <a:pt x="2755" y="1418"/>
                </a:cubicBezTo>
                <a:cubicBezTo>
                  <a:pt x="2751" y="1418"/>
                  <a:pt x="2747" y="1418"/>
                  <a:pt x="2742" y="1417"/>
                </a:cubicBezTo>
                <a:cubicBezTo>
                  <a:pt x="1817" y="1280"/>
                  <a:pt x="1052" y="949"/>
                  <a:pt x="430" y="241"/>
                </a:cubicBezTo>
                <a:cubicBezTo>
                  <a:pt x="416" y="226"/>
                  <a:pt x="406" y="218"/>
                  <a:pt x="396" y="218"/>
                </a:cubicBezTo>
                <a:cubicBezTo>
                  <a:pt x="386" y="218"/>
                  <a:pt x="377" y="226"/>
                  <a:pt x="365" y="242"/>
                </a:cubicBezTo>
                <a:cubicBezTo>
                  <a:pt x="93" y="650"/>
                  <a:pt x="225" y="1307"/>
                  <a:pt x="565" y="1629"/>
                </a:cubicBezTo>
                <a:cubicBezTo>
                  <a:pt x="610" y="1672"/>
                  <a:pt x="657" y="1715"/>
                  <a:pt x="707" y="1753"/>
                </a:cubicBezTo>
                <a:cubicBezTo>
                  <a:pt x="706" y="1753"/>
                  <a:pt x="704" y="1754"/>
                  <a:pt x="700" y="1754"/>
                </a:cubicBezTo>
                <a:cubicBezTo>
                  <a:pt x="658" y="1754"/>
                  <a:pt x="447" y="1725"/>
                  <a:pt x="259" y="1629"/>
                </a:cubicBezTo>
                <a:cubicBezTo>
                  <a:pt x="250" y="1623"/>
                  <a:pt x="243" y="1620"/>
                  <a:pt x="237" y="1620"/>
                </a:cubicBezTo>
                <a:cubicBezTo>
                  <a:pt x="224" y="1620"/>
                  <a:pt x="217" y="1631"/>
                  <a:pt x="216" y="1652"/>
                </a:cubicBezTo>
                <a:cubicBezTo>
                  <a:pt x="215" y="1696"/>
                  <a:pt x="218" y="1736"/>
                  <a:pt x="223" y="1785"/>
                </a:cubicBezTo>
                <a:cubicBezTo>
                  <a:pt x="275" y="2197"/>
                  <a:pt x="561" y="2580"/>
                  <a:pt x="955" y="2730"/>
                </a:cubicBezTo>
                <a:cubicBezTo>
                  <a:pt x="1002" y="2751"/>
                  <a:pt x="1053" y="2768"/>
                  <a:pt x="1103" y="2775"/>
                </a:cubicBezTo>
                <a:cubicBezTo>
                  <a:pt x="1044" y="2788"/>
                  <a:pt x="984" y="2799"/>
                  <a:pt x="877" y="2799"/>
                </a:cubicBezTo>
                <a:cubicBezTo>
                  <a:pt x="821" y="2799"/>
                  <a:pt x="753" y="2796"/>
                  <a:pt x="666" y="2789"/>
                </a:cubicBezTo>
                <a:cubicBezTo>
                  <a:pt x="661" y="2788"/>
                  <a:pt x="657" y="2788"/>
                  <a:pt x="653" y="2788"/>
                </a:cubicBezTo>
                <a:cubicBezTo>
                  <a:pt x="630" y="2788"/>
                  <a:pt x="622" y="2802"/>
                  <a:pt x="633" y="2831"/>
                </a:cubicBezTo>
                <a:cubicBezTo>
                  <a:pt x="826" y="3354"/>
                  <a:pt x="1241" y="3512"/>
                  <a:pt x="1553" y="3602"/>
                </a:cubicBezTo>
                <a:cubicBezTo>
                  <a:pt x="1593" y="3609"/>
                  <a:pt x="1637" y="3609"/>
                  <a:pt x="1677" y="3619"/>
                </a:cubicBezTo>
                <a:cubicBezTo>
                  <a:pt x="1676" y="3623"/>
                  <a:pt x="1673" y="3623"/>
                  <a:pt x="1670" y="3626"/>
                </a:cubicBezTo>
                <a:cubicBezTo>
                  <a:pt x="1567" y="3784"/>
                  <a:pt x="1209" y="3902"/>
                  <a:pt x="1042" y="3960"/>
                </a:cubicBezTo>
                <a:cubicBezTo>
                  <a:pt x="800" y="4043"/>
                  <a:pt x="542" y="4091"/>
                  <a:pt x="285" y="4091"/>
                </a:cubicBezTo>
                <a:cubicBezTo>
                  <a:pt x="219" y="4091"/>
                  <a:pt x="154" y="4088"/>
                  <a:pt x="89" y="4081"/>
                </a:cubicBezTo>
                <a:cubicBezTo>
                  <a:pt x="63" y="4078"/>
                  <a:pt x="48" y="4076"/>
                  <a:pt x="37" y="4076"/>
                </a:cubicBezTo>
                <a:cubicBezTo>
                  <a:pt x="27" y="4076"/>
                  <a:pt x="21" y="4078"/>
                  <a:pt x="15" y="4081"/>
                </a:cubicBezTo>
                <a:cubicBezTo>
                  <a:pt x="0" y="4090"/>
                  <a:pt x="12" y="4103"/>
                  <a:pt x="29" y="4114"/>
                </a:cubicBezTo>
                <a:cubicBezTo>
                  <a:pt x="93" y="4157"/>
                  <a:pt x="159" y="4196"/>
                  <a:pt x="226" y="4233"/>
                </a:cubicBezTo>
                <a:cubicBezTo>
                  <a:pt x="431" y="4340"/>
                  <a:pt x="643" y="4426"/>
                  <a:pt x="863" y="4489"/>
                </a:cubicBezTo>
                <a:cubicBezTo>
                  <a:pt x="1187" y="4578"/>
                  <a:pt x="1523" y="4624"/>
                  <a:pt x="1857" y="4624"/>
                </a:cubicBezTo>
                <a:cubicBezTo>
                  <a:pt x="2705" y="4624"/>
                  <a:pt x="3543" y="4331"/>
                  <a:pt x="4160" y="3718"/>
                </a:cubicBezTo>
                <a:cubicBezTo>
                  <a:pt x="4837" y="3047"/>
                  <a:pt x="5073" y="2121"/>
                  <a:pt x="5073" y="1194"/>
                </a:cubicBezTo>
                <a:cubicBezTo>
                  <a:pt x="5073" y="1158"/>
                  <a:pt x="5116" y="1137"/>
                  <a:pt x="5140" y="1119"/>
                </a:cubicBezTo>
                <a:cubicBezTo>
                  <a:pt x="5316" y="986"/>
                  <a:pt x="5468" y="829"/>
                  <a:pt x="5599" y="651"/>
                </a:cubicBezTo>
                <a:cubicBezTo>
                  <a:pt x="5628" y="613"/>
                  <a:pt x="5639" y="577"/>
                  <a:pt x="5639" y="563"/>
                </a:cubicBezTo>
                <a:lnTo>
                  <a:pt x="5639" y="557"/>
                </a:lnTo>
                <a:cubicBezTo>
                  <a:pt x="5639" y="547"/>
                  <a:pt x="5637" y="544"/>
                  <a:pt x="5632" y="544"/>
                </a:cubicBezTo>
                <a:cubicBezTo>
                  <a:pt x="5627" y="544"/>
                  <a:pt x="5619" y="548"/>
                  <a:pt x="5608" y="554"/>
                </a:cubicBezTo>
                <a:cubicBezTo>
                  <a:pt x="5429" y="634"/>
                  <a:pt x="5226" y="683"/>
                  <a:pt x="5035" y="716"/>
                </a:cubicBezTo>
                <a:cubicBezTo>
                  <a:pt x="5126" y="700"/>
                  <a:pt x="5259" y="536"/>
                  <a:pt x="5312" y="470"/>
                </a:cubicBezTo>
                <a:cubicBezTo>
                  <a:pt x="5395" y="368"/>
                  <a:pt x="5460" y="251"/>
                  <a:pt x="5500" y="126"/>
                </a:cubicBezTo>
                <a:cubicBezTo>
                  <a:pt x="5505" y="118"/>
                  <a:pt x="5508" y="105"/>
                  <a:pt x="5498" y="98"/>
                </a:cubicBezTo>
                <a:cubicBezTo>
                  <a:pt x="5493" y="96"/>
                  <a:pt x="5489" y="95"/>
                  <a:pt x="5485" y="95"/>
                </a:cubicBezTo>
                <a:cubicBezTo>
                  <a:pt x="5479" y="95"/>
                  <a:pt x="5473" y="97"/>
                  <a:pt x="5468" y="99"/>
                </a:cubicBezTo>
                <a:cubicBezTo>
                  <a:pt x="5253" y="214"/>
                  <a:pt x="5031" y="298"/>
                  <a:pt x="4795" y="357"/>
                </a:cubicBezTo>
                <a:cubicBezTo>
                  <a:pt x="4790" y="358"/>
                  <a:pt x="4785" y="359"/>
                  <a:pt x="4780" y="359"/>
                </a:cubicBezTo>
                <a:cubicBezTo>
                  <a:pt x="4768" y="359"/>
                  <a:pt x="4757" y="353"/>
                  <a:pt x="4748" y="344"/>
                </a:cubicBezTo>
                <a:cubicBezTo>
                  <a:pt x="4729" y="322"/>
                  <a:pt x="4711" y="301"/>
                  <a:pt x="4689" y="284"/>
                </a:cubicBezTo>
                <a:cubicBezTo>
                  <a:pt x="4589" y="199"/>
                  <a:pt x="4483" y="133"/>
                  <a:pt x="4364" y="83"/>
                </a:cubicBezTo>
                <a:cubicBezTo>
                  <a:pt x="4230" y="29"/>
                  <a:pt x="4084" y="1"/>
                  <a:pt x="39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1620;p69"/>
          <p:cNvSpPr/>
          <p:nvPr/>
        </p:nvSpPr>
        <p:spPr>
          <a:xfrm>
            <a:off x="7113480" y="2019245"/>
            <a:ext cx="128115" cy="275810"/>
          </a:xfrm>
          <a:custGeom>
            <a:avLst/>
            <a:gdLst/>
            <a:ahLst/>
            <a:cxnLst/>
            <a:rect l="l" t="t" r="r" b="b"/>
            <a:pathLst>
              <a:path w="2565" h="5522" extrusionOk="0">
                <a:moveTo>
                  <a:pt x="1560" y="0"/>
                </a:moveTo>
                <a:cubicBezTo>
                  <a:pt x="1011" y="0"/>
                  <a:pt x="566" y="445"/>
                  <a:pt x="566" y="995"/>
                </a:cubicBezTo>
                <a:lnTo>
                  <a:pt x="566" y="1782"/>
                </a:lnTo>
                <a:lnTo>
                  <a:pt x="69" y="1782"/>
                </a:lnTo>
                <a:cubicBezTo>
                  <a:pt x="32" y="1782"/>
                  <a:pt x="0" y="1812"/>
                  <a:pt x="0" y="1852"/>
                </a:cubicBezTo>
                <a:lnTo>
                  <a:pt x="0" y="2669"/>
                </a:lnTo>
                <a:cubicBezTo>
                  <a:pt x="0" y="2706"/>
                  <a:pt x="30" y="2739"/>
                  <a:pt x="69" y="2739"/>
                </a:cubicBezTo>
                <a:lnTo>
                  <a:pt x="566" y="2739"/>
                </a:lnTo>
                <a:lnTo>
                  <a:pt x="566" y="2783"/>
                </a:lnTo>
                <a:lnTo>
                  <a:pt x="561" y="2783"/>
                </a:lnTo>
                <a:lnTo>
                  <a:pt x="561" y="5452"/>
                </a:lnTo>
                <a:cubicBezTo>
                  <a:pt x="561" y="5489"/>
                  <a:pt x="591" y="5522"/>
                  <a:pt x="631" y="5522"/>
                </a:cubicBezTo>
                <a:lnTo>
                  <a:pt x="1622" y="5522"/>
                </a:lnTo>
                <a:cubicBezTo>
                  <a:pt x="1660" y="5522"/>
                  <a:pt x="1692" y="5490"/>
                  <a:pt x="1692" y="5452"/>
                </a:cubicBezTo>
                <a:lnTo>
                  <a:pt x="1692" y="2740"/>
                </a:lnTo>
                <a:lnTo>
                  <a:pt x="2411" y="2740"/>
                </a:lnTo>
                <a:cubicBezTo>
                  <a:pt x="2447" y="2740"/>
                  <a:pt x="2477" y="2713"/>
                  <a:pt x="2480" y="2676"/>
                </a:cubicBezTo>
                <a:lnTo>
                  <a:pt x="2550" y="1859"/>
                </a:lnTo>
                <a:cubicBezTo>
                  <a:pt x="2555" y="1817"/>
                  <a:pt x="2522" y="1783"/>
                  <a:pt x="2480" y="1783"/>
                </a:cubicBezTo>
                <a:lnTo>
                  <a:pt x="1693" y="1783"/>
                </a:lnTo>
                <a:lnTo>
                  <a:pt x="1693" y="1204"/>
                </a:lnTo>
                <a:cubicBezTo>
                  <a:pt x="1693" y="1068"/>
                  <a:pt x="1805" y="957"/>
                  <a:pt x="1941" y="957"/>
                </a:cubicBezTo>
                <a:lnTo>
                  <a:pt x="2494" y="957"/>
                </a:lnTo>
                <a:cubicBezTo>
                  <a:pt x="2533" y="957"/>
                  <a:pt x="2565" y="927"/>
                  <a:pt x="2565" y="887"/>
                </a:cubicBezTo>
                <a:lnTo>
                  <a:pt x="2565" y="70"/>
                </a:lnTo>
                <a:cubicBezTo>
                  <a:pt x="2565" y="33"/>
                  <a:pt x="2534" y="0"/>
                  <a:pt x="24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1621;p69"/>
          <p:cNvSpPr/>
          <p:nvPr/>
        </p:nvSpPr>
        <p:spPr>
          <a:xfrm>
            <a:off x="5763704" y="2016448"/>
            <a:ext cx="281454" cy="281404"/>
          </a:xfrm>
          <a:custGeom>
            <a:avLst/>
            <a:gdLst/>
            <a:ahLst/>
            <a:cxnLst/>
            <a:rect l="l" t="t" r="r" b="b"/>
            <a:pathLst>
              <a:path w="5635" h="5634" extrusionOk="0">
                <a:moveTo>
                  <a:pt x="4308" y="985"/>
                </a:moveTo>
                <a:cubicBezTo>
                  <a:pt x="4127" y="985"/>
                  <a:pt x="3981" y="1131"/>
                  <a:pt x="3981" y="1313"/>
                </a:cubicBezTo>
                <a:cubicBezTo>
                  <a:pt x="3981" y="1493"/>
                  <a:pt x="4127" y="1639"/>
                  <a:pt x="4308" y="1639"/>
                </a:cubicBezTo>
                <a:cubicBezTo>
                  <a:pt x="4489" y="1639"/>
                  <a:pt x="4635" y="1493"/>
                  <a:pt x="4635" y="1313"/>
                </a:cubicBezTo>
                <a:cubicBezTo>
                  <a:pt x="4635" y="1134"/>
                  <a:pt x="4489" y="986"/>
                  <a:pt x="4308" y="985"/>
                </a:cubicBezTo>
                <a:close/>
                <a:moveTo>
                  <a:pt x="2855" y="1896"/>
                </a:moveTo>
                <a:cubicBezTo>
                  <a:pt x="3340" y="1896"/>
                  <a:pt x="3735" y="2293"/>
                  <a:pt x="3735" y="2776"/>
                </a:cubicBezTo>
                <a:cubicBezTo>
                  <a:pt x="3735" y="3263"/>
                  <a:pt x="3340" y="3656"/>
                  <a:pt x="2855" y="3656"/>
                </a:cubicBezTo>
                <a:cubicBezTo>
                  <a:pt x="2372" y="3656"/>
                  <a:pt x="1975" y="3261"/>
                  <a:pt x="1975" y="2776"/>
                </a:cubicBezTo>
                <a:cubicBezTo>
                  <a:pt x="1975" y="2293"/>
                  <a:pt x="2372" y="1896"/>
                  <a:pt x="2855" y="1896"/>
                </a:cubicBezTo>
                <a:close/>
                <a:moveTo>
                  <a:pt x="2855" y="1406"/>
                </a:moveTo>
                <a:cubicBezTo>
                  <a:pt x="2098" y="1406"/>
                  <a:pt x="1485" y="2021"/>
                  <a:pt x="1485" y="2776"/>
                </a:cubicBezTo>
                <a:cubicBezTo>
                  <a:pt x="1485" y="3533"/>
                  <a:pt x="2100" y="4149"/>
                  <a:pt x="2855" y="4149"/>
                </a:cubicBezTo>
                <a:cubicBezTo>
                  <a:pt x="3612" y="4149"/>
                  <a:pt x="4228" y="3533"/>
                  <a:pt x="4228" y="2776"/>
                </a:cubicBezTo>
                <a:cubicBezTo>
                  <a:pt x="4228" y="2021"/>
                  <a:pt x="3612" y="1406"/>
                  <a:pt x="2855" y="1406"/>
                </a:cubicBezTo>
                <a:close/>
                <a:moveTo>
                  <a:pt x="3934" y="550"/>
                </a:moveTo>
                <a:cubicBezTo>
                  <a:pt x="4570" y="550"/>
                  <a:pt x="5085" y="1065"/>
                  <a:pt x="5085" y="1700"/>
                </a:cubicBezTo>
                <a:lnTo>
                  <a:pt x="5085" y="3934"/>
                </a:lnTo>
                <a:cubicBezTo>
                  <a:pt x="5085" y="4569"/>
                  <a:pt x="4570" y="5084"/>
                  <a:pt x="3934" y="5084"/>
                </a:cubicBezTo>
                <a:lnTo>
                  <a:pt x="1701" y="5084"/>
                </a:lnTo>
                <a:cubicBezTo>
                  <a:pt x="1065" y="5084"/>
                  <a:pt x="550" y="4569"/>
                  <a:pt x="550" y="3934"/>
                </a:cubicBezTo>
                <a:lnTo>
                  <a:pt x="550" y="1700"/>
                </a:lnTo>
                <a:cubicBezTo>
                  <a:pt x="550" y="1065"/>
                  <a:pt x="1065" y="550"/>
                  <a:pt x="1701" y="550"/>
                </a:cubicBezTo>
                <a:close/>
                <a:moveTo>
                  <a:pt x="1675" y="0"/>
                </a:moveTo>
                <a:cubicBezTo>
                  <a:pt x="751" y="0"/>
                  <a:pt x="1" y="750"/>
                  <a:pt x="1" y="1675"/>
                </a:cubicBezTo>
                <a:lnTo>
                  <a:pt x="1" y="3960"/>
                </a:lnTo>
                <a:cubicBezTo>
                  <a:pt x="1" y="4884"/>
                  <a:pt x="751" y="5634"/>
                  <a:pt x="1675" y="5634"/>
                </a:cubicBezTo>
                <a:lnTo>
                  <a:pt x="3960" y="5634"/>
                </a:lnTo>
                <a:cubicBezTo>
                  <a:pt x="4884" y="5634"/>
                  <a:pt x="5634" y="4884"/>
                  <a:pt x="5634" y="3960"/>
                </a:cubicBezTo>
                <a:lnTo>
                  <a:pt x="5634" y="1675"/>
                </a:lnTo>
                <a:cubicBezTo>
                  <a:pt x="5634" y="750"/>
                  <a:pt x="4884" y="0"/>
                  <a:pt x="39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Employee Mental Health Care Grants Meeting by Slidesgo">
  <a:themeElements>
    <a:clrScheme name="Simple Light">
      <a:dk1>
        <a:srgbClr val="3C3970"/>
      </a:dk1>
      <a:lt1>
        <a:srgbClr val="7094B4"/>
      </a:lt1>
      <a:dk2>
        <a:srgbClr val="90BDE9"/>
      </a:dk2>
      <a:lt2>
        <a:srgbClr val="7080CA"/>
      </a:lt2>
      <a:accent1>
        <a:srgbClr val="D99DDE"/>
      </a:accent1>
      <a:accent2>
        <a:srgbClr val="FC8080"/>
      </a:accent2>
      <a:accent3>
        <a:srgbClr val="CA5050"/>
      </a:accent3>
      <a:accent4>
        <a:srgbClr val="51ACB8"/>
      </a:accent4>
      <a:accent5>
        <a:srgbClr val="007F7A"/>
      </a:accent5>
      <a:accent6>
        <a:srgbClr val="FFF8EB"/>
      </a:accent6>
      <a:hlink>
        <a:srgbClr val="3C397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975</Words>
  <Application>Microsoft Office PowerPoint</Application>
  <PresentationFormat>Presentación en pantalla (16:9)</PresentationFormat>
  <Paragraphs>64</Paragraphs>
  <Slides>18</Slides>
  <Notes>18</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18</vt:i4>
      </vt:variant>
    </vt:vector>
  </HeadingPairs>
  <TitlesOfParts>
    <vt:vector size="27" baseType="lpstr">
      <vt:lpstr>Georgia</vt:lpstr>
      <vt:lpstr>system-ui</vt:lpstr>
      <vt:lpstr>Bree Serif</vt:lpstr>
      <vt:lpstr>Arial</vt:lpstr>
      <vt:lpstr>Lucida Grande</vt:lpstr>
      <vt:lpstr>Nunito</vt:lpstr>
      <vt:lpstr>Nunito Medium</vt:lpstr>
      <vt:lpstr>Pangolin</vt:lpstr>
      <vt:lpstr>Employee Mental Health Care Grants Meeting by Slidesgo</vt:lpstr>
      <vt:lpstr>NUESTRA SALUD ¿ES REALMENTE UNA PRIORIDAD?</vt:lpstr>
      <vt:lpstr>Presentación de PowerPoint</vt:lpstr>
      <vt:lpstr>¿TENEMOS SALUD?</vt:lpstr>
      <vt:lpstr>Salud mental</vt:lpstr>
      <vt:lpstr>SALUD MENTAL</vt:lpstr>
      <vt:lpstr>¿Puede la alimentación influir en mis pensamientos?</vt:lpstr>
      <vt:lpstr>SALUD MENTAL</vt:lpstr>
      <vt:lpstr>Y sobre todas las cosas, cuida tu mente, porque ella es la fuente de la vida.</vt:lpstr>
      <vt:lpstr>Salud fisica </vt:lpstr>
      <vt:lpstr>¿Qué debemos hacer?</vt:lpstr>
      <vt:lpstr>BENEFICIOS</vt:lpstr>
      <vt:lpstr>¿Qué debemos tener en cuenta?</vt:lpstr>
      <vt:lpstr>¿Qué debemos tener en cuenta?</vt:lpstr>
      <vt:lpstr>¿Qué debemos tener en cuenta?</vt:lpstr>
      <vt:lpstr>¿Qué debemos tener en cuenta?</vt:lpstr>
      <vt:lpstr>Salud espiritual</vt:lpstr>
      <vt:lpstr>Situación actual</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NUESTRA SALUD ¿ES REALMENTE UNA PRIORIDAD?</dc:title>
  <cp:lastModifiedBy>Karolay Paola Aguas Hernández</cp:lastModifiedBy>
  <cp:revision>1</cp:revision>
  <dcterms:modified xsi:type="dcterms:W3CDTF">2022-12-03T04:59:50Z</dcterms:modified>
</cp:coreProperties>
</file>